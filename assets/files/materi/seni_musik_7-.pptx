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5" roundtripDataSignature="AMtx7mgy4s2NNeLqQRYX3KWvOcae083c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e5669b8a30_1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e5669b8a30_1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e72adf7024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ge72adf7024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e5669b8a30_1_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e5669b8a30_1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e5669b8a30_1_2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e5669b8a30_1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e5669b8a30_1_3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e5669b8a30_1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e5669b8a30_1_3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ge5669b8a30_1_3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838200" y="-63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0"/>
          <p:cNvSpPr txBox="1"/>
          <p:nvPr>
            <p:ph idx="1" type="body"/>
          </p:nvPr>
        </p:nvSpPr>
        <p:spPr>
          <a:xfrm>
            <a:off x="838200" y="131381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838200" y="1460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838200" y="1460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68" name="Google Shape;68;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0"/>
          <p:cNvSpPr txBox="1"/>
          <p:nvPr>
            <p:ph type="title"/>
          </p:nvPr>
        </p:nvSpPr>
        <p:spPr>
          <a:xfrm>
            <a:off x="838200" y="1460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0"/>
          <p:cNvSpPr txBox="1"/>
          <p:nvPr>
            <p:ph idx="1" type="body"/>
          </p:nvPr>
        </p:nvSpPr>
        <p:spPr>
          <a:xfrm rot="5400000">
            <a:off x="3920331" y="-172894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9" name="Google Shape;9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5" name="Google Shape;10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6" name="Google Shape;136;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9"/>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43" name="Google Shape;143;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4" name="Google Shape;14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838200" y="1460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
          <p:cNvSpPr txBox="1"/>
          <p:nvPr>
            <p:ph idx="1" type="body"/>
          </p:nvPr>
        </p:nvSpPr>
        <p:spPr>
          <a:xfrm>
            <a:off x="838200" y="135318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4" name="Shape 84"/>
        <p:cNvGrpSpPr/>
        <p:nvPr/>
      </p:nvGrpSpPr>
      <p:grpSpPr>
        <a:xfrm>
          <a:off x="0" y="0"/>
          <a:ext cx="0" cy="0"/>
          <a:chOff x="0" y="0"/>
          <a:chExt cx="0" cy="0"/>
        </a:xfrm>
      </p:grpSpPr>
      <p:sp>
        <p:nvSpPr>
          <p:cNvPr id="85" name="Google Shape;8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7" name="Google Shape;8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8" name="Google Shape;8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9" name="Google Shape;8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slide" Target="/ppt/slides/slide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1"/>
          <p:cNvPicPr preferRelativeResize="0"/>
          <p:nvPr/>
        </p:nvPicPr>
        <p:blipFill rotWithShape="1">
          <a:blip r:embed="rId3">
            <a:alphaModFix/>
          </a:blip>
          <a:srcRect b="0" l="0" r="0" t="0"/>
          <a:stretch/>
        </p:blipFill>
        <p:spPr>
          <a:xfrm>
            <a:off x="4445" y="-180975"/>
            <a:ext cx="12430125" cy="7038975"/>
          </a:xfrm>
          <a:prstGeom prst="rect">
            <a:avLst/>
          </a:prstGeom>
          <a:noFill/>
          <a:ln>
            <a:noFill/>
          </a:ln>
        </p:spPr>
      </p:pic>
      <p:sp>
        <p:nvSpPr>
          <p:cNvPr id="164" name="Google Shape;164;p1"/>
          <p:cNvSpPr txBox="1"/>
          <p:nvPr>
            <p:ph type="ctrTitle"/>
          </p:nvPr>
        </p:nvSpPr>
        <p:spPr>
          <a:xfrm>
            <a:off x="503733" y="3070186"/>
            <a:ext cx="7868400" cy="20841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Arial"/>
              <a:buNone/>
            </a:pPr>
            <a:r>
              <a:rPr b="1" lang="en-US" sz="4400"/>
              <a:t>Berargumen dengan Debat Sehat</a:t>
            </a:r>
            <a:endParaRPr b="1" sz="4400">
              <a:solidFill>
                <a:srgbClr val="3F365C"/>
              </a:solidFill>
              <a:latin typeface="Arial"/>
              <a:ea typeface="Arial"/>
              <a:cs typeface="Arial"/>
              <a:sym typeface="Arial"/>
            </a:endParaRPr>
          </a:p>
        </p:txBody>
      </p:sp>
      <p:sp>
        <p:nvSpPr>
          <p:cNvPr id="165" name="Google Shape;165;p1"/>
          <p:cNvSpPr txBox="1"/>
          <p:nvPr/>
        </p:nvSpPr>
        <p:spPr>
          <a:xfrm>
            <a:off x="513715" y="5152390"/>
            <a:ext cx="5525700" cy="12192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2400" u="none" cap="none" strike="noStrike">
                <a:solidFill>
                  <a:schemeClr val="dk1"/>
                </a:solidFill>
                <a:latin typeface="Arial"/>
                <a:ea typeface="Arial"/>
                <a:cs typeface="Arial"/>
                <a:sym typeface="Arial"/>
              </a:rPr>
              <a:t>Bahasa Indonesia kelas X</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rPr b="0" i="0" lang="en-US" sz="2400" u="none" cap="none" strike="noStrike">
                <a:solidFill>
                  <a:schemeClr val="dk1"/>
                </a:solidFill>
                <a:latin typeface="Arial"/>
                <a:ea typeface="Arial"/>
                <a:cs typeface="Arial"/>
                <a:sym typeface="Arial"/>
              </a:rPr>
              <a:t>Bab 1</a:t>
            </a:r>
            <a:endParaRPr b="0" i="0" sz="2400" u="none" cap="none" strike="noStrike">
              <a:solidFill>
                <a:schemeClr val="dk1"/>
              </a:solidFill>
              <a:latin typeface="Arial"/>
              <a:ea typeface="Arial"/>
              <a:cs typeface="Arial"/>
              <a:sym typeface="Arial"/>
            </a:endParaRPr>
          </a:p>
        </p:txBody>
      </p:sp>
      <p:grpSp>
        <p:nvGrpSpPr>
          <p:cNvPr id="166" name="Google Shape;166;p1"/>
          <p:cNvGrpSpPr/>
          <p:nvPr/>
        </p:nvGrpSpPr>
        <p:grpSpPr>
          <a:xfrm>
            <a:off x="8822055" y="5536565"/>
            <a:ext cx="3300730" cy="1178560"/>
            <a:chOff x="12560" y="8673"/>
            <a:chExt cx="5198" cy="1856"/>
          </a:xfrm>
        </p:grpSpPr>
        <p:pic>
          <p:nvPicPr>
            <p:cNvPr descr="download" id="167" name="Google Shape;167;p1"/>
            <p:cNvPicPr preferRelativeResize="0"/>
            <p:nvPr/>
          </p:nvPicPr>
          <p:blipFill rotWithShape="1">
            <a:blip r:embed="rId4">
              <a:alphaModFix/>
            </a:blip>
            <a:srcRect b="0" l="0" r="0" t="0"/>
            <a:stretch/>
          </p:blipFill>
          <p:spPr>
            <a:xfrm>
              <a:off x="14635" y="9158"/>
              <a:ext cx="2549" cy="1276"/>
            </a:xfrm>
            <a:prstGeom prst="rect">
              <a:avLst/>
            </a:prstGeom>
            <a:noFill/>
            <a:ln>
              <a:noFill/>
            </a:ln>
          </p:spPr>
        </p:pic>
        <p:pic>
          <p:nvPicPr>
            <p:cNvPr descr="Logo Penerbit IP 2" id="168" name="Google Shape;168;p1"/>
            <p:cNvPicPr preferRelativeResize="0"/>
            <p:nvPr/>
          </p:nvPicPr>
          <p:blipFill rotWithShape="1">
            <a:blip r:embed="rId5">
              <a:alphaModFix/>
            </a:blip>
            <a:srcRect b="0" l="0" r="0" t="0"/>
            <a:stretch/>
          </p:blipFill>
          <p:spPr>
            <a:xfrm>
              <a:off x="13162" y="9253"/>
              <a:ext cx="1226" cy="1276"/>
            </a:xfrm>
            <a:prstGeom prst="rect">
              <a:avLst/>
            </a:prstGeom>
            <a:noFill/>
            <a:ln>
              <a:noFill/>
            </a:ln>
          </p:spPr>
        </p:pic>
        <p:sp>
          <p:nvSpPr>
            <p:cNvPr id="169" name="Google Shape;169;p1"/>
            <p:cNvSpPr txBox="1"/>
            <p:nvPr/>
          </p:nvSpPr>
          <p:spPr>
            <a:xfrm>
              <a:off x="12560" y="8673"/>
              <a:ext cx="5198"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Teacher Support Resource by:</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e5669b8a30_1_92"/>
          <p:cNvSpPr txBox="1"/>
          <p:nvPr>
            <p:ph type="title"/>
          </p:nvPr>
        </p:nvSpPr>
        <p:spPr>
          <a:xfrm>
            <a:off x="0" y="0"/>
            <a:ext cx="12192000" cy="1326000"/>
          </a:xfrm>
          <a:prstGeom prst="rect">
            <a:avLst/>
          </a:prstGeom>
          <a:noFill/>
          <a:ln>
            <a:noFill/>
          </a:ln>
        </p:spPr>
        <p:txBody>
          <a:bodyPr anchorCtr="0" anchor="ctr" bIns="45700" lIns="91425" spcFirstLastPara="1" rIns="91425" wrap="square" tIns="45700">
            <a:normAutofit/>
          </a:bodyPr>
          <a:lstStyle/>
          <a:p>
            <a:pPr indent="457200" lvl="0" marL="0" rtl="0" algn="l">
              <a:lnSpc>
                <a:spcPct val="90000"/>
              </a:lnSpc>
              <a:spcBef>
                <a:spcPts val="0"/>
              </a:spcBef>
              <a:spcAft>
                <a:spcPts val="0"/>
              </a:spcAft>
              <a:buClr>
                <a:srgbClr val="3F365C"/>
              </a:buClr>
              <a:buSzPts val="4400"/>
              <a:buFont typeface="Arial"/>
              <a:buNone/>
            </a:pPr>
            <a:r>
              <a:rPr b="1" lang="en-US">
                <a:solidFill>
                  <a:srgbClr val="3F365C"/>
                </a:solidFill>
                <a:latin typeface="Arial"/>
                <a:ea typeface="Arial"/>
                <a:cs typeface="Arial"/>
                <a:sym typeface="Arial"/>
              </a:rPr>
              <a:t>Tujuan Pembelajaran</a:t>
            </a:r>
            <a:endParaRPr b="1">
              <a:solidFill>
                <a:srgbClr val="3F365C"/>
              </a:solidFill>
              <a:latin typeface="Arial"/>
              <a:ea typeface="Arial"/>
              <a:cs typeface="Arial"/>
              <a:sym typeface="Arial"/>
            </a:endParaRPr>
          </a:p>
        </p:txBody>
      </p:sp>
      <p:sp>
        <p:nvSpPr>
          <p:cNvPr id="175" name="Google Shape;175;ge5669b8a30_1_92"/>
          <p:cNvSpPr txBox="1"/>
          <p:nvPr>
            <p:ph idx="1" type="body"/>
          </p:nvPr>
        </p:nvSpPr>
        <p:spPr>
          <a:xfrm>
            <a:off x="547150" y="1307477"/>
            <a:ext cx="11067900" cy="4203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1800"/>
              <a:buNone/>
            </a:pPr>
            <a:r>
              <a:rPr lang="en-US" sz="2100"/>
              <a:t>Setelah mempelajari bab ini, peserta didik mampu:</a:t>
            </a:r>
            <a:endParaRPr sz="2100"/>
          </a:p>
          <a:p>
            <a:pPr indent="-361950" lvl="0" marL="457200" rtl="0" algn="l">
              <a:lnSpc>
                <a:spcPct val="115000"/>
              </a:lnSpc>
              <a:spcBef>
                <a:spcPts val="1000"/>
              </a:spcBef>
              <a:spcAft>
                <a:spcPts val="0"/>
              </a:spcAft>
              <a:buSzPts val="2100"/>
              <a:buChar char="•"/>
            </a:pPr>
            <a:r>
              <a:rPr lang="en-US" sz="2100"/>
              <a:t>menghubungkan permasalahan atau isu, sudut pandang, argumen beberapa pihak, dan simpulan debat dengan tepat;</a:t>
            </a:r>
            <a:endParaRPr sz="2100"/>
          </a:p>
          <a:p>
            <a:pPr indent="-361950" lvl="0" marL="457200" rtl="0" algn="l">
              <a:lnSpc>
                <a:spcPct val="115000"/>
              </a:lnSpc>
              <a:spcBef>
                <a:spcPts val="0"/>
              </a:spcBef>
              <a:spcAft>
                <a:spcPts val="0"/>
              </a:spcAft>
              <a:buSzPts val="2100"/>
              <a:buChar char="•"/>
            </a:pPr>
            <a:r>
              <a:rPr lang="en-US" sz="2100"/>
              <a:t>mengonstruksi permasalahan atau isu, sudut pandang, argumen beberapa pihak, dan simpulan debat secara lisan untuk menemukan esensi debat dengan cermat;</a:t>
            </a:r>
            <a:endParaRPr sz="2100"/>
          </a:p>
          <a:p>
            <a:pPr indent="-361950" lvl="0" marL="457200" rtl="0" algn="l">
              <a:lnSpc>
                <a:spcPct val="115000"/>
              </a:lnSpc>
              <a:spcBef>
                <a:spcPts val="0"/>
              </a:spcBef>
              <a:spcAft>
                <a:spcPts val="0"/>
              </a:spcAft>
              <a:buSzPts val="2100"/>
              <a:buChar char="•"/>
            </a:pPr>
            <a:r>
              <a:rPr lang="en-US" sz="2100"/>
              <a:t>menganalisis isi debat (permasalahan atau isu, sudut pandang, argumen beberapa pihak, dan simpulan) dengan teliti; serta</a:t>
            </a:r>
            <a:endParaRPr sz="2100"/>
          </a:p>
          <a:p>
            <a:pPr indent="-361950" lvl="0" marL="457200" rtl="0" algn="l">
              <a:lnSpc>
                <a:spcPct val="115000"/>
              </a:lnSpc>
              <a:spcBef>
                <a:spcPts val="0"/>
              </a:spcBef>
              <a:spcAft>
                <a:spcPts val="0"/>
              </a:spcAft>
              <a:buSzPts val="2100"/>
              <a:buChar char="•"/>
            </a:pPr>
            <a:r>
              <a:rPr lang="en-US" sz="2100"/>
              <a:t>mengembangkan permasalahan atau isu dari berbagai sudut pandang yang dilengkapi argumen dalam berdebat dengan tepat.</a:t>
            </a:r>
            <a:endParaRPr sz="21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
          <p:cNvSpPr txBox="1"/>
          <p:nvPr>
            <p:ph type="title"/>
          </p:nvPr>
        </p:nvSpPr>
        <p:spPr>
          <a:xfrm>
            <a:off x="0" y="0"/>
            <a:ext cx="12192000" cy="1326000"/>
          </a:xfrm>
          <a:prstGeom prst="rect">
            <a:avLst/>
          </a:prstGeom>
          <a:noFill/>
          <a:ln>
            <a:noFill/>
          </a:ln>
        </p:spPr>
        <p:txBody>
          <a:bodyPr anchorCtr="0" anchor="ctr" bIns="45700" lIns="91425" spcFirstLastPara="1" rIns="91425" wrap="square" tIns="45700">
            <a:normAutofit/>
          </a:bodyPr>
          <a:lstStyle/>
          <a:p>
            <a:pPr indent="457200" lvl="0" marL="0" rtl="0" algn="l">
              <a:lnSpc>
                <a:spcPct val="90000"/>
              </a:lnSpc>
              <a:spcBef>
                <a:spcPts val="0"/>
              </a:spcBef>
              <a:spcAft>
                <a:spcPts val="0"/>
              </a:spcAft>
              <a:buClr>
                <a:schemeClr val="dk1"/>
              </a:buClr>
              <a:buSzPts val="1100"/>
              <a:buFont typeface="Arial"/>
              <a:buNone/>
            </a:pPr>
            <a:r>
              <a:rPr b="1" lang="en-US">
                <a:solidFill>
                  <a:srgbClr val="3F365C"/>
                </a:solidFill>
              </a:rPr>
              <a:t>Berargumen dengan Debat Sehat</a:t>
            </a:r>
            <a:endParaRPr b="1">
              <a:solidFill>
                <a:srgbClr val="3F365C"/>
              </a:solidFill>
            </a:endParaRPr>
          </a:p>
        </p:txBody>
      </p:sp>
      <p:sp>
        <p:nvSpPr>
          <p:cNvPr id="181" name="Google Shape;181;p2"/>
          <p:cNvSpPr txBox="1"/>
          <p:nvPr/>
        </p:nvSpPr>
        <p:spPr>
          <a:xfrm>
            <a:off x="609600" y="1233488"/>
            <a:ext cx="10515600" cy="4351200"/>
          </a:xfrm>
          <a:prstGeom prst="rect">
            <a:avLst/>
          </a:prstGeom>
          <a:noFill/>
          <a:ln>
            <a:noFill/>
          </a:ln>
        </p:spPr>
        <p:txBody>
          <a:bodyPr anchorCtr="0" anchor="t" bIns="45700" lIns="91425" spcFirstLastPara="1" rIns="91425" wrap="square" tIns="45700">
            <a:normAutofit/>
          </a:bodyPr>
          <a:lstStyle/>
          <a:p>
            <a:pPr indent="-444500" lvl="0" marL="571500" marR="0" rtl="0" algn="l">
              <a:lnSpc>
                <a:spcPct val="100000"/>
              </a:lnSpc>
              <a:spcBef>
                <a:spcPts val="1800"/>
              </a:spcBef>
              <a:spcAft>
                <a:spcPts val="0"/>
              </a:spcAft>
              <a:buClr>
                <a:srgbClr val="000000"/>
              </a:buClr>
              <a:buSzPts val="2800"/>
              <a:buFont typeface="Arial"/>
              <a:buAutoNum type="alphaUcPeriod"/>
            </a:pPr>
            <a:r>
              <a:rPr b="0" i="0" lang="en-US" sz="2800" u="none" cap="none" strike="noStrike">
                <a:solidFill>
                  <a:srgbClr val="000000"/>
                </a:solidFill>
                <a:latin typeface="Arial"/>
                <a:ea typeface="Arial"/>
                <a:cs typeface="Arial"/>
                <a:sym typeface="Arial"/>
              </a:rPr>
              <a:t>Definisi dan Jenis Debat</a:t>
            </a:r>
            <a:endParaRPr b="0" i="0" sz="2800" u="none" cap="none" strike="noStrike">
              <a:solidFill>
                <a:srgbClr val="000000"/>
              </a:solidFill>
              <a:latin typeface="Arial"/>
              <a:ea typeface="Arial"/>
              <a:cs typeface="Arial"/>
              <a:sym typeface="Arial"/>
            </a:endParaRPr>
          </a:p>
          <a:p>
            <a:pPr indent="-444500" lvl="0" marL="571500" marR="0" rtl="0" algn="l">
              <a:lnSpc>
                <a:spcPct val="100000"/>
              </a:lnSpc>
              <a:spcBef>
                <a:spcPts val="1800"/>
              </a:spcBef>
              <a:spcAft>
                <a:spcPts val="0"/>
              </a:spcAft>
              <a:buClr>
                <a:srgbClr val="000000"/>
              </a:buClr>
              <a:buSzPts val="2800"/>
              <a:buFont typeface="Arial"/>
              <a:buAutoNum type="alphaUcPeriod"/>
            </a:pPr>
            <a:r>
              <a:rPr b="0" i="0" lang="en-US" sz="2800" u="none" cap="none" strike="noStrike">
                <a:solidFill>
                  <a:srgbClr val="000000"/>
                </a:solidFill>
                <a:latin typeface="Arial"/>
                <a:ea typeface="Arial"/>
                <a:cs typeface="Arial"/>
                <a:sym typeface="Arial"/>
              </a:rPr>
              <a:t>Hubungan Unsur-Unsur Debat</a:t>
            </a:r>
            <a:endParaRPr b="0" i="0" sz="2800" u="none" cap="none" strike="noStrike">
              <a:solidFill>
                <a:srgbClr val="000000"/>
              </a:solidFill>
              <a:latin typeface="Arial"/>
              <a:ea typeface="Arial"/>
              <a:cs typeface="Arial"/>
              <a:sym typeface="Arial"/>
            </a:endParaRPr>
          </a:p>
          <a:p>
            <a:pPr indent="-444500" lvl="0" marL="571500" marR="0" rtl="0" algn="l">
              <a:lnSpc>
                <a:spcPct val="100000"/>
              </a:lnSpc>
              <a:spcBef>
                <a:spcPts val="1800"/>
              </a:spcBef>
              <a:spcAft>
                <a:spcPts val="0"/>
              </a:spcAft>
              <a:buClr>
                <a:srgbClr val="000000"/>
              </a:buClr>
              <a:buSzPts val="2800"/>
              <a:buFont typeface="Arial"/>
              <a:buAutoNum type="alphaUcPeriod"/>
            </a:pPr>
            <a:r>
              <a:rPr b="0" i="0" lang="en-US" sz="2800" u="none" cap="none" strike="noStrike">
                <a:solidFill>
                  <a:srgbClr val="000000"/>
                </a:solidFill>
                <a:latin typeface="Arial"/>
                <a:ea typeface="Arial"/>
                <a:cs typeface="Arial"/>
                <a:sym typeface="Arial"/>
              </a:rPr>
              <a:t>Konstruksi Debat</a:t>
            </a:r>
            <a:endParaRPr b="0" i="0" sz="2800" u="none" cap="none" strike="noStrike">
              <a:solidFill>
                <a:srgbClr val="000000"/>
              </a:solidFill>
              <a:latin typeface="Arial"/>
              <a:ea typeface="Arial"/>
              <a:cs typeface="Arial"/>
              <a:sym typeface="Arial"/>
            </a:endParaRPr>
          </a:p>
          <a:p>
            <a:pPr indent="-444500" lvl="0" marL="571500" marR="0" rtl="0" algn="l">
              <a:lnSpc>
                <a:spcPct val="100000"/>
              </a:lnSpc>
              <a:spcBef>
                <a:spcPts val="1800"/>
              </a:spcBef>
              <a:spcAft>
                <a:spcPts val="0"/>
              </a:spcAft>
              <a:buClr>
                <a:srgbClr val="000000"/>
              </a:buClr>
              <a:buSzPts val="2800"/>
              <a:buFont typeface="Arial"/>
              <a:buAutoNum type="alphaUcPeriod"/>
            </a:pPr>
            <a:r>
              <a:rPr b="0" i="0" lang="en-US" sz="2800" u="none" cap="none" strike="noStrike">
                <a:solidFill>
                  <a:srgbClr val="000000"/>
                </a:solidFill>
                <a:latin typeface="Arial"/>
                <a:ea typeface="Arial"/>
                <a:cs typeface="Arial"/>
                <a:sym typeface="Arial"/>
              </a:rPr>
              <a:t>Analisis Isi Debat</a:t>
            </a:r>
            <a:endParaRPr b="0" i="0" sz="2800" u="none" cap="none" strike="noStrike">
              <a:solidFill>
                <a:srgbClr val="000000"/>
              </a:solidFill>
              <a:latin typeface="Arial"/>
              <a:ea typeface="Arial"/>
              <a:cs typeface="Arial"/>
              <a:sym typeface="Arial"/>
            </a:endParaRPr>
          </a:p>
          <a:p>
            <a:pPr indent="-444500" lvl="0" marL="571500" marR="0" rtl="0" algn="l">
              <a:lnSpc>
                <a:spcPct val="100000"/>
              </a:lnSpc>
              <a:spcBef>
                <a:spcPts val="1800"/>
              </a:spcBef>
              <a:spcAft>
                <a:spcPts val="0"/>
              </a:spcAft>
              <a:buClr>
                <a:srgbClr val="000000"/>
              </a:buClr>
              <a:buSzPts val="2800"/>
              <a:buFont typeface="Arial"/>
              <a:buAutoNum type="alphaUcPeriod"/>
            </a:pPr>
            <a:r>
              <a:rPr b="0" i="0" lang="en-US" sz="2800" u="none" cap="none" strike="noStrike">
                <a:solidFill>
                  <a:srgbClr val="000000"/>
                </a:solidFill>
                <a:latin typeface="Arial"/>
                <a:ea typeface="Arial"/>
                <a:cs typeface="Arial"/>
                <a:sym typeface="Arial"/>
              </a:rPr>
              <a:t>Praktik Debat</a:t>
            </a:r>
            <a:endParaRPr b="0" i="0" sz="2800" u="none" cap="none" strike="noStrike">
              <a:solidFill>
                <a:srgbClr val="000000"/>
              </a:solidFill>
              <a:latin typeface="Arial"/>
              <a:ea typeface="Arial"/>
              <a:cs typeface="Arial"/>
              <a:sym typeface="Arial"/>
            </a:endParaRPr>
          </a:p>
        </p:txBody>
      </p:sp>
      <p:pic>
        <p:nvPicPr>
          <p:cNvPr id="182" name="Google Shape;182;p2"/>
          <p:cNvPicPr preferRelativeResize="0"/>
          <p:nvPr/>
        </p:nvPicPr>
        <p:blipFill rotWithShape="1">
          <a:blip r:embed="rId3">
            <a:alphaModFix/>
          </a:blip>
          <a:srcRect b="0" l="0" r="0" t="0"/>
          <a:stretch/>
        </p:blipFill>
        <p:spPr>
          <a:xfrm>
            <a:off x="5647125" y="2454050"/>
            <a:ext cx="5530526" cy="35318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e72adf7024_0_20"/>
          <p:cNvSpPr txBox="1"/>
          <p:nvPr>
            <p:ph type="title"/>
          </p:nvPr>
        </p:nvSpPr>
        <p:spPr>
          <a:xfrm>
            <a:off x="0" y="10150"/>
            <a:ext cx="12192000" cy="1325700"/>
          </a:xfrm>
          <a:prstGeom prst="rect">
            <a:avLst/>
          </a:prstGeom>
          <a:noFill/>
          <a:ln>
            <a:noFill/>
          </a:ln>
        </p:spPr>
        <p:txBody>
          <a:bodyPr anchorCtr="0" anchor="ctr" bIns="45700" lIns="91425" spcFirstLastPara="1" rIns="91425" wrap="square" tIns="45700">
            <a:normAutofit/>
          </a:bodyPr>
          <a:lstStyle/>
          <a:p>
            <a:pPr indent="457200" lvl="0" marL="0" rtl="0" algn="l">
              <a:lnSpc>
                <a:spcPct val="90000"/>
              </a:lnSpc>
              <a:spcBef>
                <a:spcPts val="0"/>
              </a:spcBef>
              <a:spcAft>
                <a:spcPts val="0"/>
              </a:spcAft>
              <a:buClr>
                <a:schemeClr val="dk1"/>
              </a:buClr>
              <a:buSzPts val="1100"/>
              <a:buFont typeface="Arial"/>
              <a:buNone/>
            </a:pPr>
            <a:r>
              <a:rPr b="1" lang="en-US">
                <a:solidFill>
                  <a:srgbClr val="3F365C"/>
                </a:solidFill>
              </a:rPr>
              <a:t>A. Definisi dan Jenis Debat</a:t>
            </a:r>
            <a:endParaRPr b="1">
              <a:solidFill>
                <a:srgbClr val="3F365C"/>
              </a:solidFill>
            </a:endParaRPr>
          </a:p>
        </p:txBody>
      </p:sp>
      <p:grpSp>
        <p:nvGrpSpPr>
          <p:cNvPr id="188" name="Google Shape;188;ge72adf7024_0_20"/>
          <p:cNvGrpSpPr/>
          <p:nvPr/>
        </p:nvGrpSpPr>
        <p:grpSpPr>
          <a:xfrm>
            <a:off x="2720944" y="3325336"/>
            <a:ext cx="6412413" cy="2477159"/>
            <a:chOff x="444409" y="2571597"/>
            <a:chExt cx="6060882" cy="2892525"/>
          </a:xfrm>
        </p:grpSpPr>
        <p:sp>
          <p:nvSpPr>
            <p:cNvPr id="189" name="Google Shape;189;ge72adf7024_0_20"/>
            <p:cNvSpPr/>
            <p:nvPr/>
          </p:nvSpPr>
          <p:spPr>
            <a:xfrm>
              <a:off x="444409" y="3343153"/>
              <a:ext cx="1722395" cy="1706658"/>
            </a:xfrm>
            <a:custGeom>
              <a:rect b="b" l="l" r="r" t="t"/>
              <a:pathLst>
                <a:path extrusionOk="0" h="21578" w="21536">
                  <a:moveTo>
                    <a:pt x="21520" y="11991"/>
                  </a:moveTo>
                  <a:cubicBezTo>
                    <a:pt x="21520" y="11830"/>
                    <a:pt x="21480" y="11668"/>
                    <a:pt x="21480" y="11547"/>
                  </a:cubicBezTo>
                  <a:cubicBezTo>
                    <a:pt x="21480" y="11506"/>
                    <a:pt x="21480" y="11425"/>
                    <a:pt x="21480" y="11385"/>
                  </a:cubicBezTo>
                  <a:cubicBezTo>
                    <a:pt x="21480" y="11344"/>
                    <a:pt x="21480" y="11304"/>
                    <a:pt x="21480" y="11263"/>
                  </a:cubicBezTo>
                  <a:cubicBezTo>
                    <a:pt x="21480" y="11183"/>
                    <a:pt x="21440" y="11102"/>
                    <a:pt x="21440" y="11061"/>
                  </a:cubicBezTo>
                  <a:cubicBezTo>
                    <a:pt x="21440" y="11021"/>
                    <a:pt x="21400" y="10940"/>
                    <a:pt x="21400" y="10899"/>
                  </a:cubicBezTo>
                  <a:cubicBezTo>
                    <a:pt x="21400" y="10738"/>
                    <a:pt x="21400" y="10616"/>
                    <a:pt x="21400" y="10454"/>
                  </a:cubicBezTo>
                  <a:cubicBezTo>
                    <a:pt x="21400" y="10252"/>
                    <a:pt x="21360" y="10050"/>
                    <a:pt x="21360" y="9848"/>
                  </a:cubicBezTo>
                  <a:cubicBezTo>
                    <a:pt x="21360" y="9645"/>
                    <a:pt x="21320" y="9443"/>
                    <a:pt x="21320" y="9281"/>
                  </a:cubicBezTo>
                  <a:cubicBezTo>
                    <a:pt x="21320" y="9079"/>
                    <a:pt x="21320" y="8917"/>
                    <a:pt x="21280" y="8715"/>
                  </a:cubicBezTo>
                  <a:cubicBezTo>
                    <a:pt x="21280" y="8594"/>
                    <a:pt x="21280" y="8513"/>
                    <a:pt x="21280" y="8392"/>
                  </a:cubicBezTo>
                  <a:cubicBezTo>
                    <a:pt x="21280" y="8311"/>
                    <a:pt x="21280" y="8189"/>
                    <a:pt x="21240" y="8108"/>
                  </a:cubicBezTo>
                  <a:cubicBezTo>
                    <a:pt x="21240" y="7906"/>
                    <a:pt x="21200" y="7704"/>
                    <a:pt x="21200" y="7502"/>
                  </a:cubicBezTo>
                  <a:cubicBezTo>
                    <a:pt x="21200" y="7380"/>
                    <a:pt x="21200" y="7259"/>
                    <a:pt x="21160" y="7138"/>
                  </a:cubicBezTo>
                  <a:cubicBezTo>
                    <a:pt x="21160" y="7016"/>
                    <a:pt x="21120" y="6854"/>
                    <a:pt x="21120" y="6733"/>
                  </a:cubicBezTo>
                  <a:cubicBezTo>
                    <a:pt x="21120" y="6612"/>
                    <a:pt x="21080" y="6490"/>
                    <a:pt x="21080" y="6369"/>
                  </a:cubicBezTo>
                  <a:cubicBezTo>
                    <a:pt x="21080" y="6329"/>
                    <a:pt x="21080" y="6329"/>
                    <a:pt x="21080" y="6288"/>
                  </a:cubicBezTo>
                  <a:cubicBezTo>
                    <a:pt x="21080" y="6207"/>
                    <a:pt x="21040" y="6167"/>
                    <a:pt x="21040" y="6086"/>
                  </a:cubicBezTo>
                  <a:cubicBezTo>
                    <a:pt x="21040" y="6045"/>
                    <a:pt x="21040" y="6005"/>
                    <a:pt x="21000" y="6005"/>
                  </a:cubicBezTo>
                  <a:cubicBezTo>
                    <a:pt x="21000" y="6005"/>
                    <a:pt x="21000" y="5965"/>
                    <a:pt x="21000" y="5965"/>
                  </a:cubicBezTo>
                  <a:cubicBezTo>
                    <a:pt x="21000" y="5965"/>
                    <a:pt x="21000" y="5924"/>
                    <a:pt x="21000" y="5924"/>
                  </a:cubicBezTo>
                  <a:cubicBezTo>
                    <a:pt x="21000" y="5884"/>
                    <a:pt x="21000" y="5843"/>
                    <a:pt x="20960" y="5803"/>
                  </a:cubicBezTo>
                  <a:cubicBezTo>
                    <a:pt x="20920" y="5762"/>
                    <a:pt x="20920" y="5762"/>
                    <a:pt x="20880" y="5722"/>
                  </a:cubicBezTo>
                  <a:cubicBezTo>
                    <a:pt x="20880" y="5722"/>
                    <a:pt x="20840" y="5722"/>
                    <a:pt x="20840" y="5722"/>
                  </a:cubicBezTo>
                  <a:cubicBezTo>
                    <a:pt x="20800" y="5681"/>
                    <a:pt x="20800" y="5681"/>
                    <a:pt x="20760" y="5681"/>
                  </a:cubicBezTo>
                  <a:cubicBezTo>
                    <a:pt x="20760" y="5681"/>
                    <a:pt x="20720" y="5641"/>
                    <a:pt x="20720" y="5641"/>
                  </a:cubicBezTo>
                  <a:cubicBezTo>
                    <a:pt x="20720" y="5641"/>
                    <a:pt x="20680" y="5600"/>
                    <a:pt x="20680" y="5600"/>
                  </a:cubicBezTo>
                  <a:cubicBezTo>
                    <a:pt x="20680" y="5560"/>
                    <a:pt x="20680" y="5560"/>
                    <a:pt x="20680" y="5520"/>
                  </a:cubicBezTo>
                  <a:cubicBezTo>
                    <a:pt x="20680" y="5520"/>
                    <a:pt x="20680" y="5479"/>
                    <a:pt x="20680" y="5479"/>
                  </a:cubicBezTo>
                  <a:cubicBezTo>
                    <a:pt x="20680" y="5398"/>
                    <a:pt x="20640" y="5317"/>
                    <a:pt x="20600" y="5277"/>
                  </a:cubicBezTo>
                  <a:cubicBezTo>
                    <a:pt x="20600" y="5277"/>
                    <a:pt x="20600" y="5277"/>
                    <a:pt x="20600" y="5277"/>
                  </a:cubicBezTo>
                  <a:cubicBezTo>
                    <a:pt x="20600" y="5277"/>
                    <a:pt x="20600" y="5236"/>
                    <a:pt x="20560" y="5236"/>
                  </a:cubicBezTo>
                  <a:cubicBezTo>
                    <a:pt x="20480" y="5115"/>
                    <a:pt x="20360" y="5034"/>
                    <a:pt x="20240" y="4913"/>
                  </a:cubicBezTo>
                  <a:cubicBezTo>
                    <a:pt x="20200" y="4872"/>
                    <a:pt x="20160" y="4832"/>
                    <a:pt x="20120" y="4791"/>
                  </a:cubicBezTo>
                  <a:cubicBezTo>
                    <a:pt x="20080" y="4791"/>
                    <a:pt x="20080" y="4751"/>
                    <a:pt x="20040" y="4751"/>
                  </a:cubicBezTo>
                  <a:cubicBezTo>
                    <a:pt x="20040" y="4751"/>
                    <a:pt x="20000" y="4711"/>
                    <a:pt x="20000" y="4711"/>
                  </a:cubicBezTo>
                  <a:cubicBezTo>
                    <a:pt x="19960" y="4630"/>
                    <a:pt x="19920" y="4589"/>
                    <a:pt x="19840" y="4508"/>
                  </a:cubicBezTo>
                  <a:cubicBezTo>
                    <a:pt x="19800" y="4427"/>
                    <a:pt x="19720" y="4347"/>
                    <a:pt x="19680" y="4306"/>
                  </a:cubicBezTo>
                  <a:cubicBezTo>
                    <a:pt x="19520" y="4144"/>
                    <a:pt x="19400" y="3983"/>
                    <a:pt x="19240" y="3821"/>
                  </a:cubicBezTo>
                  <a:cubicBezTo>
                    <a:pt x="19120" y="3699"/>
                    <a:pt x="18960" y="3578"/>
                    <a:pt x="18840" y="3457"/>
                  </a:cubicBezTo>
                  <a:cubicBezTo>
                    <a:pt x="18680" y="3335"/>
                    <a:pt x="18560" y="3214"/>
                    <a:pt x="18400" y="3052"/>
                  </a:cubicBezTo>
                  <a:cubicBezTo>
                    <a:pt x="18320" y="2971"/>
                    <a:pt x="18280" y="2931"/>
                    <a:pt x="18200" y="2850"/>
                  </a:cubicBezTo>
                  <a:cubicBezTo>
                    <a:pt x="18120" y="2769"/>
                    <a:pt x="18040" y="2729"/>
                    <a:pt x="17960" y="2648"/>
                  </a:cubicBezTo>
                  <a:cubicBezTo>
                    <a:pt x="17880" y="2567"/>
                    <a:pt x="17800" y="2526"/>
                    <a:pt x="17720" y="2445"/>
                  </a:cubicBezTo>
                  <a:cubicBezTo>
                    <a:pt x="17640" y="2405"/>
                    <a:pt x="17560" y="2324"/>
                    <a:pt x="17480" y="2284"/>
                  </a:cubicBezTo>
                  <a:cubicBezTo>
                    <a:pt x="17320" y="2162"/>
                    <a:pt x="17200" y="2041"/>
                    <a:pt x="17040" y="1960"/>
                  </a:cubicBezTo>
                  <a:cubicBezTo>
                    <a:pt x="16880" y="1839"/>
                    <a:pt x="16720" y="1758"/>
                    <a:pt x="16560" y="1636"/>
                  </a:cubicBezTo>
                  <a:cubicBezTo>
                    <a:pt x="16520" y="1596"/>
                    <a:pt x="16440" y="1556"/>
                    <a:pt x="16400" y="1515"/>
                  </a:cubicBezTo>
                  <a:cubicBezTo>
                    <a:pt x="16360" y="1475"/>
                    <a:pt x="16320" y="1434"/>
                    <a:pt x="16280" y="1394"/>
                  </a:cubicBezTo>
                  <a:cubicBezTo>
                    <a:pt x="16200" y="1313"/>
                    <a:pt x="16120" y="1232"/>
                    <a:pt x="16040" y="1192"/>
                  </a:cubicBezTo>
                  <a:cubicBezTo>
                    <a:pt x="15960" y="1111"/>
                    <a:pt x="15840" y="1070"/>
                    <a:pt x="15760" y="989"/>
                  </a:cubicBezTo>
                  <a:cubicBezTo>
                    <a:pt x="15680" y="908"/>
                    <a:pt x="15600" y="868"/>
                    <a:pt x="15520" y="787"/>
                  </a:cubicBezTo>
                  <a:cubicBezTo>
                    <a:pt x="15480" y="747"/>
                    <a:pt x="15440" y="747"/>
                    <a:pt x="15440" y="706"/>
                  </a:cubicBezTo>
                  <a:cubicBezTo>
                    <a:pt x="15440" y="666"/>
                    <a:pt x="15400" y="625"/>
                    <a:pt x="15400" y="585"/>
                  </a:cubicBezTo>
                  <a:cubicBezTo>
                    <a:pt x="15320" y="504"/>
                    <a:pt x="15240" y="423"/>
                    <a:pt x="15120" y="423"/>
                  </a:cubicBezTo>
                  <a:cubicBezTo>
                    <a:pt x="15120" y="423"/>
                    <a:pt x="15120" y="423"/>
                    <a:pt x="15080" y="423"/>
                  </a:cubicBezTo>
                  <a:cubicBezTo>
                    <a:pt x="15080" y="423"/>
                    <a:pt x="15080" y="423"/>
                    <a:pt x="15080" y="423"/>
                  </a:cubicBezTo>
                  <a:cubicBezTo>
                    <a:pt x="15080" y="423"/>
                    <a:pt x="15080" y="423"/>
                    <a:pt x="15080" y="423"/>
                  </a:cubicBezTo>
                  <a:cubicBezTo>
                    <a:pt x="15040" y="423"/>
                    <a:pt x="15040" y="423"/>
                    <a:pt x="15000" y="423"/>
                  </a:cubicBezTo>
                  <a:cubicBezTo>
                    <a:pt x="15000" y="423"/>
                    <a:pt x="14960" y="423"/>
                    <a:pt x="14960" y="423"/>
                  </a:cubicBezTo>
                  <a:cubicBezTo>
                    <a:pt x="14960" y="423"/>
                    <a:pt x="14960" y="423"/>
                    <a:pt x="14960" y="423"/>
                  </a:cubicBezTo>
                  <a:cubicBezTo>
                    <a:pt x="14960" y="423"/>
                    <a:pt x="14960" y="423"/>
                    <a:pt x="14960" y="423"/>
                  </a:cubicBezTo>
                  <a:cubicBezTo>
                    <a:pt x="14960" y="423"/>
                    <a:pt x="14960" y="423"/>
                    <a:pt x="14960" y="423"/>
                  </a:cubicBezTo>
                  <a:cubicBezTo>
                    <a:pt x="14960" y="423"/>
                    <a:pt x="14960" y="423"/>
                    <a:pt x="14960" y="463"/>
                  </a:cubicBezTo>
                  <a:cubicBezTo>
                    <a:pt x="14960" y="463"/>
                    <a:pt x="14960" y="463"/>
                    <a:pt x="14960" y="463"/>
                  </a:cubicBezTo>
                  <a:cubicBezTo>
                    <a:pt x="14920" y="463"/>
                    <a:pt x="14880" y="463"/>
                    <a:pt x="14840" y="463"/>
                  </a:cubicBezTo>
                  <a:cubicBezTo>
                    <a:pt x="14760" y="463"/>
                    <a:pt x="14640" y="423"/>
                    <a:pt x="14560" y="423"/>
                  </a:cubicBezTo>
                  <a:cubicBezTo>
                    <a:pt x="14360" y="423"/>
                    <a:pt x="14160" y="383"/>
                    <a:pt x="13960" y="383"/>
                  </a:cubicBezTo>
                  <a:cubicBezTo>
                    <a:pt x="13760" y="383"/>
                    <a:pt x="13600" y="342"/>
                    <a:pt x="13400" y="342"/>
                  </a:cubicBezTo>
                  <a:cubicBezTo>
                    <a:pt x="13320" y="342"/>
                    <a:pt x="13240" y="302"/>
                    <a:pt x="13120" y="302"/>
                  </a:cubicBezTo>
                  <a:cubicBezTo>
                    <a:pt x="13000" y="302"/>
                    <a:pt x="12920" y="261"/>
                    <a:pt x="12800" y="261"/>
                  </a:cubicBezTo>
                  <a:cubicBezTo>
                    <a:pt x="12600" y="221"/>
                    <a:pt x="12440" y="221"/>
                    <a:pt x="12240" y="180"/>
                  </a:cubicBezTo>
                  <a:cubicBezTo>
                    <a:pt x="12040" y="140"/>
                    <a:pt x="11840" y="140"/>
                    <a:pt x="11680" y="99"/>
                  </a:cubicBezTo>
                  <a:cubicBezTo>
                    <a:pt x="11480" y="99"/>
                    <a:pt x="11280" y="59"/>
                    <a:pt x="11120" y="59"/>
                  </a:cubicBezTo>
                  <a:cubicBezTo>
                    <a:pt x="11000" y="59"/>
                    <a:pt x="10920" y="59"/>
                    <a:pt x="10800" y="59"/>
                  </a:cubicBezTo>
                  <a:cubicBezTo>
                    <a:pt x="10720" y="59"/>
                    <a:pt x="10640" y="59"/>
                    <a:pt x="10520" y="18"/>
                  </a:cubicBezTo>
                  <a:cubicBezTo>
                    <a:pt x="10280" y="18"/>
                    <a:pt x="10080" y="-22"/>
                    <a:pt x="9840" y="18"/>
                  </a:cubicBezTo>
                  <a:cubicBezTo>
                    <a:pt x="9640" y="18"/>
                    <a:pt x="9440" y="18"/>
                    <a:pt x="9240" y="18"/>
                  </a:cubicBezTo>
                  <a:cubicBezTo>
                    <a:pt x="9040" y="18"/>
                    <a:pt x="8880" y="18"/>
                    <a:pt x="8680" y="18"/>
                  </a:cubicBezTo>
                  <a:cubicBezTo>
                    <a:pt x="8520" y="18"/>
                    <a:pt x="8320" y="18"/>
                    <a:pt x="8160" y="18"/>
                  </a:cubicBezTo>
                  <a:cubicBezTo>
                    <a:pt x="8120" y="18"/>
                    <a:pt x="8080" y="18"/>
                    <a:pt x="8040" y="18"/>
                  </a:cubicBezTo>
                  <a:cubicBezTo>
                    <a:pt x="8040" y="18"/>
                    <a:pt x="8000" y="18"/>
                    <a:pt x="8000" y="18"/>
                  </a:cubicBezTo>
                  <a:cubicBezTo>
                    <a:pt x="8000" y="18"/>
                    <a:pt x="8000" y="18"/>
                    <a:pt x="8000" y="18"/>
                  </a:cubicBezTo>
                  <a:cubicBezTo>
                    <a:pt x="7960" y="18"/>
                    <a:pt x="7880" y="59"/>
                    <a:pt x="7880" y="59"/>
                  </a:cubicBezTo>
                  <a:cubicBezTo>
                    <a:pt x="7880" y="59"/>
                    <a:pt x="7880" y="59"/>
                    <a:pt x="7840" y="59"/>
                  </a:cubicBezTo>
                  <a:cubicBezTo>
                    <a:pt x="7840" y="59"/>
                    <a:pt x="7800" y="59"/>
                    <a:pt x="7800" y="59"/>
                  </a:cubicBezTo>
                  <a:cubicBezTo>
                    <a:pt x="7720" y="59"/>
                    <a:pt x="7640" y="99"/>
                    <a:pt x="7560" y="140"/>
                  </a:cubicBezTo>
                  <a:cubicBezTo>
                    <a:pt x="7520" y="180"/>
                    <a:pt x="7480" y="221"/>
                    <a:pt x="7440" y="261"/>
                  </a:cubicBezTo>
                  <a:cubicBezTo>
                    <a:pt x="7400" y="302"/>
                    <a:pt x="7360" y="342"/>
                    <a:pt x="7360" y="382"/>
                  </a:cubicBezTo>
                  <a:cubicBezTo>
                    <a:pt x="7320" y="463"/>
                    <a:pt x="7240" y="504"/>
                    <a:pt x="7200" y="585"/>
                  </a:cubicBezTo>
                  <a:cubicBezTo>
                    <a:pt x="7120" y="666"/>
                    <a:pt x="7080" y="747"/>
                    <a:pt x="7000" y="787"/>
                  </a:cubicBezTo>
                  <a:cubicBezTo>
                    <a:pt x="6960" y="868"/>
                    <a:pt x="6880" y="908"/>
                    <a:pt x="6840" y="989"/>
                  </a:cubicBezTo>
                  <a:cubicBezTo>
                    <a:pt x="6760" y="1070"/>
                    <a:pt x="6720" y="1111"/>
                    <a:pt x="6640" y="1191"/>
                  </a:cubicBezTo>
                  <a:cubicBezTo>
                    <a:pt x="6560" y="1272"/>
                    <a:pt x="6520" y="1313"/>
                    <a:pt x="6440" y="1394"/>
                  </a:cubicBezTo>
                  <a:cubicBezTo>
                    <a:pt x="6360" y="1475"/>
                    <a:pt x="6320" y="1556"/>
                    <a:pt x="6280" y="1636"/>
                  </a:cubicBezTo>
                  <a:cubicBezTo>
                    <a:pt x="6240" y="1717"/>
                    <a:pt x="6160" y="1798"/>
                    <a:pt x="6120" y="1839"/>
                  </a:cubicBezTo>
                  <a:cubicBezTo>
                    <a:pt x="6040" y="1920"/>
                    <a:pt x="6000" y="2000"/>
                    <a:pt x="5920" y="2041"/>
                  </a:cubicBezTo>
                  <a:cubicBezTo>
                    <a:pt x="5840" y="2122"/>
                    <a:pt x="5800" y="2162"/>
                    <a:pt x="5720" y="2243"/>
                  </a:cubicBezTo>
                  <a:cubicBezTo>
                    <a:pt x="5640" y="2324"/>
                    <a:pt x="5600" y="2365"/>
                    <a:pt x="5520" y="2445"/>
                  </a:cubicBezTo>
                  <a:cubicBezTo>
                    <a:pt x="5440" y="2526"/>
                    <a:pt x="5400" y="2607"/>
                    <a:pt x="5320" y="2688"/>
                  </a:cubicBezTo>
                  <a:cubicBezTo>
                    <a:pt x="5280" y="2769"/>
                    <a:pt x="5200" y="2850"/>
                    <a:pt x="5160" y="2890"/>
                  </a:cubicBezTo>
                  <a:cubicBezTo>
                    <a:pt x="5080" y="2971"/>
                    <a:pt x="5040" y="3052"/>
                    <a:pt x="4960" y="3093"/>
                  </a:cubicBezTo>
                  <a:cubicBezTo>
                    <a:pt x="4920" y="3174"/>
                    <a:pt x="4840" y="3214"/>
                    <a:pt x="4760" y="3295"/>
                  </a:cubicBezTo>
                  <a:cubicBezTo>
                    <a:pt x="4760" y="3295"/>
                    <a:pt x="4760" y="3295"/>
                    <a:pt x="4720" y="3335"/>
                  </a:cubicBezTo>
                  <a:cubicBezTo>
                    <a:pt x="4600" y="3416"/>
                    <a:pt x="4480" y="3538"/>
                    <a:pt x="4400" y="3618"/>
                  </a:cubicBezTo>
                  <a:cubicBezTo>
                    <a:pt x="4360" y="3659"/>
                    <a:pt x="4280" y="3740"/>
                    <a:pt x="4240" y="3780"/>
                  </a:cubicBezTo>
                  <a:cubicBezTo>
                    <a:pt x="4200" y="3821"/>
                    <a:pt x="4120" y="3902"/>
                    <a:pt x="4080" y="3942"/>
                  </a:cubicBezTo>
                  <a:cubicBezTo>
                    <a:pt x="4000" y="4063"/>
                    <a:pt x="3880" y="4185"/>
                    <a:pt x="3800" y="4306"/>
                  </a:cubicBezTo>
                  <a:cubicBezTo>
                    <a:pt x="3760" y="4347"/>
                    <a:pt x="3720" y="4427"/>
                    <a:pt x="3640" y="4468"/>
                  </a:cubicBezTo>
                  <a:cubicBezTo>
                    <a:pt x="3600" y="4508"/>
                    <a:pt x="3600" y="4508"/>
                    <a:pt x="3560" y="4549"/>
                  </a:cubicBezTo>
                  <a:cubicBezTo>
                    <a:pt x="3560" y="4549"/>
                    <a:pt x="3560" y="4549"/>
                    <a:pt x="3560" y="4549"/>
                  </a:cubicBezTo>
                  <a:cubicBezTo>
                    <a:pt x="3480" y="4630"/>
                    <a:pt x="3400" y="4711"/>
                    <a:pt x="3280" y="4791"/>
                  </a:cubicBezTo>
                  <a:cubicBezTo>
                    <a:pt x="3200" y="4832"/>
                    <a:pt x="3160" y="4913"/>
                    <a:pt x="3080" y="4953"/>
                  </a:cubicBezTo>
                  <a:cubicBezTo>
                    <a:pt x="3040" y="4994"/>
                    <a:pt x="3000" y="5034"/>
                    <a:pt x="2960" y="5075"/>
                  </a:cubicBezTo>
                  <a:cubicBezTo>
                    <a:pt x="2920" y="5115"/>
                    <a:pt x="2880" y="5156"/>
                    <a:pt x="2840" y="5196"/>
                  </a:cubicBezTo>
                  <a:cubicBezTo>
                    <a:pt x="2800" y="5236"/>
                    <a:pt x="2760" y="5277"/>
                    <a:pt x="2720" y="5317"/>
                  </a:cubicBezTo>
                  <a:cubicBezTo>
                    <a:pt x="2640" y="5439"/>
                    <a:pt x="2520" y="5560"/>
                    <a:pt x="2440" y="5681"/>
                  </a:cubicBezTo>
                  <a:cubicBezTo>
                    <a:pt x="2280" y="5803"/>
                    <a:pt x="2120" y="5924"/>
                    <a:pt x="1960" y="6045"/>
                  </a:cubicBezTo>
                  <a:cubicBezTo>
                    <a:pt x="1880" y="6126"/>
                    <a:pt x="1800" y="6167"/>
                    <a:pt x="1720" y="6248"/>
                  </a:cubicBezTo>
                  <a:cubicBezTo>
                    <a:pt x="1640" y="6329"/>
                    <a:pt x="1520" y="6409"/>
                    <a:pt x="1440" y="6490"/>
                  </a:cubicBezTo>
                  <a:cubicBezTo>
                    <a:pt x="1320" y="6652"/>
                    <a:pt x="1200" y="6814"/>
                    <a:pt x="1080" y="6976"/>
                  </a:cubicBezTo>
                  <a:cubicBezTo>
                    <a:pt x="1000" y="7057"/>
                    <a:pt x="960" y="7138"/>
                    <a:pt x="880" y="7259"/>
                  </a:cubicBezTo>
                  <a:cubicBezTo>
                    <a:pt x="840" y="7299"/>
                    <a:pt x="840" y="7340"/>
                    <a:pt x="800" y="7380"/>
                  </a:cubicBezTo>
                  <a:cubicBezTo>
                    <a:pt x="800" y="7421"/>
                    <a:pt x="760" y="7421"/>
                    <a:pt x="760" y="7461"/>
                  </a:cubicBezTo>
                  <a:cubicBezTo>
                    <a:pt x="760" y="7461"/>
                    <a:pt x="720" y="7502"/>
                    <a:pt x="720" y="7502"/>
                  </a:cubicBezTo>
                  <a:cubicBezTo>
                    <a:pt x="720" y="7542"/>
                    <a:pt x="680" y="7582"/>
                    <a:pt x="680" y="7582"/>
                  </a:cubicBezTo>
                  <a:cubicBezTo>
                    <a:pt x="640" y="7623"/>
                    <a:pt x="640" y="7623"/>
                    <a:pt x="600" y="7663"/>
                  </a:cubicBezTo>
                  <a:cubicBezTo>
                    <a:pt x="480" y="7785"/>
                    <a:pt x="320" y="7947"/>
                    <a:pt x="200" y="8068"/>
                  </a:cubicBezTo>
                  <a:cubicBezTo>
                    <a:pt x="200" y="8068"/>
                    <a:pt x="200" y="8068"/>
                    <a:pt x="200" y="8068"/>
                  </a:cubicBezTo>
                  <a:cubicBezTo>
                    <a:pt x="200" y="8068"/>
                    <a:pt x="200" y="8068"/>
                    <a:pt x="160" y="8108"/>
                  </a:cubicBezTo>
                  <a:cubicBezTo>
                    <a:pt x="160" y="8108"/>
                    <a:pt x="160" y="8108"/>
                    <a:pt x="160" y="8108"/>
                  </a:cubicBezTo>
                  <a:cubicBezTo>
                    <a:pt x="120" y="8149"/>
                    <a:pt x="120" y="8149"/>
                    <a:pt x="80" y="8189"/>
                  </a:cubicBezTo>
                  <a:cubicBezTo>
                    <a:pt x="40" y="8270"/>
                    <a:pt x="40" y="8311"/>
                    <a:pt x="40" y="8391"/>
                  </a:cubicBezTo>
                  <a:cubicBezTo>
                    <a:pt x="40" y="8391"/>
                    <a:pt x="40" y="8391"/>
                    <a:pt x="40" y="8391"/>
                  </a:cubicBezTo>
                  <a:cubicBezTo>
                    <a:pt x="40" y="8432"/>
                    <a:pt x="40" y="8432"/>
                    <a:pt x="0" y="8472"/>
                  </a:cubicBezTo>
                  <a:cubicBezTo>
                    <a:pt x="0" y="8472"/>
                    <a:pt x="0" y="8513"/>
                    <a:pt x="0" y="8513"/>
                  </a:cubicBezTo>
                  <a:cubicBezTo>
                    <a:pt x="0" y="8513"/>
                    <a:pt x="0" y="8513"/>
                    <a:pt x="0" y="8513"/>
                  </a:cubicBezTo>
                  <a:lnTo>
                    <a:pt x="0" y="8513"/>
                  </a:lnTo>
                  <a:cubicBezTo>
                    <a:pt x="0" y="8513"/>
                    <a:pt x="0" y="8553"/>
                    <a:pt x="0" y="8553"/>
                  </a:cubicBezTo>
                  <a:cubicBezTo>
                    <a:pt x="0" y="8594"/>
                    <a:pt x="0" y="8634"/>
                    <a:pt x="40" y="8634"/>
                  </a:cubicBezTo>
                  <a:cubicBezTo>
                    <a:pt x="40" y="8634"/>
                    <a:pt x="40" y="8634"/>
                    <a:pt x="40" y="8634"/>
                  </a:cubicBezTo>
                  <a:cubicBezTo>
                    <a:pt x="40" y="8958"/>
                    <a:pt x="40" y="9241"/>
                    <a:pt x="40" y="9565"/>
                  </a:cubicBezTo>
                  <a:cubicBezTo>
                    <a:pt x="40" y="10171"/>
                    <a:pt x="40" y="10778"/>
                    <a:pt x="40" y="11344"/>
                  </a:cubicBezTo>
                  <a:cubicBezTo>
                    <a:pt x="40" y="12558"/>
                    <a:pt x="40" y="13771"/>
                    <a:pt x="40" y="14985"/>
                  </a:cubicBezTo>
                  <a:cubicBezTo>
                    <a:pt x="40" y="15308"/>
                    <a:pt x="40" y="15591"/>
                    <a:pt x="40" y="15915"/>
                  </a:cubicBezTo>
                  <a:cubicBezTo>
                    <a:pt x="40" y="16077"/>
                    <a:pt x="160" y="16158"/>
                    <a:pt x="240" y="16279"/>
                  </a:cubicBezTo>
                  <a:cubicBezTo>
                    <a:pt x="280" y="16320"/>
                    <a:pt x="360" y="16400"/>
                    <a:pt x="400" y="16441"/>
                  </a:cubicBezTo>
                  <a:cubicBezTo>
                    <a:pt x="520" y="16562"/>
                    <a:pt x="640" y="16684"/>
                    <a:pt x="720" y="16765"/>
                  </a:cubicBezTo>
                  <a:cubicBezTo>
                    <a:pt x="1160" y="17209"/>
                    <a:pt x="1560" y="17614"/>
                    <a:pt x="2000" y="18059"/>
                  </a:cubicBezTo>
                  <a:cubicBezTo>
                    <a:pt x="2840" y="18908"/>
                    <a:pt x="3680" y="19758"/>
                    <a:pt x="4520" y="20607"/>
                  </a:cubicBezTo>
                  <a:cubicBezTo>
                    <a:pt x="4720" y="20809"/>
                    <a:pt x="4960" y="21052"/>
                    <a:pt x="5160" y="21254"/>
                  </a:cubicBezTo>
                  <a:cubicBezTo>
                    <a:pt x="5200" y="21295"/>
                    <a:pt x="5280" y="21376"/>
                    <a:pt x="5320" y="21416"/>
                  </a:cubicBezTo>
                  <a:cubicBezTo>
                    <a:pt x="5360" y="21457"/>
                    <a:pt x="5360" y="21457"/>
                    <a:pt x="5400" y="21497"/>
                  </a:cubicBezTo>
                  <a:cubicBezTo>
                    <a:pt x="5480" y="21578"/>
                    <a:pt x="5600" y="21578"/>
                    <a:pt x="5680" y="21578"/>
                  </a:cubicBezTo>
                  <a:cubicBezTo>
                    <a:pt x="5840" y="21578"/>
                    <a:pt x="6000" y="21578"/>
                    <a:pt x="6160" y="21578"/>
                  </a:cubicBezTo>
                  <a:cubicBezTo>
                    <a:pt x="6760" y="21578"/>
                    <a:pt x="7360" y="21578"/>
                    <a:pt x="8000" y="21578"/>
                  </a:cubicBezTo>
                  <a:cubicBezTo>
                    <a:pt x="9200" y="21578"/>
                    <a:pt x="10360" y="21578"/>
                    <a:pt x="11560" y="21578"/>
                  </a:cubicBezTo>
                  <a:cubicBezTo>
                    <a:pt x="11880" y="21578"/>
                    <a:pt x="12160" y="21578"/>
                    <a:pt x="12480" y="21578"/>
                  </a:cubicBezTo>
                  <a:cubicBezTo>
                    <a:pt x="12640" y="21578"/>
                    <a:pt x="12760" y="21578"/>
                    <a:pt x="12920" y="21578"/>
                  </a:cubicBezTo>
                  <a:cubicBezTo>
                    <a:pt x="13000" y="21578"/>
                    <a:pt x="13080" y="21578"/>
                    <a:pt x="13120" y="21578"/>
                  </a:cubicBezTo>
                  <a:cubicBezTo>
                    <a:pt x="13200" y="21578"/>
                    <a:pt x="13280" y="21538"/>
                    <a:pt x="13360" y="21497"/>
                  </a:cubicBezTo>
                  <a:cubicBezTo>
                    <a:pt x="13400" y="21457"/>
                    <a:pt x="13480" y="21416"/>
                    <a:pt x="13520" y="21335"/>
                  </a:cubicBezTo>
                  <a:cubicBezTo>
                    <a:pt x="13960" y="20890"/>
                    <a:pt x="14400" y="20445"/>
                    <a:pt x="14800" y="20041"/>
                  </a:cubicBezTo>
                  <a:cubicBezTo>
                    <a:pt x="15680" y="19151"/>
                    <a:pt x="16520" y="18302"/>
                    <a:pt x="17400" y="17412"/>
                  </a:cubicBezTo>
                  <a:cubicBezTo>
                    <a:pt x="17840" y="16967"/>
                    <a:pt x="18240" y="16562"/>
                    <a:pt x="18680" y="16117"/>
                  </a:cubicBezTo>
                  <a:cubicBezTo>
                    <a:pt x="18680" y="16117"/>
                    <a:pt x="18680" y="16117"/>
                    <a:pt x="18720" y="16077"/>
                  </a:cubicBezTo>
                  <a:cubicBezTo>
                    <a:pt x="18720" y="16077"/>
                    <a:pt x="18720" y="16077"/>
                    <a:pt x="18720" y="16077"/>
                  </a:cubicBezTo>
                  <a:cubicBezTo>
                    <a:pt x="18760" y="16036"/>
                    <a:pt x="18760" y="16036"/>
                    <a:pt x="18760" y="15996"/>
                  </a:cubicBezTo>
                  <a:cubicBezTo>
                    <a:pt x="18840" y="15915"/>
                    <a:pt x="18920" y="15834"/>
                    <a:pt x="19000" y="15753"/>
                  </a:cubicBezTo>
                  <a:cubicBezTo>
                    <a:pt x="19040" y="15713"/>
                    <a:pt x="19080" y="15672"/>
                    <a:pt x="19120" y="15632"/>
                  </a:cubicBezTo>
                  <a:cubicBezTo>
                    <a:pt x="19160" y="15591"/>
                    <a:pt x="19200" y="15551"/>
                    <a:pt x="19240" y="15551"/>
                  </a:cubicBezTo>
                  <a:cubicBezTo>
                    <a:pt x="19360" y="15430"/>
                    <a:pt x="19480" y="15349"/>
                    <a:pt x="19560" y="15227"/>
                  </a:cubicBezTo>
                  <a:cubicBezTo>
                    <a:pt x="19600" y="15187"/>
                    <a:pt x="19680" y="15106"/>
                    <a:pt x="19720" y="15066"/>
                  </a:cubicBezTo>
                  <a:cubicBezTo>
                    <a:pt x="19800" y="14985"/>
                    <a:pt x="19840" y="14944"/>
                    <a:pt x="19920" y="14863"/>
                  </a:cubicBezTo>
                  <a:cubicBezTo>
                    <a:pt x="19960" y="14823"/>
                    <a:pt x="20000" y="14782"/>
                    <a:pt x="20040" y="14742"/>
                  </a:cubicBezTo>
                  <a:cubicBezTo>
                    <a:pt x="20080" y="14702"/>
                    <a:pt x="20120" y="14661"/>
                    <a:pt x="20160" y="14621"/>
                  </a:cubicBezTo>
                  <a:cubicBezTo>
                    <a:pt x="20200" y="14580"/>
                    <a:pt x="20280" y="14540"/>
                    <a:pt x="20320" y="14499"/>
                  </a:cubicBezTo>
                  <a:cubicBezTo>
                    <a:pt x="20400" y="14459"/>
                    <a:pt x="20440" y="14378"/>
                    <a:pt x="20520" y="14338"/>
                  </a:cubicBezTo>
                  <a:cubicBezTo>
                    <a:pt x="20600" y="14297"/>
                    <a:pt x="20640" y="14216"/>
                    <a:pt x="20720" y="14176"/>
                  </a:cubicBezTo>
                  <a:cubicBezTo>
                    <a:pt x="20840" y="14054"/>
                    <a:pt x="21000" y="13933"/>
                    <a:pt x="21120" y="13812"/>
                  </a:cubicBezTo>
                  <a:cubicBezTo>
                    <a:pt x="21160" y="13771"/>
                    <a:pt x="21200" y="13690"/>
                    <a:pt x="21280" y="13609"/>
                  </a:cubicBezTo>
                  <a:cubicBezTo>
                    <a:pt x="21320" y="13569"/>
                    <a:pt x="21360" y="13488"/>
                    <a:pt x="21400" y="13448"/>
                  </a:cubicBezTo>
                  <a:cubicBezTo>
                    <a:pt x="21400" y="13407"/>
                    <a:pt x="21440" y="13326"/>
                    <a:pt x="21440" y="13326"/>
                  </a:cubicBezTo>
                  <a:cubicBezTo>
                    <a:pt x="21440" y="13326"/>
                    <a:pt x="21440" y="13286"/>
                    <a:pt x="21440" y="13286"/>
                  </a:cubicBezTo>
                  <a:cubicBezTo>
                    <a:pt x="21440" y="13245"/>
                    <a:pt x="21440" y="13165"/>
                    <a:pt x="21440" y="13124"/>
                  </a:cubicBezTo>
                  <a:cubicBezTo>
                    <a:pt x="21400" y="12922"/>
                    <a:pt x="21400" y="12760"/>
                    <a:pt x="21400" y="12558"/>
                  </a:cubicBezTo>
                  <a:cubicBezTo>
                    <a:pt x="21600" y="12356"/>
                    <a:pt x="21520" y="12153"/>
                    <a:pt x="21520" y="11991"/>
                  </a:cubicBezTo>
                  <a:close/>
                  <a:moveTo>
                    <a:pt x="18360" y="4185"/>
                  </a:moveTo>
                  <a:cubicBezTo>
                    <a:pt x="18360" y="4185"/>
                    <a:pt x="18360" y="4185"/>
                    <a:pt x="18360" y="4185"/>
                  </a:cubicBezTo>
                  <a:cubicBezTo>
                    <a:pt x="18440" y="4225"/>
                    <a:pt x="18480" y="4266"/>
                    <a:pt x="18560" y="4347"/>
                  </a:cubicBezTo>
                  <a:cubicBezTo>
                    <a:pt x="18640" y="4427"/>
                    <a:pt x="18720" y="4468"/>
                    <a:pt x="18800" y="4549"/>
                  </a:cubicBezTo>
                  <a:cubicBezTo>
                    <a:pt x="18840" y="4589"/>
                    <a:pt x="18880" y="4630"/>
                    <a:pt x="18920" y="4670"/>
                  </a:cubicBezTo>
                  <a:cubicBezTo>
                    <a:pt x="18960" y="4711"/>
                    <a:pt x="19000" y="4751"/>
                    <a:pt x="19040" y="4791"/>
                  </a:cubicBezTo>
                  <a:cubicBezTo>
                    <a:pt x="19000" y="4832"/>
                    <a:pt x="18960" y="4872"/>
                    <a:pt x="18960" y="4913"/>
                  </a:cubicBezTo>
                  <a:cubicBezTo>
                    <a:pt x="18920" y="4953"/>
                    <a:pt x="18880" y="5034"/>
                    <a:pt x="18800" y="5075"/>
                  </a:cubicBezTo>
                  <a:cubicBezTo>
                    <a:pt x="18800" y="5075"/>
                    <a:pt x="18760" y="5115"/>
                    <a:pt x="18760" y="5115"/>
                  </a:cubicBezTo>
                  <a:cubicBezTo>
                    <a:pt x="18720" y="5156"/>
                    <a:pt x="18680" y="5196"/>
                    <a:pt x="18680" y="5236"/>
                  </a:cubicBezTo>
                  <a:cubicBezTo>
                    <a:pt x="18640" y="5277"/>
                    <a:pt x="18600" y="5358"/>
                    <a:pt x="18560" y="5398"/>
                  </a:cubicBezTo>
                  <a:cubicBezTo>
                    <a:pt x="18520" y="5439"/>
                    <a:pt x="18480" y="5479"/>
                    <a:pt x="18440" y="5520"/>
                  </a:cubicBezTo>
                  <a:cubicBezTo>
                    <a:pt x="18400" y="5600"/>
                    <a:pt x="18320" y="5681"/>
                    <a:pt x="18280" y="5762"/>
                  </a:cubicBezTo>
                  <a:cubicBezTo>
                    <a:pt x="18200" y="5884"/>
                    <a:pt x="18120" y="6005"/>
                    <a:pt x="18040" y="6086"/>
                  </a:cubicBezTo>
                  <a:cubicBezTo>
                    <a:pt x="18000" y="6126"/>
                    <a:pt x="17960" y="6207"/>
                    <a:pt x="17920" y="6288"/>
                  </a:cubicBezTo>
                  <a:cubicBezTo>
                    <a:pt x="17880" y="6329"/>
                    <a:pt x="17840" y="6409"/>
                    <a:pt x="17800" y="6450"/>
                  </a:cubicBezTo>
                  <a:cubicBezTo>
                    <a:pt x="17760" y="6490"/>
                    <a:pt x="17720" y="6571"/>
                    <a:pt x="17680" y="6612"/>
                  </a:cubicBezTo>
                  <a:cubicBezTo>
                    <a:pt x="17680" y="6652"/>
                    <a:pt x="17640" y="6652"/>
                    <a:pt x="17640" y="6693"/>
                  </a:cubicBezTo>
                  <a:cubicBezTo>
                    <a:pt x="17400" y="6450"/>
                    <a:pt x="17160" y="6207"/>
                    <a:pt x="16880" y="5964"/>
                  </a:cubicBezTo>
                  <a:cubicBezTo>
                    <a:pt x="16880" y="5964"/>
                    <a:pt x="16920" y="5924"/>
                    <a:pt x="16920" y="5924"/>
                  </a:cubicBezTo>
                  <a:cubicBezTo>
                    <a:pt x="16960" y="5843"/>
                    <a:pt x="17040" y="5762"/>
                    <a:pt x="17080" y="5681"/>
                  </a:cubicBezTo>
                  <a:cubicBezTo>
                    <a:pt x="17160" y="5560"/>
                    <a:pt x="17280" y="5439"/>
                    <a:pt x="17360" y="5317"/>
                  </a:cubicBezTo>
                  <a:cubicBezTo>
                    <a:pt x="17440" y="5236"/>
                    <a:pt x="17480" y="5196"/>
                    <a:pt x="17560" y="5115"/>
                  </a:cubicBezTo>
                  <a:cubicBezTo>
                    <a:pt x="17600" y="5075"/>
                    <a:pt x="17640" y="5034"/>
                    <a:pt x="17680" y="4994"/>
                  </a:cubicBezTo>
                  <a:cubicBezTo>
                    <a:pt x="17720" y="4953"/>
                    <a:pt x="17760" y="4913"/>
                    <a:pt x="17760" y="4872"/>
                  </a:cubicBezTo>
                  <a:cubicBezTo>
                    <a:pt x="17760" y="4872"/>
                    <a:pt x="17800" y="4832"/>
                    <a:pt x="17800" y="4832"/>
                  </a:cubicBezTo>
                  <a:cubicBezTo>
                    <a:pt x="17840" y="4751"/>
                    <a:pt x="17920" y="4711"/>
                    <a:pt x="17960" y="4630"/>
                  </a:cubicBezTo>
                  <a:cubicBezTo>
                    <a:pt x="18040" y="4549"/>
                    <a:pt x="18120" y="4427"/>
                    <a:pt x="18200" y="4347"/>
                  </a:cubicBezTo>
                  <a:cubicBezTo>
                    <a:pt x="18280" y="4306"/>
                    <a:pt x="18320" y="4266"/>
                    <a:pt x="18360" y="4185"/>
                  </a:cubicBezTo>
                  <a:close/>
                  <a:moveTo>
                    <a:pt x="17480" y="3457"/>
                  </a:moveTo>
                  <a:cubicBezTo>
                    <a:pt x="17480" y="3457"/>
                    <a:pt x="17480" y="3457"/>
                    <a:pt x="17480" y="3457"/>
                  </a:cubicBezTo>
                  <a:cubicBezTo>
                    <a:pt x="17520" y="3457"/>
                    <a:pt x="17520" y="3457"/>
                    <a:pt x="17520" y="3457"/>
                  </a:cubicBezTo>
                  <a:cubicBezTo>
                    <a:pt x="17760" y="3659"/>
                    <a:pt x="17960" y="3861"/>
                    <a:pt x="18200" y="4063"/>
                  </a:cubicBezTo>
                  <a:cubicBezTo>
                    <a:pt x="18200" y="4063"/>
                    <a:pt x="18200" y="4063"/>
                    <a:pt x="18200" y="4063"/>
                  </a:cubicBezTo>
                  <a:cubicBezTo>
                    <a:pt x="18120" y="4185"/>
                    <a:pt x="18040" y="4266"/>
                    <a:pt x="17960" y="4387"/>
                  </a:cubicBezTo>
                  <a:cubicBezTo>
                    <a:pt x="17920" y="4427"/>
                    <a:pt x="17880" y="4468"/>
                    <a:pt x="17840" y="4549"/>
                  </a:cubicBezTo>
                  <a:cubicBezTo>
                    <a:pt x="17800" y="4630"/>
                    <a:pt x="17720" y="4670"/>
                    <a:pt x="17680" y="4751"/>
                  </a:cubicBezTo>
                  <a:cubicBezTo>
                    <a:pt x="17680" y="4751"/>
                    <a:pt x="17640" y="4791"/>
                    <a:pt x="17640" y="4791"/>
                  </a:cubicBezTo>
                  <a:cubicBezTo>
                    <a:pt x="17600" y="4832"/>
                    <a:pt x="17560" y="4872"/>
                    <a:pt x="17560" y="4913"/>
                  </a:cubicBezTo>
                  <a:cubicBezTo>
                    <a:pt x="17520" y="4953"/>
                    <a:pt x="17480" y="4994"/>
                    <a:pt x="17440" y="5034"/>
                  </a:cubicBezTo>
                  <a:cubicBezTo>
                    <a:pt x="17400" y="5115"/>
                    <a:pt x="17320" y="5156"/>
                    <a:pt x="17280" y="5236"/>
                  </a:cubicBezTo>
                  <a:cubicBezTo>
                    <a:pt x="17240" y="5277"/>
                    <a:pt x="17200" y="5317"/>
                    <a:pt x="17200" y="5358"/>
                  </a:cubicBezTo>
                  <a:cubicBezTo>
                    <a:pt x="17160" y="5439"/>
                    <a:pt x="17080" y="5520"/>
                    <a:pt x="17040" y="5600"/>
                  </a:cubicBezTo>
                  <a:cubicBezTo>
                    <a:pt x="17000" y="5681"/>
                    <a:pt x="16960" y="5762"/>
                    <a:pt x="16880" y="5884"/>
                  </a:cubicBezTo>
                  <a:cubicBezTo>
                    <a:pt x="16880" y="5884"/>
                    <a:pt x="16880" y="5924"/>
                    <a:pt x="16840" y="5924"/>
                  </a:cubicBezTo>
                  <a:cubicBezTo>
                    <a:pt x="16760" y="5843"/>
                    <a:pt x="16680" y="5762"/>
                    <a:pt x="16600" y="5681"/>
                  </a:cubicBezTo>
                  <a:cubicBezTo>
                    <a:pt x="16600" y="5681"/>
                    <a:pt x="16560" y="5641"/>
                    <a:pt x="16560" y="5641"/>
                  </a:cubicBezTo>
                  <a:cubicBezTo>
                    <a:pt x="16400" y="5479"/>
                    <a:pt x="16200" y="5277"/>
                    <a:pt x="16040" y="5115"/>
                  </a:cubicBezTo>
                  <a:cubicBezTo>
                    <a:pt x="16080" y="5075"/>
                    <a:pt x="16120" y="5034"/>
                    <a:pt x="16160" y="4994"/>
                  </a:cubicBezTo>
                  <a:cubicBezTo>
                    <a:pt x="16200" y="4953"/>
                    <a:pt x="16240" y="4913"/>
                    <a:pt x="16280" y="4872"/>
                  </a:cubicBezTo>
                  <a:cubicBezTo>
                    <a:pt x="16320" y="4832"/>
                    <a:pt x="16360" y="4791"/>
                    <a:pt x="16400" y="4751"/>
                  </a:cubicBezTo>
                  <a:cubicBezTo>
                    <a:pt x="16440" y="4711"/>
                    <a:pt x="16480" y="4670"/>
                    <a:pt x="16520" y="4630"/>
                  </a:cubicBezTo>
                  <a:cubicBezTo>
                    <a:pt x="16600" y="4549"/>
                    <a:pt x="16640" y="4468"/>
                    <a:pt x="16720" y="4387"/>
                  </a:cubicBezTo>
                  <a:cubicBezTo>
                    <a:pt x="16800" y="4266"/>
                    <a:pt x="16880" y="4185"/>
                    <a:pt x="16960" y="4063"/>
                  </a:cubicBezTo>
                  <a:cubicBezTo>
                    <a:pt x="17000" y="4023"/>
                    <a:pt x="17000" y="3983"/>
                    <a:pt x="17040" y="3983"/>
                  </a:cubicBezTo>
                  <a:cubicBezTo>
                    <a:pt x="17080" y="3942"/>
                    <a:pt x="17080" y="3902"/>
                    <a:pt x="17120" y="3902"/>
                  </a:cubicBezTo>
                  <a:cubicBezTo>
                    <a:pt x="17160" y="3861"/>
                    <a:pt x="17200" y="3780"/>
                    <a:pt x="17240" y="3740"/>
                  </a:cubicBezTo>
                  <a:cubicBezTo>
                    <a:pt x="17280" y="3659"/>
                    <a:pt x="17360" y="3618"/>
                    <a:pt x="17400" y="3538"/>
                  </a:cubicBezTo>
                  <a:cubicBezTo>
                    <a:pt x="17400" y="3497"/>
                    <a:pt x="17440" y="3457"/>
                    <a:pt x="17480" y="3457"/>
                  </a:cubicBezTo>
                  <a:close/>
                  <a:moveTo>
                    <a:pt x="16640" y="2931"/>
                  </a:moveTo>
                  <a:cubicBezTo>
                    <a:pt x="16680" y="2890"/>
                    <a:pt x="16680" y="2850"/>
                    <a:pt x="16720" y="2850"/>
                  </a:cubicBezTo>
                  <a:cubicBezTo>
                    <a:pt x="16720" y="2850"/>
                    <a:pt x="16720" y="2809"/>
                    <a:pt x="16760" y="2809"/>
                  </a:cubicBezTo>
                  <a:cubicBezTo>
                    <a:pt x="16760" y="2809"/>
                    <a:pt x="16760" y="2809"/>
                    <a:pt x="16760" y="2809"/>
                  </a:cubicBezTo>
                  <a:cubicBezTo>
                    <a:pt x="16800" y="2850"/>
                    <a:pt x="16800" y="2850"/>
                    <a:pt x="16840" y="2890"/>
                  </a:cubicBezTo>
                  <a:cubicBezTo>
                    <a:pt x="16880" y="2931"/>
                    <a:pt x="16960" y="3012"/>
                    <a:pt x="17040" y="3052"/>
                  </a:cubicBezTo>
                  <a:cubicBezTo>
                    <a:pt x="17080" y="3093"/>
                    <a:pt x="17160" y="3133"/>
                    <a:pt x="17200" y="3214"/>
                  </a:cubicBezTo>
                  <a:cubicBezTo>
                    <a:pt x="17240" y="3254"/>
                    <a:pt x="17280" y="3295"/>
                    <a:pt x="17360" y="3335"/>
                  </a:cubicBezTo>
                  <a:cubicBezTo>
                    <a:pt x="17320" y="3376"/>
                    <a:pt x="17320" y="3376"/>
                    <a:pt x="17280" y="3416"/>
                  </a:cubicBezTo>
                  <a:cubicBezTo>
                    <a:pt x="17240" y="3457"/>
                    <a:pt x="17200" y="3538"/>
                    <a:pt x="17120" y="3578"/>
                  </a:cubicBezTo>
                  <a:cubicBezTo>
                    <a:pt x="17080" y="3618"/>
                    <a:pt x="17080" y="3618"/>
                    <a:pt x="17040" y="3659"/>
                  </a:cubicBezTo>
                  <a:cubicBezTo>
                    <a:pt x="17000" y="3699"/>
                    <a:pt x="17000" y="3699"/>
                    <a:pt x="16960" y="3740"/>
                  </a:cubicBezTo>
                  <a:cubicBezTo>
                    <a:pt x="16920" y="3821"/>
                    <a:pt x="16880" y="3861"/>
                    <a:pt x="16840" y="3942"/>
                  </a:cubicBezTo>
                  <a:cubicBezTo>
                    <a:pt x="16720" y="4144"/>
                    <a:pt x="16600" y="4347"/>
                    <a:pt x="16480" y="4549"/>
                  </a:cubicBezTo>
                  <a:cubicBezTo>
                    <a:pt x="16400" y="4670"/>
                    <a:pt x="16320" y="4791"/>
                    <a:pt x="16240" y="4913"/>
                  </a:cubicBezTo>
                  <a:cubicBezTo>
                    <a:pt x="16200" y="4994"/>
                    <a:pt x="16120" y="5034"/>
                    <a:pt x="16080" y="5075"/>
                  </a:cubicBezTo>
                  <a:cubicBezTo>
                    <a:pt x="16080" y="5075"/>
                    <a:pt x="16040" y="5115"/>
                    <a:pt x="16040" y="5115"/>
                  </a:cubicBezTo>
                  <a:cubicBezTo>
                    <a:pt x="15840" y="4913"/>
                    <a:pt x="15640" y="4711"/>
                    <a:pt x="15440" y="4508"/>
                  </a:cubicBezTo>
                  <a:cubicBezTo>
                    <a:pt x="15440" y="4508"/>
                    <a:pt x="15440" y="4468"/>
                    <a:pt x="15480" y="4468"/>
                  </a:cubicBezTo>
                  <a:cubicBezTo>
                    <a:pt x="15480" y="4427"/>
                    <a:pt x="15520" y="4427"/>
                    <a:pt x="15520" y="4387"/>
                  </a:cubicBezTo>
                  <a:cubicBezTo>
                    <a:pt x="15560" y="4347"/>
                    <a:pt x="15560" y="4306"/>
                    <a:pt x="15600" y="4266"/>
                  </a:cubicBezTo>
                  <a:cubicBezTo>
                    <a:pt x="15680" y="4144"/>
                    <a:pt x="15760" y="4023"/>
                    <a:pt x="15880" y="3942"/>
                  </a:cubicBezTo>
                  <a:cubicBezTo>
                    <a:pt x="16000" y="3821"/>
                    <a:pt x="16120" y="3699"/>
                    <a:pt x="16200" y="3618"/>
                  </a:cubicBezTo>
                  <a:cubicBezTo>
                    <a:pt x="16240" y="3578"/>
                    <a:pt x="16280" y="3538"/>
                    <a:pt x="16320" y="3457"/>
                  </a:cubicBezTo>
                  <a:cubicBezTo>
                    <a:pt x="16360" y="3416"/>
                    <a:pt x="16400" y="3376"/>
                    <a:pt x="16440" y="3295"/>
                  </a:cubicBezTo>
                  <a:cubicBezTo>
                    <a:pt x="16480" y="3254"/>
                    <a:pt x="16480" y="3254"/>
                    <a:pt x="16520" y="3214"/>
                  </a:cubicBezTo>
                  <a:cubicBezTo>
                    <a:pt x="16520" y="3214"/>
                    <a:pt x="16520" y="3214"/>
                    <a:pt x="16560" y="3174"/>
                  </a:cubicBezTo>
                  <a:cubicBezTo>
                    <a:pt x="16560" y="3174"/>
                    <a:pt x="16600" y="3133"/>
                    <a:pt x="16600" y="3133"/>
                  </a:cubicBezTo>
                  <a:cubicBezTo>
                    <a:pt x="16560" y="3052"/>
                    <a:pt x="16600" y="3012"/>
                    <a:pt x="16640" y="2931"/>
                  </a:cubicBezTo>
                  <a:close/>
                  <a:moveTo>
                    <a:pt x="16080" y="2041"/>
                  </a:moveTo>
                  <a:cubicBezTo>
                    <a:pt x="16080" y="2041"/>
                    <a:pt x="16080" y="2041"/>
                    <a:pt x="16080" y="2041"/>
                  </a:cubicBezTo>
                  <a:cubicBezTo>
                    <a:pt x="16040" y="2041"/>
                    <a:pt x="16040" y="2041"/>
                    <a:pt x="16080" y="2041"/>
                  </a:cubicBezTo>
                  <a:cubicBezTo>
                    <a:pt x="16040" y="2041"/>
                    <a:pt x="16040" y="2041"/>
                    <a:pt x="16080" y="2041"/>
                  </a:cubicBezTo>
                  <a:close/>
                  <a:moveTo>
                    <a:pt x="16000" y="2122"/>
                  </a:moveTo>
                  <a:cubicBezTo>
                    <a:pt x="16040" y="2081"/>
                    <a:pt x="16040" y="2081"/>
                    <a:pt x="16080" y="2041"/>
                  </a:cubicBezTo>
                  <a:cubicBezTo>
                    <a:pt x="16120" y="2081"/>
                    <a:pt x="16120" y="2081"/>
                    <a:pt x="16160" y="2122"/>
                  </a:cubicBezTo>
                  <a:cubicBezTo>
                    <a:pt x="16160" y="2122"/>
                    <a:pt x="16200" y="2162"/>
                    <a:pt x="16200" y="2162"/>
                  </a:cubicBezTo>
                  <a:cubicBezTo>
                    <a:pt x="16280" y="2284"/>
                    <a:pt x="16400" y="2365"/>
                    <a:pt x="16480" y="2486"/>
                  </a:cubicBezTo>
                  <a:cubicBezTo>
                    <a:pt x="16520" y="2526"/>
                    <a:pt x="16560" y="2607"/>
                    <a:pt x="16640" y="2648"/>
                  </a:cubicBezTo>
                  <a:cubicBezTo>
                    <a:pt x="16640" y="2648"/>
                    <a:pt x="16600" y="2688"/>
                    <a:pt x="16600" y="2688"/>
                  </a:cubicBezTo>
                  <a:cubicBezTo>
                    <a:pt x="16600" y="2688"/>
                    <a:pt x="16560" y="2729"/>
                    <a:pt x="16560" y="2729"/>
                  </a:cubicBezTo>
                  <a:cubicBezTo>
                    <a:pt x="16560" y="2729"/>
                    <a:pt x="16560" y="2769"/>
                    <a:pt x="16520" y="2769"/>
                  </a:cubicBezTo>
                  <a:cubicBezTo>
                    <a:pt x="16520" y="2769"/>
                    <a:pt x="16480" y="2809"/>
                    <a:pt x="16480" y="2809"/>
                  </a:cubicBezTo>
                  <a:cubicBezTo>
                    <a:pt x="16440" y="2850"/>
                    <a:pt x="16400" y="2931"/>
                    <a:pt x="16360" y="2971"/>
                  </a:cubicBezTo>
                  <a:cubicBezTo>
                    <a:pt x="16360" y="3012"/>
                    <a:pt x="16320" y="3012"/>
                    <a:pt x="16320" y="3052"/>
                  </a:cubicBezTo>
                  <a:cubicBezTo>
                    <a:pt x="16320" y="3093"/>
                    <a:pt x="16280" y="3093"/>
                    <a:pt x="16280" y="3133"/>
                  </a:cubicBezTo>
                  <a:cubicBezTo>
                    <a:pt x="16280" y="3174"/>
                    <a:pt x="16240" y="3174"/>
                    <a:pt x="16240" y="3214"/>
                  </a:cubicBezTo>
                  <a:cubicBezTo>
                    <a:pt x="16200" y="3254"/>
                    <a:pt x="16200" y="3295"/>
                    <a:pt x="16160" y="3335"/>
                  </a:cubicBezTo>
                  <a:cubicBezTo>
                    <a:pt x="16120" y="3376"/>
                    <a:pt x="16080" y="3416"/>
                    <a:pt x="16040" y="3497"/>
                  </a:cubicBezTo>
                  <a:cubicBezTo>
                    <a:pt x="16000" y="3538"/>
                    <a:pt x="15960" y="3578"/>
                    <a:pt x="15920" y="3618"/>
                  </a:cubicBezTo>
                  <a:cubicBezTo>
                    <a:pt x="15880" y="3699"/>
                    <a:pt x="15800" y="3740"/>
                    <a:pt x="15760" y="3821"/>
                  </a:cubicBezTo>
                  <a:cubicBezTo>
                    <a:pt x="15720" y="3902"/>
                    <a:pt x="15640" y="3983"/>
                    <a:pt x="15600" y="4063"/>
                  </a:cubicBezTo>
                  <a:cubicBezTo>
                    <a:pt x="15560" y="4104"/>
                    <a:pt x="15560" y="4144"/>
                    <a:pt x="15520" y="4185"/>
                  </a:cubicBezTo>
                  <a:cubicBezTo>
                    <a:pt x="15520" y="4225"/>
                    <a:pt x="15480" y="4225"/>
                    <a:pt x="15480" y="4266"/>
                  </a:cubicBezTo>
                  <a:cubicBezTo>
                    <a:pt x="15440" y="4347"/>
                    <a:pt x="15400" y="4387"/>
                    <a:pt x="15360" y="4468"/>
                  </a:cubicBezTo>
                  <a:cubicBezTo>
                    <a:pt x="15360" y="4468"/>
                    <a:pt x="15360" y="4508"/>
                    <a:pt x="15360" y="4508"/>
                  </a:cubicBezTo>
                  <a:cubicBezTo>
                    <a:pt x="15320" y="4468"/>
                    <a:pt x="15320" y="4468"/>
                    <a:pt x="15280" y="4427"/>
                  </a:cubicBezTo>
                  <a:cubicBezTo>
                    <a:pt x="15160" y="4306"/>
                    <a:pt x="15040" y="4185"/>
                    <a:pt x="14920" y="4063"/>
                  </a:cubicBezTo>
                  <a:cubicBezTo>
                    <a:pt x="14920" y="4063"/>
                    <a:pt x="14920" y="4063"/>
                    <a:pt x="14920" y="4063"/>
                  </a:cubicBezTo>
                  <a:cubicBezTo>
                    <a:pt x="14800" y="3942"/>
                    <a:pt x="14720" y="3861"/>
                    <a:pt x="14600" y="3740"/>
                  </a:cubicBezTo>
                  <a:cubicBezTo>
                    <a:pt x="14640" y="3699"/>
                    <a:pt x="14680" y="3659"/>
                    <a:pt x="14760" y="3618"/>
                  </a:cubicBezTo>
                  <a:cubicBezTo>
                    <a:pt x="14760" y="3618"/>
                    <a:pt x="14800" y="3578"/>
                    <a:pt x="14800" y="3578"/>
                  </a:cubicBezTo>
                  <a:cubicBezTo>
                    <a:pt x="14840" y="3538"/>
                    <a:pt x="14880" y="3497"/>
                    <a:pt x="14880" y="3457"/>
                  </a:cubicBezTo>
                  <a:cubicBezTo>
                    <a:pt x="14920" y="3416"/>
                    <a:pt x="14920" y="3416"/>
                    <a:pt x="14960" y="3376"/>
                  </a:cubicBezTo>
                  <a:cubicBezTo>
                    <a:pt x="14960" y="3376"/>
                    <a:pt x="15000" y="3335"/>
                    <a:pt x="15000" y="3335"/>
                  </a:cubicBezTo>
                  <a:cubicBezTo>
                    <a:pt x="15040" y="3295"/>
                    <a:pt x="15080" y="3214"/>
                    <a:pt x="15160" y="3174"/>
                  </a:cubicBezTo>
                  <a:cubicBezTo>
                    <a:pt x="15200" y="3133"/>
                    <a:pt x="15240" y="3052"/>
                    <a:pt x="15320" y="3012"/>
                  </a:cubicBezTo>
                  <a:cubicBezTo>
                    <a:pt x="15400" y="2931"/>
                    <a:pt x="15480" y="2850"/>
                    <a:pt x="15560" y="2729"/>
                  </a:cubicBezTo>
                  <a:cubicBezTo>
                    <a:pt x="15640" y="2607"/>
                    <a:pt x="15720" y="2526"/>
                    <a:pt x="15840" y="2405"/>
                  </a:cubicBezTo>
                  <a:cubicBezTo>
                    <a:pt x="15880" y="2365"/>
                    <a:pt x="15920" y="2324"/>
                    <a:pt x="15960" y="2243"/>
                  </a:cubicBezTo>
                  <a:cubicBezTo>
                    <a:pt x="15920" y="2162"/>
                    <a:pt x="15960" y="2122"/>
                    <a:pt x="16000" y="2122"/>
                  </a:cubicBezTo>
                  <a:close/>
                  <a:moveTo>
                    <a:pt x="14320" y="2243"/>
                  </a:moveTo>
                  <a:cubicBezTo>
                    <a:pt x="14400" y="2122"/>
                    <a:pt x="14480" y="2000"/>
                    <a:pt x="14600" y="1879"/>
                  </a:cubicBezTo>
                  <a:cubicBezTo>
                    <a:pt x="14720" y="1717"/>
                    <a:pt x="14880" y="1556"/>
                    <a:pt x="15040" y="1394"/>
                  </a:cubicBezTo>
                  <a:cubicBezTo>
                    <a:pt x="15080" y="1353"/>
                    <a:pt x="15120" y="1313"/>
                    <a:pt x="15200" y="1272"/>
                  </a:cubicBezTo>
                  <a:cubicBezTo>
                    <a:pt x="15240" y="1313"/>
                    <a:pt x="15280" y="1353"/>
                    <a:pt x="15320" y="1394"/>
                  </a:cubicBezTo>
                  <a:cubicBezTo>
                    <a:pt x="15360" y="1434"/>
                    <a:pt x="15400" y="1475"/>
                    <a:pt x="15480" y="1515"/>
                  </a:cubicBezTo>
                  <a:cubicBezTo>
                    <a:pt x="15520" y="1556"/>
                    <a:pt x="15600" y="1596"/>
                    <a:pt x="15640" y="1636"/>
                  </a:cubicBezTo>
                  <a:cubicBezTo>
                    <a:pt x="15760" y="1717"/>
                    <a:pt x="15840" y="1798"/>
                    <a:pt x="15960" y="1879"/>
                  </a:cubicBezTo>
                  <a:cubicBezTo>
                    <a:pt x="15960" y="1879"/>
                    <a:pt x="15920" y="1879"/>
                    <a:pt x="15920" y="1920"/>
                  </a:cubicBezTo>
                  <a:cubicBezTo>
                    <a:pt x="15920" y="1920"/>
                    <a:pt x="15920" y="1920"/>
                    <a:pt x="15880" y="1960"/>
                  </a:cubicBezTo>
                  <a:cubicBezTo>
                    <a:pt x="15840" y="2000"/>
                    <a:pt x="15840" y="2000"/>
                    <a:pt x="15800" y="2041"/>
                  </a:cubicBezTo>
                  <a:cubicBezTo>
                    <a:pt x="15760" y="2081"/>
                    <a:pt x="15720" y="2162"/>
                    <a:pt x="15680" y="2203"/>
                  </a:cubicBezTo>
                  <a:cubicBezTo>
                    <a:pt x="15600" y="2324"/>
                    <a:pt x="15520" y="2405"/>
                    <a:pt x="15440" y="2526"/>
                  </a:cubicBezTo>
                  <a:cubicBezTo>
                    <a:pt x="15360" y="2607"/>
                    <a:pt x="15280" y="2729"/>
                    <a:pt x="15240" y="2809"/>
                  </a:cubicBezTo>
                  <a:cubicBezTo>
                    <a:pt x="15200" y="2890"/>
                    <a:pt x="15160" y="2931"/>
                    <a:pt x="15120" y="3012"/>
                  </a:cubicBezTo>
                  <a:cubicBezTo>
                    <a:pt x="15080" y="3052"/>
                    <a:pt x="15040" y="3093"/>
                    <a:pt x="15000" y="3174"/>
                  </a:cubicBezTo>
                  <a:cubicBezTo>
                    <a:pt x="14960" y="3214"/>
                    <a:pt x="14920" y="3254"/>
                    <a:pt x="14920" y="3295"/>
                  </a:cubicBezTo>
                  <a:cubicBezTo>
                    <a:pt x="14880" y="3376"/>
                    <a:pt x="14800" y="3416"/>
                    <a:pt x="14760" y="3497"/>
                  </a:cubicBezTo>
                  <a:cubicBezTo>
                    <a:pt x="14720" y="3538"/>
                    <a:pt x="14680" y="3578"/>
                    <a:pt x="14640" y="3618"/>
                  </a:cubicBezTo>
                  <a:cubicBezTo>
                    <a:pt x="14640" y="3618"/>
                    <a:pt x="14640" y="3618"/>
                    <a:pt x="14640" y="3618"/>
                  </a:cubicBezTo>
                  <a:cubicBezTo>
                    <a:pt x="14520" y="3497"/>
                    <a:pt x="14360" y="3335"/>
                    <a:pt x="14240" y="3214"/>
                  </a:cubicBezTo>
                  <a:cubicBezTo>
                    <a:pt x="14160" y="3133"/>
                    <a:pt x="14040" y="3012"/>
                    <a:pt x="13960" y="2931"/>
                  </a:cubicBezTo>
                  <a:cubicBezTo>
                    <a:pt x="13920" y="2890"/>
                    <a:pt x="13880" y="2850"/>
                    <a:pt x="13880" y="2850"/>
                  </a:cubicBezTo>
                  <a:cubicBezTo>
                    <a:pt x="13920" y="2809"/>
                    <a:pt x="13960" y="2809"/>
                    <a:pt x="14000" y="2769"/>
                  </a:cubicBezTo>
                  <a:cubicBezTo>
                    <a:pt x="14040" y="2729"/>
                    <a:pt x="14120" y="2648"/>
                    <a:pt x="14160" y="2607"/>
                  </a:cubicBezTo>
                  <a:cubicBezTo>
                    <a:pt x="14200" y="2567"/>
                    <a:pt x="14240" y="2526"/>
                    <a:pt x="14280" y="2486"/>
                  </a:cubicBezTo>
                  <a:cubicBezTo>
                    <a:pt x="14240" y="2365"/>
                    <a:pt x="14280" y="2324"/>
                    <a:pt x="14320" y="2243"/>
                  </a:cubicBezTo>
                  <a:close/>
                  <a:moveTo>
                    <a:pt x="13160" y="1232"/>
                  </a:moveTo>
                  <a:cubicBezTo>
                    <a:pt x="13200" y="1232"/>
                    <a:pt x="13200" y="1191"/>
                    <a:pt x="13240" y="1191"/>
                  </a:cubicBezTo>
                  <a:cubicBezTo>
                    <a:pt x="13240" y="1191"/>
                    <a:pt x="13280" y="1151"/>
                    <a:pt x="13280" y="1151"/>
                  </a:cubicBezTo>
                  <a:cubicBezTo>
                    <a:pt x="13280" y="1151"/>
                    <a:pt x="13280" y="1151"/>
                    <a:pt x="13320" y="1111"/>
                  </a:cubicBezTo>
                  <a:cubicBezTo>
                    <a:pt x="13320" y="1111"/>
                    <a:pt x="13320" y="1070"/>
                    <a:pt x="13360" y="1070"/>
                  </a:cubicBezTo>
                  <a:cubicBezTo>
                    <a:pt x="13520" y="1070"/>
                    <a:pt x="13640" y="1070"/>
                    <a:pt x="13800" y="1070"/>
                  </a:cubicBezTo>
                  <a:cubicBezTo>
                    <a:pt x="13920" y="1070"/>
                    <a:pt x="14040" y="1070"/>
                    <a:pt x="14160" y="1111"/>
                  </a:cubicBezTo>
                  <a:cubicBezTo>
                    <a:pt x="14040" y="1272"/>
                    <a:pt x="13880" y="1434"/>
                    <a:pt x="13800" y="1596"/>
                  </a:cubicBezTo>
                  <a:cubicBezTo>
                    <a:pt x="13720" y="1717"/>
                    <a:pt x="13640" y="1839"/>
                    <a:pt x="13560" y="1960"/>
                  </a:cubicBezTo>
                  <a:cubicBezTo>
                    <a:pt x="13520" y="2000"/>
                    <a:pt x="13480" y="2081"/>
                    <a:pt x="13440" y="2122"/>
                  </a:cubicBezTo>
                  <a:cubicBezTo>
                    <a:pt x="13400" y="2203"/>
                    <a:pt x="13360" y="2284"/>
                    <a:pt x="13320" y="2365"/>
                  </a:cubicBezTo>
                  <a:cubicBezTo>
                    <a:pt x="13280" y="2445"/>
                    <a:pt x="13280" y="2486"/>
                    <a:pt x="13280" y="2567"/>
                  </a:cubicBezTo>
                  <a:cubicBezTo>
                    <a:pt x="13280" y="2567"/>
                    <a:pt x="13280" y="2567"/>
                    <a:pt x="13240" y="2607"/>
                  </a:cubicBezTo>
                  <a:cubicBezTo>
                    <a:pt x="13200" y="2607"/>
                    <a:pt x="13200" y="2607"/>
                    <a:pt x="13160" y="2607"/>
                  </a:cubicBezTo>
                  <a:cubicBezTo>
                    <a:pt x="13080" y="2607"/>
                    <a:pt x="13000" y="2607"/>
                    <a:pt x="12960" y="2607"/>
                  </a:cubicBezTo>
                  <a:cubicBezTo>
                    <a:pt x="12800" y="2607"/>
                    <a:pt x="12640" y="2607"/>
                    <a:pt x="12480" y="2607"/>
                  </a:cubicBezTo>
                  <a:cubicBezTo>
                    <a:pt x="12280" y="2607"/>
                    <a:pt x="12120" y="2607"/>
                    <a:pt x="11920" y="2607"/>
                  </a:cubicBezTo>
                  <a:cubicBezTo>
                    <a:pt x="11920" y="2607"/>
                    <a:pt x="11920" y="2607"/>
                    <a:pt x="11960" y="2567"/>
                  </a:cubicBezTo>
                  <a:cubicBezTo>
                    <a:pt x="12040" y="2486"/>
                    <a:pt x="12120" y="2365"/>
                    <a:pt x="12200" y="2284"/>
                  </a:cubicBezTo>
                  <a:cubicBezTo>
                    <a:pt x="12280" y="2162"/>
                    <a:pt x="12400" y="2081"/>
                    <a:pt x="12480" y="1960"/>
                  </a:cubicBezTo>
                  <a:cubicBezTo>
                    <a:pt x="12560" y="1879"/>
                    <a:pt x="12640" y="1758"/>
                    <a:pt x="12720" y="1677"/>
                  </a:cubicBezTo>
                  <a:cubicBezTo>
                    <a:pt x="12720" y="1636"/>
                    <a:pt x="12760" y="1636"/>
                    <a:pt x="12760" y="1596"/>
                  </a:cubicBezTo>
                  <a:cubicBezTo>
                    <a:pt x="12800" y="1556"/>
                    <a:pt x="12800" y="1515"/>
                    <a:pt x="12840" y="1515"/>
                  </a:cubicBezTo>
                  <a:cubicBezTo>
                    <a:pt x="12880" y="1475"/>
                    <a:pt x="12920" y="1434"/>
                    <a:pt x="12960" y="1394"/>
                  </a:cubicBezTo>
                  <a:cubicBezTo>
                    <a:pt x="13040" y="1313"/>
                    <a:pt x="13120" y="1272"/>
                    <a:pt x="13160" y="1232"/>
                  </a:cubicBezTo>
                  <a:close/>
                  <a:moveTo>
                    <a:pt x="11760" y="908"/>
                  </a:moveTo>
                  <a:cubicBezTo>
                    <a:pt x="11760" y="908"/>
                    <a:pt x="11760" y="908"/>
                    <a:pt x="11760" y="908"/>
                  </a:cubicBezTo>
                  <a:cubicBezTo>
                    <a:pt x="11800" y="868"/>
                    <a:pt x="11800" y="868"/>
                    <a:pt x="11800" y="868"/>
                  </a:cubicBezTo>
                  <a:cubicBezTo>
                    <a:pt x="11880" y="868"/>
                    <a:pt x="11960" y="908"/>
                    <a:pt x="12080" y="908"/>
                  </a:cubicBezTo>
                  <a:cubicBezTo>
                    <a:pt x="12160" y="908"/>
                    <a:pt x="12280" y="949"/>
                    <a:pt x="12360" y="949"/>
                  </a:cubicBezTo>
                  <a:cubicBezTo>
                    <a:pt x="12440" y="949"/>
                    <a:pt x="12560" y="949"/>
                    <a:pt x="12640" y="989"/>
                  </a:cubicBezTo>
                  <a:cubicBezTo>
                    <a:pt x="12800" y="989"/>
                    <a:pt x="12920" y="1030"/>
                    <a:pt x="13080" y="1030"/>
                  </a:cubicBezTo>
                  <a:cubicBezTo>
                    <a:pt x="13080" y="1030"/>
                    <a:pt x="13040" y="1070"/>
                    <a:pt x="13040" y="1070"/>
                  </a:cubicBezTo>
                  <a:cubicBezTo>
                    <a:pt x="13000" y="1111"/>
                    <a:pt x="12960" y="1151"/>
                    <a:pt x="12920" y="1232"/>
                  </a:cubicBezTo>
                  <a:cubicBezTo>
                    <a:pt x="12880" y="1272"/>
                    <a:pt x="12840" y="1313"/>
                    <a:pt x="12800" y="1353"/>
                  </a:cubicBezTo>
                  <a:cubicBezTo>
                    <a:pt x="12760" y="1394"/>
                    <a:pt x="12760" y="1394"/>
                    <a:pt x="12760" y="1434"/>
                  </a:cubicBezTo>
                  <a:cubicBezTo>
                    <a:pt x="12720" y="1475"/>
                    <a:pt x="12720" y="1515"/>
                    <a:pt x="12680" y="1515"/>
                  </a:cubicBezTo>
                  <a:cubicBezTo>
                    <a:pt x="12680" y="1515"/>
                    <a:pt x="12640" y="1556"/>
                    <a:pt x="12640" y="1556"/>
                  </a:cubicBezTo>
                  <a:cubicBezTo>
                    <a:pt x="12600" y="1596"/>
                    <a:pt x="12600" y="1636"/>
                    <a:pt x="12560" y="1677"/>
                  </a:cubicBezTo>
                  <a:cubicBezTo>
                    <a:pt x="12520" y="1717"/>
                    <a:pt x="12480" y="1758"/>
                    <a:pt x="12480" y="1798"/>
                  </a:cubicBezTo>
                  <a:cubicBezTo>
                    <a:pt x="12400" y="1920"/>
                    <a:pt x="12320" y="2041"/>
                    <a:pt x="12240" y="2162"/>
                  </a:cubicBezTo>
                  <a:cubicBezTo>
                    <a:pt x="12160" y="2284"/>
                    <a:pt x="12080" y="2365"/>
                    <a:pt x="12000" y="2486"/>
                  </a:cubicBezTo>
                  <a:cubicBezTo>
                    <a:pt x="12000" y="2526"/>
                    <a:pt x="11960" y="2526"/>
                    <a:pt x="11960" y="2567"/>
                  </a:cubicBezTo>
                  <a:cubicBezTo>
                    <a:pt x="11600" y="2567"/>
                    <a:pt x="11240" y="2567"/>
                    <a:pt x="10880" y="2567"/>
                  </a:cubicBezTo>
                  <a:cubicBezTo>
                    <a:pt x="10720" y="2567"/>
                    <a:pt x="10560" y="2567"/>
                    <a:pt x="10440" y="2567"/>
                  </a:cubicBezTo>
                  <a:cubicBezTo>
                    <a:pt x="10440" y="2567"/>
                    <a:pt x="10440" y="2567"/>
                    <a:pt x="10440" y="2567"/>
                  </a:cubicBezTo>
                  <a:cubicBezTo>
                    <a:pt x="10480" y="2526"/>
                    <a:pt x="10520" y="2486"/>
                    <a:pt x="10520" y="2405"/>
                  </a:cubicBezTo>
                  <a:cubicBezTo>
                    <a:pt x="10520" y="2365"/>
                    <a:pt x="10560" y="2365"/>
                    <a:pt x="10560" y="2324"/>
                  </a:cubicBezTo>
                  <a:cubicBezTo>
                    <a:pt x="10600" y="2284"/>
                    <a:pt x="10600" y="2243"/>
                    <a:pt x="10640" y="2203"/>
                  </a:cubicBezTo>
                  <a:cubicBezTo>
                    <a:pt x="10760" y="2041"/>
                    <a:pt x="10920" y="1879"/>
                    <a:pt x="11040" y="1758"/>
                  </a:cubicBezTo>
                  <a:cubicBezTo>
                    <a:pt x="11120" y="1677"/>
                    <a:pt x="11200" y="1596"/>
                    <a:pt x="11280" y="1515"/>
                  </a:cubicBezTo>
                  <a:cubicBezTo>
                    <a:pt x="11360" y="1434"/>
                    <a:pt x="11400" y="1353"/>
                    <a:pt x="11480" y="1272"/>
                  </a:cubicBezTo>
                  <a:cubicBezTo>
                    <a:pt x="11560" y="1191"/>
                    <a:pt x="11640" y="1111"/>
                    <a:pt x="11680" y="1030"/>
                  </a:cubicBezTo>
                  <a:cubicBezTo>
                    <a:pt x="11680" y="989"/>
                    <a:pt x="11720" y="949"/>
                    <a:pt x="11760" y="908"/>
                  </a:cubicBezTo>
                  <a:close/>
                  <a:moveTo>
                    <a:pt x="10520" y="949"/>
                  </a:moveTo>
                  <a:cubicBezTo>
                    <a:pt x="10560" y="908"/>
                    <a:pt x="10560" y="908"/>
                    <a:pt x="10600" y="868"/>
                  </a:cubicBezTo>
                  <a:cubicBezTo>
                    <a:pt x="10600" y="868"/>
                    <a:pt x="10600" y="827"/>
                    <a:pt x="10640" y="827"/>
                  </a:cubicBezTo>
                  <a:cubicBezTo>
                    <a:pt x="10640" y="827"/>
                    <a:pt x="10640" y="827"/>
                    <a:pt x="10640" y="827"/>
                  </a:cubicBezTo>
                  <a:cubicBezTo>
                    <a:pt x="10960" y="827"/>
                    <a:pt x="11280" y="868"/>
                    <a:pt x="11560" y="868"/>
                  </a:cubicBezTo>
                  <a:cubicBezTo>
                    <a:pt x="11560" y="868"/>
                    <a:pt x="11560" y="868"/>
                    <a:pt x="11600" y="868"/>
                  </a:cubicBezTo>
                  <a:cubicBezTo>
                    <a:pt x="11600" y="868"/>
                    <a:pt x="11560" y="908"/>
                    <a:pt x="11560" y="908"/>
                  </a:cubicBezTo>
                  <a:cubicBezTo>
                    <a:pt x="11480" y="989"/>
                    <a:pt x="11440" y="1070"/>
                    <a:pt x="11360" y="1151"/>
                  </a:cubicBezTo>
                  <a:cubicBezTo>
                    <a:pt x="11280" y="1232"/>
                    <a:pt x="11240" y="1313"/>
                    <a:pt x="11160" y="1394"/>
                  </a:cubicBezTo>
                  <a:cubicBezTo>
                    <a:pt x="11080" y="1475"/>
                    <a:pt x="11000" y="1556"/>
                    <a:pt x="10920" y="1677"/>
                  </a:cubicBezTo>
                  <a:cubicBezTo>
                    <a:pt x="10880" y="1717"/>
                    <a:pt x="10840" y="1758"/>
                    <a:pt x="10800" y="1798"/>
                  </a:cubicBezTo>
                  <a:cubicBezTo>
                    <a:pt x="10760" y="1879"/>
                    <a:pt x="10720" y="1920"/>
                    <a:pt x="10640" y="2000"/>
                  </a:cubicBezTo>
                  <a:cubicBezTo>
                    <a:pt x="10600" y="2081"/>
                    <a:pt x="10560" y="2122"/>
                    <a:pt x="10520" y="2203"/>
                  </a:cubicBezTo>
                  <a:cubicBezTo>
                    <a:pt x="10440" y="2324"/>
                    <a:pt x="10400" y="2405"/>
                    <a:pt x="10360" y="2526"/>
                  </a:cubicBezTo>
                  <a:cubicBezTo>
                    <a:pt x="10360" y="2526"/>
                    <a:pt x="10360" y="2526"/>
                    <a:pt x="10360" y="2526"/>
                  </a:cubicBezTo>
                  <a:cubicBezTo>
                    <a:pt x="10160" y="2526"/>
                    <a:pt x="9960" y="2526"/>
                    <a:pt x="9760" y="2526"/>
                  </a:cubicBezTo>
                  <a:cubicBezTo>
                    <a:pt x="9720" y="2526"/>
                    <a:pt x="9720" y="2526"/>
                    <a:pt x="9680" y="2526"/>
                  </a:cubicBezTo>
                  <a:cubicBezTo>
                    <a:pt x="9600" y="2526"/>
                    <a:pt x="9480" y="2526"/>
                    <a:pt x="9400" y="2526"/>
                  </a:cubicBezTo>
                  <a:cubicBezTo>
                    <a:pt x="9400" y="2526"/>
                    <a:pt x="9400" y="2526"/>
                    <a:pt x="9400" y="2526"/>
                  </a:cubicBezTo>
                  <a:cubicBezTo>
                    <a:pt x="9320" y="2526"/>
                    <a:pt x="9240" y="2526"/>
                    <a:pt x="9200" y="2526"/>
                  </a:cubicBezTo>
                  <a:cubicBezTo>
                    <a:pt x="9200" y="2526"/>
                    <a:pt x="9200" y="2526"/>
                    <a:pt x="9200" y="2526"/>
                  </a:cubicBezTo>
                  <a:cubicBezTo>
                    <a:pt x="9240" y="2486"/>
                    <a:pt x="9320" y="2405"/>
                    <a:pt x="9360" y="2365"/>
                  </a:cubicBezTo>
                  <a:cubicBezTo>
                    <a:pt x="9400" y="2324"/>
                    <a:pt x="9440" y="2284"/>
                    <a:pt x="9480" y="2243"/>
                  </a:cubicBezTo>
                  <a:cubicBezTo>
                    <a:pt x="9560" y="2162"/>
                    <a:pt x="9640" y="2081"/>
                    <a:pt x="9720" y="2000"/>
                  </a:cubicBezTo>
                  <a:cubicBezTo>
                    <a:pt x="9760" y="1960"/>
                    <a:pt x="9800" y="1920"/>
                    <a:pt x="9840" y="1879"/>
                  </a:cubicBezTo>
                  <a:cubicBezTo>
                    <a:pt x="9880" y="1839"/>
                    <a:pt x="9880" y="1839"/>
                    <a:pt x="9920" y="1798"/>
                  </a:cubicBezTo>
                  <a:cubicBezTo>
                    <a:pt x="9920" y="1798"/>
                    <a:pt x="9960" y="1758"/>
                    <a:pt x="9960" y="1758"/>
                  </a:cubicBezTo>
                  <a:cubicBezTo>
                    <a:pt x="10000" y="1717"/>
                    <a:pt x="10000" y="1717"/>
                    <a:pt x="10040" y="1677"/>
                  </a:cubicBezTo>
                  <a:cubicBezTo>
                    <a:pt x="10040" y="1677"/>
                    <a:pt x="10040" y="1677"/>
                    <a:pt x="10040" y="1677"/>
                  </a:cubicBezTo>
                  <a:cubicBezTo>
                    <a:pt x="10040" y="1677"/>
                    <a:pt x="10080" y="1636"/>
                    <a:pt x="10080" y="1636"/>
                  </a:cubicBezTo>
                  <a:cubicBezTo>
                    <a:pt x="10120" y="1596"/>
                    <a:pt x="10160" y="1556"/>
                    <a:pt x="10200" y="1475"/>
                  </a:cubicBezTo>
                  <a:cubicBezTo>
                    <a:pt x="10280" y="1353"/>
                    <a:pt x="10360" y="1272"/>
                    <a:pt x="10440" y="1151"/>
                  </a:cubicBezTo>
                  <a:cubicBezTo>
                    <a:pt x="10440" y="1070"/>
                    <a:pt x="10480" y="989"/>
                    <a:pt x="10520" y="949"/>
                  </a:cubicBezTo>
                  <a:close/>
                  <a:moveTo>
                    <a:pt x="9280" y="747"/>
                  </a:moveTo>
                  <a:cubicBezTo>
                    <a:pt x="9320" y="747"/>
                    <a:pt x="9320" y="747"/>
                    <a:pt x="9280" y="747"/>
                  </a:cubicBezTo>
                  <a:cubicBezTo>
                    <a:pt x="9440" y="747"/>
                    <a:pt x="9600" y="747"/>
                    <a:pt x="9720" y="787"/>
                  </a:cubicBezTo>
                  <a:cubicBezTo>
                    <a:pt x="9920" y="787"/>
                    <a:pt x="10120" y="787"/>
                    <a:pt x="10320" y="827"/>
                  </a:cubicBezTo>
                  <a:cubicBezTo>
                    <a:pt x="10320" y="827"/>
                    <a:pt x="10360" y="827"/>
                    <a:pt x="10360" y="827"/>
                  </a:cubicBezTo>
                  <a:cubicBezTo>
                    <a:pt x="10320" y="868"/>
                    <a:pt x="10320" y="908"/>
                    <a:pt x="10280" y="949"/>
                  </a:cubicBezTo>
                  <a:cubicBezTo>
                    <a:pt x="10200" y="1070"/>
                    <a:pt x="10160" y="1151"/>
                    <a:pt x="10080" y="1232"/>
                  </a:cubicBezTo>
                  <a:cubicBezTo>
                    <a:pt x="10040" y="1272"/>
                    <a:pt x="10000" y="1353"/>
                    <a:pt x="9960" y="1394"/>
                  </a:cubicBezTo>
                  <a:cubicBezTo>
                    <a:pt x="9920" y="1434"/>
                    <a:pt x="9920" y="1475"/>
                    <a:pt x="9880" y="1475"/>
                  </a:cubicBezTo>
                  <a:cubicBezTo>
                    <a:pt x="9880" y="1475"/>
                    <a:pt x="9840" y="1515"/>
                    <a:pt x="9840" y="1556"/>
                  </a:cubicBezTo>
                  <a:cubicBezTo>
                    <a:pt x="9800" y="1596"/>
                    <a:pt x="9760" y="1636"/>
                    <a:pt x="9720" y="1677"/>
                  </a:cubicBezTo>
                  <a:cubicBezTo>
                    <a:pt x="9680" y="1717"/>
                    <a:pt x="9640" y="1758"/>
                    <a:pt x="9600" y="1839"/>
                  </a:cubicBezTo>
                  <a:cubicBezTo>
                    <a:pt x="9560" y="1879"/>
                    <a:pt x="9520" y="1920"/>
                    <a:pt x="9480" y="1960"/>
                  </a:cubicBezTo>
                  <a:cubicBezTo>
                    <a:pt x="9440" y="2000"/>
                    <a:pt x="9400" y="2041"/>
                    <a:pt x="9360" y="2122"/>
                  </a:cubicBezTo>
                  <a:cubicBezTo>
                    <a:pt x="9320" y="2162"/>
                    <a:pt x="9280" y="2243"/>
                    <a:pt x="9200" y="2284"/>
                  </a:cubicBezTo>
                  <a:cubicBezTo>
                    <a:pt x="9160" y="2324"/>
                    <a:pt x="9120" y="2365"/>
                    <a:pt x="9120" y="2405"/>
                  </a:cubicBezTo>
                  <a:cubicBezTo>
                    <a:pt x="9080" y="2445"/>
                    <a:pt x="9040" y="2486"/>
                    <a:pt x="9040" y="2526"/>
                  </a:cubicBezTo>
                  <a:cubicBezTo>
                    <a:pt x="8600" y="2526"/>
                    <a:pt x="8160" y="2526"/>
                    <a:pt x="7680" y="2526"/>
                  </a:cubicBezTo>
                  <a:cubicBezTo>
                    <a:pt x="7680" y="2486"/>
                    <a:pt x="7720" y="2486"/>
                    <a:pt x="7720" y="2445"/>
                  </a:cubicBezTo>
                  <a:cubicBezTo>
                    <a:pt x="7760" y="2405"/>
                    <a:pt x="7800" y="2324"/>
                    <a:pt x="7840" y="2284"/>
                  </a:cubicBezTo>
                  <a:cubicBezTo>
                    <a:pt x="7880" y="2243"/>
                    <a:pt x="7920" y="2203"/>
                    <a:pt x="7960" y="2162"/>
                  </a:cubicBezTo>
                  <a:cubicBezTo>
                    <a:pt x="8040" y="2081"/>
                    <a:pt x="8080" y="2000"/>
                    <a:pt x="8160" y="1960"/>
                  </a:cubicBezTo>
                  <a:cubicBezTo>
                    <a:pt x="8200" y="1920"/>
                    <a:pt x="8280" y="1839"/>
                    <a:pt x="8320" y="1798"/>
                  </a:cubicBezTo>
                  <a:cubicBezTo>
                    <a:pt x="8360" y="1758"/>
                    <a:pt x="8400" y="1717"/>
                    <a:pt x="8440" y="1677"/>
                  </a:cubicBezTo>
                  <a:cubicBezTo>
                    <a:pt x="8480" y="1636"/>
                    <a:pt x="8480" y="1636"/>
                    <a:pt x="8520" y="1596"/>
                  </a:cubicBezTo>
                  <a:cubicBezTo>
                    <a:pt x="8560" y="1556"/>
                    <a:pt x="8560" y="1556"/>
                    <a:pt x="8600" y="1515"/>
                  </a:cubicBezTo>
                  <a:cubicBezTo>
                    <a:pt x="8640" y="1475"/>
                    <a:pt x="8640" y="1434"/>
                    <a:pt x="8680" y="1434"/>
                  </a:cubicBezTo>
                  <a:cubicBezTo>
                    <a:pt x="8680" y="1394"/>
                    <a:pt x="8720" y="1394"/>
                    <a:pt x="8720" y="1353"/>
                  </a:cubicBezTo>
                  <a:cubicBezTo>
                    <a:pt x="8800" y="1272"/>
                    <a:pt x="8880" y="1151"/>
                    <a:pt x="8960" y="1070"/>
                  </a:cubicBezTo>
                  <a:cubicBezTo>
                    <a:pt x="9000" y="1030"/>
                    <a:pt x="9040" y="989"/>
                    <a:pt x="9080" y="949"/>
                  </a:cubicBezTo>
                  <a:cubicBezTo>
                    <a:pt x="9200" y="868"/>
                    <a:pt x="9240" y="827"/>
                    <a:pt x="9280" y="747"/>
                  </a:cubicBezTo>
                  <a:close/>
                  <a:moveTo>
                    <a:pt x="6640" y="2486"/>
                  </a:moveTo>
                  <a:cubicBezTo>
                    <a:pt x="6720" y="2405"/>
                    <a:pt x="6760" y="2324"/>
                    <a:pt x="6840" y="2284"/>
                  </a:cubicBezTo>
                  <a:cubicBezTo>
                    <a:pt x="6880" y="2243"/>
                    <a:pt x="6920" y="2243"/>
                    <a:pt x="6960" y="2203"/>
                  </a:cubicBezTo>
                  <a:cubicBezTo>
                    <a:pt x="7040" y="2162"/>
                    <a:pt x="7120" y="2081"/>
                    <a:pt x="7160" y="2041"/>
                  </a:cubicBezTo>
                  <a:cubicBezTo>
                    <a:pt x="7240" y="1960"/>
                    <a:pt x="7360" y="1879"/>
                    <a:pt x="7440" y="1798"/>
                  </a:cubicBezTo>
                  <a:cubicBezTo>
                    <a:pt x="7640" y="1596"/>
                    <a:pt x="7760" y="1353"/>
                    <a:pt x="7920" y="1070"/>
                  </a:cubicBezTo>
                  <a:cubicBezTo>
                    <a:pt x="8000" y="989"/>
                    <a:pt x="8040" y="908"/>
                    <a:pt x="8120" y="827"/>
                  </a:cubicBezTo>
                  <a:cubicBezTo>
                    <a:pt x="8160" y="787"/>
                    <a:pt x="8240" y="706"/>
                    <a:pt x="8280" y="625"/>
                  </a:cubicBezTo>
                  <a:cubicBezTo>
                    <a:pt x="8280" y="625"/>
                    <a:pt x="8320" y="625"/>
                    <a:pt x="8320" y="625"/>
                  </a:cubicBezTo>
                  <a:cubicBezTo>
                    <a:pt x="8400" y="625"/>
                    <a:pt x="8480" y="625"/>
                    <a:pt x="8600" y="625"/>
                  </a:cubicBezTo>
                  <a:cubicBezTo>
                    <a:pt x="8680" y="625"/>
                    <a:pt x="8800" y="625"/>
                    <a:pt x="8880" y="625"/>
                  </a:cubicBezTo>
                  <a:cubicBezTo>
                    <a:pt x="8960" y="625"/>
                    <a:pt x="9040" y="666"/>
                    <a:pt x="9080" y="666"/>
                  </a:cubicBezTo>
                  <a:cubicBezTo>
                    <a:pt x="9040" y="706"/>
                    <a:pt x="9040" y="747"/>
                    <a:pt x="9000" y="747"/>
                  </a:cubicBezTo>
                  <a:cubicBezTo>
                    <a:pt x="8920" y="868"/>
                    <a:pt x="8840" y="949"/>
                    <a:pt x="8760" y="1070"/>
                  </a:cubicBezTo>
                  <a:cubicBezTo>
                    <a:pt x="8720" y="1111"/>
                    <a:pt x="8680" y="1191"/>
                    <a:pt x="8640" y="1232"/>
                  </a:cubicBezTo>
                  <a:cubicBezTo>
                    <a:pt x="8600" y="1272"/>
                    <a:pt x="8560" y="1353"/>
                    <a:pt x="8520" y="1394"/>
                  </a:cubicBezTo>
                  <a:cubicBezTo>
                    <a:pt x="8480" y="1434"/>
                    <a:pt x="8440" y="1515"/>
                    <a:pt x="8360" y="1556"/>
                  </a:cubicBezTo>
                  <a:cubicBezTo>
                    <a:pt x="8320" y="1596"/>
                    <a:pt x="8280" y="1636"/>
                    <a:pt x="8200" y="1717"/>
                  </a:cubicBezTo>
                  <a:cubicBezTo>
                    <a:pt x="8160" y="1758"/>
                    <a:pt x="8120" y="1798"/>
                    <a:pt x="8120" y="1798"/>
                  </a:cubicBezTo>
                  <a:cubicBezTo>
                    <a:pt x="8080" y="1839"/>
                    <a:pt x="8040" y="1920"/>
                    <a:pt x="7960" y="1960"/>
                  </a:cubicBezTo>
                  <a:cubicBezTo>
                    <a:pt x="7920" y="2000"/>
                    <a:pt x="7920" y="2041"/>
                    <a:pt x="7880" y="2081"/>
                  </a:cubicBezTo>
                  <a:cubicBezTo>
                    <a:pt x="7840" y="2122"/>
                    <a:pt x="7840" y="2162"/>
                    <a:pt x="7800" y="2203"/>
                  </a:cubicBezTo>
                  <a:cubicBezTo>
                    <a:pt x="7800" y="2243"/>
                    <a:pt x="7760" y="2284"/>
                    <a:pt x="7760" y="2324"/>
                  </a:cubicBezTo>
                  <a:cubicBezTo>
                    <a:pt x="7760" y="2365"/>
                    <a:pt x="7720" y="2365"/>
                    <a:pt x="7720" y="2405"/>
                  </a:cubicBezTo>
                  <a:cubicBezTo>
                    <a:pt x="7720" y="2445"/>
                    <a:pt x="7680" y="2486"/>
                    <a:pt x="7680" y="2526"/>
                  </a:cubicBezTo>
                  <a:cubicBezTo>
                    <a:pt x="7680" y="2526"/>
                    <a:pt x="7680" y="2567"/>
                    <a:pt x="7640" y="2567"/>
                  </a:cubicBezTo>
                  <a:cubicBezTo>
                    <a:pt x="7280" y="2567"/>
                    <a:pt x="6920" y="2567"/>
                    <a:pt x="6600" y="2567"/>
                  </a:cubicBezTo>
                  <a:cubicBezTo>
                    <a:pt x="6600" y="2526"/>
                    <a:pt x="6640" y="2526"/>
                    <a:pt x="6640" y="2486"/>
                  </a:cubicBezTo>
                  <a:close/>
                  <a:moveTo>
                    <a:pt x="13200" y="20769"/>
                  </a:moveTo>
                  <a:cubicBezTo>
                    <a:pt x="10840" y="20769"/>
                    <a:pt x="8480" y="20769"/>
                    <a:pt x="6120" y="20769"/>
                  </a:cubicBezTo>
                  <a:cubicBezTo>
                    <a:pt x="6080" y="20769"/>
                    <a:pt x="6080" y="20769"/>
                    <a:pt x="6040" y="20769"/>
                  </a:cubicBezTo>
                  <a:cubicBezTo>
                    <a:pt x="4360" y="19070"/>
                    <a:pt x="2680" y="17371"/>
                    <a:pt x="1000" y="15713"/>
                  </a:cubicBezTo>
                  <a:cubicBezTo>
                    <a:pt x="1000" y="15713"/>
                    <a:pt x="1000" y="15713"/>
                    <a:pt x="1000" y="15713"/>
                  </a:cubicBezTo>
                  <a:cubicBezTo>
                    <a:pt x="1000" y="13326"/>
                    <a:pt x="1000" y="10940"/>
                    <a:pt x="1000" y="8553"/>
                  </a:cubicBezTo>
                  <a:cubicBezTo>
                    <a:pt x="1000" y="8513"/>
                    <a:pt x="1000" y="8513"/>
                    <a:pt x="1000" y="8472"/>
                  </a:cubicBezTo>
                  <a:cubicBezTo>
                    <a:pt x="2000" y="7461"/>
                    <a:pt x="3000" y="6409"/>
                    <a:pt x="4040" y="5398"/>
                  </a:cubicBezTo>
                  <a:cubicBezTo>
                    <a:pt x="4200" y="5236"/>
                    <a:pt x="4400" y="5075"/>
                    <a:pt x="4560" y="4913"/>
                  </a:cubicBezTo>
                  <a:cubicBezTo>
                    <a:pt x="4720" y="4751"/>
                    <a:pt x="4880" y="4630"/>
                    <a:pt x="5040" y="4468"/>
                  </a:cubicBezTo>
                  <a:cubicBezTo>
                    <a:pt x="5120" y="4387"/>
                    <a:pt x="5200" y="4306"/>
                    <a:pt x="5280" y="4225"/>
                  </a:cubicBezTo>
                  <a:cubicBezTo>
                    <a:pt x="5360" y="4144"/>
                    <a:pt x="5400" y="4104"/>
                    <a:pt x="5480" y="4023"/>
                  </a:cubicBezTo>
                  <a:cubicBezTo>
                    <a:pt x="5600" y="3902"/>
                    <a:pt x="5680" y="3780"/>
                    <a:pt x="5760" y="3659"/>
                  </a:cubicBezTo>
                  <a:cubicBezTo>
                    <a:pt x="5840" y="3538"/>
                    <a:pt x="5920" y="3457"/>
                    <a:pt x="6040" y="3335"/>
                  </a:cubicBezTo>
                  <a:cubicBezTo>
                    <a:pt x="6040" y="3335"/>
                    <a:pt x="6080" y="3295"/>
                    <a:pt x="6080" y="3295"/>
                  </a:cubicBezTo>
                  <a:cubicBezTo>
                    <a:pt x="7200" y="3295"/>
                    <a:pt x="8280" y="3295"/>
                    <a:pt x="9400" y="3295"/>
                  </a:cubicBezTo>
                  <a:cubicBezTo>
                    <a:pt x="9440" y="3295"/>
                    <a:pt x="9440" y="3295"/>
                    <a:pt x="9480" y="3295"/>
                  </a:cubicBezTo>
                  <a:cubicBezTo>
                    <a:pt x="9560" y="3295"/>
                    <a:pt x="9680" y="3295"/>
                    <a:pt x="9760" y="3295"/>
                  </a:cubicBezTo>
                  <a:cubicBezTo>
                    <a:pt x="9760" y="3295"/>
                    <a:pt x="9760" y="3295"/>
                    <a:pt x="9760" y="3295"/>
                  </a:cubicBezTo>
                  <a:cubicBezTo>
                    <a:pt x="10920" y="3295"/>
                    <a:pt x="12080" y="3295"/>
                    <a:pt x="13240" y="3295"/>
                  </a:cubicBezTo>
                  <a:cubicBezTo>
                    <a:pt x="13640" y="3699"/>
                    <a:pt x="14040" y="4104"/>
                    <a:pt x="14440" y="4508"/>
                  </a:cubicBezTo>
                  <a:cubicBezTo>
                    <a:pt x="14440" y="4508"/>
                    <a:pt x="14480" y="4549"/>
                    <a:pt x="14480" y="4549"/>
                  </a:cubicBezTo>
                  <a:cubicBezTo>
                    <a:pt x="15040" y="5115"/>
                    <a:pt x="15560" y="5641"/>
                    <a:pt x="16120" y="6207"/>
                  </a:cubicBezTo>
                  <a:cubicBezTo>
                    <a:pt x="16120" y="6207"/>
                    <a:pt x="16120" y="6207"/>
                    <a:pt x="16120" y="6207"/>
                  </a:cubicBezTo>
                  <a:cubicBezTo>
                    <a:pt x="16840" y="6935"/>
                    <a:pt x="17560" y="7663"/>
                    <a:pt x="18280" y="8391"/>
                  </a:cubicBezTo>
                  <a:cubicBezTo>
                    <a:pt x="18280" y="9403"/>
                    <a:pt x="18280" y="10454"/>
                    <a:pt x="18280" y="11466"/>
                  </a:cubicBezTo>
                  <a:cubicBezTo>
                    <a:pt x="18280" y="11506"/>
                    <a:pt x="18280" y="11506"/>
                    <a:pt x="18280" y="11547"/>
                  </a:cubicBezTo>
                  <a:cubicBezTo>
                    <a:pt x="18280" y="11547"/>
                    <a:pt x="18280" y="11547"/>
                    <a:pt x="18280" y="11547"/>
                  </a:cubicBezTo>
                  <a:cubicBezTo>
                    <a:pt x="18280" y="12881"/>
                    <a:pt x="18280" y="14257"/>
                    <a:pt x="18280" y="15591"/>
                  </a:cubicBezTo>
                  <a:cubicBezTo>
                    <a:pt x="18280" y="15591"/>
                    <a:pt x="18280" y="15591"/>
                    <a:pt x="18280" y="15591"/>
                  </a:cubicBezTo>
                  <a:cubicBezTo>
                    <a:pt x="16560" y="17331"/>
                    <a:pt x="14880" y="19070"/>
                    <a:pt x="13200" y="20769"/>
                  </a:cubicBezTo>
                  <a:close/>
                  <a:moveTo>
                    <a:pt x="18800" y="7542"/>
                  </a:moveTo>
                  <a:cubicBezTo>
                    <a:pt x="18760" y="7623"/>
                    <a:pt x="18720" y="7704"/>
                    <a:pt x="18720" y="7785"/>
                  </a:cubicBezTo>
                  <a:cubicBezTo>
                    <a:pt x="18680" y="7744"/>
                    <a:pt x="18640" y="7704"/>
                    <a:pt x="18600" y="7663"/>
                  </a:cubicBezTo>
                  <a:cubicBezTo>
                    <a:pt x="18400" y="7461"/>
                    <a:pt x="18160" y="7218"/>
                    <a:pt x="17960" y="7016"/>
                  </a:cubicBezTo>
                  <a:cubicBezTo>
                    <a:pt x="17880" y="6935"/>
                    <a:pt x="17800" y="6854"/>
                    <a:pt x="17720" y="6774"/>
                  </a:cubicBezTo>
                  <a:cubicBezTo>
                    <a:pt x="17720" y="6774"/>
                    <a:pt x="17720" y="6774"/>
                    <a:pt x="17720" y="6774"/>
                  </a:cubicBezTo>
                  <a:cubicBezTo>
                    <a:pt x="17760" y="6733"/>
                    <a:pt x="17800" y="6693"/>
                    <a:pt x="17840" y="6612"/>
                  </a:cubicBezTo>
                  <a:cubicBezTo>
                    <a:pt x="17880" y="6571"/>
                    <a:pt x="17920" y="6490"/>
                    <a:pt x="18000" y="6450"/>
                  </a:cubicBezTo>
                  <a:cubicBezTo>
                    <a:pt x="18080" y="6329"/>
                    <a:pt x="18200" y="6207"/>
                    <a:pt x="18280" y="6126"/>
                  </a:cubicBezTo>
                  <a:cubicBezTo>
                    <a:pt x="18360" y="6005"/>
                    <a:pt x="18480" y="5884"/>
                    <a:pt x="18560" y="5762"/>
                  </a:cubicBezTo>
                  <a:cubicBezTo>
                    <a:pt x="18640" y="5641"/>
                    <a:pt x="18760" y="5520"/>
                    <a:pt x="18840" y="5439"/>
                  </a:cubicBezTo>
                  <a:cubicBezTo>
                    <a:pt x="18840" y="5439"/>
                    <a:pt x="18880" y="5398"/>
                    <a:pt x="18880" y="5398"/>
                  </a:cubicBezTo>
                  <a:cubicBezTo>
                    <a:pt x="18920" y="5358"/>
                    <a:pt x="18960" y="5317"/>
                    <a:pt x="19000" y="5277"/>
                  </a:cubicBezTo>
                  <a:cubicBezTo>
                    <a:pt x="19040" y="5236"/>
                    <a:pt x="19080" y="5156"/>
                    <a:pt x="19160" y="5115"/>
                  </a:cubicBezTo>
                  <a:cubicBezTo>
                    <a:pt x="19200" y="5075"/>
                    <a:pt x="19240" y="5034"/>
                    <a:pt x="19280" y="4994"/>
                  </a:cubicBezTo>
                  <a:cubicBezTo>
                    <a:pt x="19280" y="4994"/>
                    <a:pt x="19280" y="4994"/>
                    <a:pt x="19280" y="4994"/>
                  </a:cubicBezTo>
                  <a:cubicBezTo>
                    <a:pt x="19280" y="4994"/>
                    <a:pt x="19280" y="4994"/>
                    <a:pt x="19280" y="4994"/>
                  </a:cubicBezTo>
                  <a:cubicBezTo>
                    <a:pt x="19280" y="4994"/>
                    <a:pt x="19280" y="4994"/>
                    <a:pt x="19280" y="4994"/>
                  </a:cubicBezTo>
                  <a:cubicBezTo>
                    <a:pt x="19280" y="5034"/>
                    <a:pt x="19320" y="5034"/>
                    <a:pt x="19320" y="5075"/>
                  </a:cubicBezTo>
                  <a:cubicBezTo>
                    <a:pt x="19360" y="5156"/>
                    <a:pt x="19440" y="5236"/>
                    <a:pt x="19520" y="5277"/>
                  </a:cubicBezTo>
                  <a:cubicBezTo>
                    <a:pt x="19560" y="5317"/>
                    <a:pt x="19600" y="5358"/>
                    <a:pt x="19640" y="5358"/>
                  </a:cubicBezTo>
                  <a:cubicBezTo>
                    <a:pt x="19680" y="5398"/>
                    <a:pt x="19720" y="5398"/>
                    <a:pt x="19720" y="5439"/>
                  </a:cubicBezTo>
                  <a:cubicBezTo>
                    <a:pt x="19760" y="5479"/>
                    <a:pt x="19760" y="5479"/>
                    <a:pt x="19800" y="5520"/>
                  </a:cubicBezTo>
                  <a:cubicBezTo>
                    <a:pt x="19840" y="5560"/>
                    <a:pt x="19880" y="5601"/>
                    <a:pt x="19920" y="5641"/>
                  </a:cubicBezTo>
                  <a:cubicBezTo>
                    <a:pt x="19920" y="5641"/>
                    <a:pt x="19960" y="5681"/>
                    <a:pt x="20000" y="5681"/>
                  </a:cubicBezTo>
                  <a:cubicBezTo>
                    <a:pt x="20040" y="5722"/>
                    <a:pt x="20080" y="5722"/>
                    <a:pt x="20120" y="5762"/>
                  </a:cubicBezTo>
                  <a:cubicBezTo>
                    <a:pt x="20160" y="5803"/>
                    <a:pt x="20200" y="5803"/>
                    <a:pt x="20240" y="5803"/>
                  </a:cubicBezTo>
                  <a:cubicBezTo>
                    <a:pt x="20240" y="5843"/>
                    <a:pt x="20200" y="5884"/>
                    <a:pt x="20200" y="5924"/>
                  </a:cubicBezTo>
                  <a:cubicBezTo>
                    <a:pt x="20200" y="5924"/>
                    <a:pt x="20200" y="5924"/>
                    <a:pt x="20200" y="5965"/>
                  </a:cubicBezTo>
                  <a:cubicBezTo>
                    <a:pt x="20160" y="6005"/>
                    <a:pt x="20160" y="6045"/>
                    <a:pt x="20120" y="6045"/>
                  </a:cubicBezTo>
                  <a:cubicBezTo>
                    <a:pt x="20080" y="6086"/>
                    <a:pt x="20000" y="6167"/>
                    <a:pt x="19960" y="6207"/>
                  </a:cubicBezTo>
                  <a:cubicBezTo>
                    <a:pt x="19880" y="6288"/>
                    <a:pt x="19840" y="6369"/>
                    <a:pt x="19760" y="6410"/>
                  </a:cubicBezTo>
                  <a:cubicBezTo>
                    <a:pt x="19720" y="6490"/>
                    <a:pt x="19640" y="6531"/>
                    <a:pt x="19600" y="6612"/>
                  </a:cubicBezTo>
                  <a:cubicBezTo>
                    <a:pt x="19520" y="6733"/>
                    <a:pt x="19440" y="6814"/>
                    <a:pt x="19320" y="6935"/>
                  </a:cubicBezTo>
                  <a:cubicBezTo>
                    <a:pt x="19240" y="7016"/>
                    <a:pt x="19160" y="7097"/>
                    <a:pt x="19120" y="7178"/>
                  </a:cubicBezTo>
                  <a:cubicBezTo>
                    <a:pt x="18960" y="7299"/>
                    <a:pt x="18880" y="7421"/>
                    <a:pt x="18800" y="7542"/>
                  </a:cubicBezTo>
                  <a:close/>
                  <a:moveTo>
                    <a:pt x="19040" y="8594"/>
                  </a:moveTo>
                  <a:cubicBezTo>
                    <a:pt x="19040" y="8553"/>
                    <a:pt x="19040" y="8513"/>
                    <a:pt x="19040" y="8432"/>
                  </a:cubicBezTo>
                  <a:cubicBezTo>
                    <a:pt x="19080" y="8391"/>
                    <a:pt x="19120" y="8351"/>
                    <a:pt x="19160" y="8311"/>
                  </a:cubicBezTo>
                  <a:cubicBezTo>
                    <a:pt x="19200" y="8270"/>
                    <a:pt x="19240" y="8230"/>
                    <a:pt x="19280" y="8189"/>
                  </a:cubicBezTo>
                  <a:cubicBezTo>
                    <a:pt x="19280" y="8189"/>
                    <a:pt x="19280" y="8189"/>
                    <a:pt x="19320" y="8149"/>
                  </a:cubicBezTo>
                  <a:cubicBezTo>
                    <a:pt x="19320" y="8149"/>
                    <a:pt x="19360" y="8149"/>
                    <a:pt x="19360" y="8108"/>
                  </a:cubicBezTo>
                  <a:cubicBezTo>
                    <a:pt x="19480" y="8027"/>
                    <a:pt x="19560" y="7906"/>
                    <a:pt x="19680" y="7825"/>
                  </a:cubicBezTo>
                  <a:cubicBezTo>
                    <a:pt x="19720" y="7785"/>
                    <a:pt x="19760" y="7785"/>
                    <a:pt x="19760" y="7744"/>
                  </a:cubicBezTo>
                  <a:cubicBezTo>
                    <a:pt x="19840" y="7663"/>
                    <a:pt x="19920" y="7582"/>
                    <a:pt x="20000" y="7502"/>
                  </a:cubicBezTo>
                  <a:cubicBezTo>
                    <a:pt x="20080" y="7380"/>
                    <a:pt x="20200" y="7299"/>
                    <a:pt x="20280" y="7178"/>
                  </a:cubicBezTo>
                  <a:cubicBezTo>
                    <a:pt x="20320" y="7138"/>
                    <a:pt x="20360" y="7097"/>
                    <a:pt x="20400" y="7057"/>
                  </a:cubicBezTo>
                  <a:cubicBezTo>
                    <a:pt x="20400" y="7138"/>
                    <a:pt x="20400" y="7218"/>
                    <a:pt x="20440" y="7299"/>
                  </a:cubicBezTo>
                  <a:cubicBezTo>
                    <a:pt x="20440" y="7461"/>
                    <a:pt x="20440" y="7663"/>
                    <a:pt x="20480" y="7825"/>
                  </a:cubicBezTo>
                  <a:cubicBezTo>
                    <a:pt x="20480" y="7906"/>
                    <a:pt x="20480" y="8027"/>
                    <a:pt x="20520" y="8108"/>
                  </a:cubicBezTo>
                  <a:cubicBezTo>
                    <a:pt x="20520" y="8108"/>
                    <a:pt x="20520" y="8149"/>
                    <a:pt x="20520" y="8149"/>
                  </a:cubicBezTo>
                  <a:cubicBezTo>
                    <a:pt x="20480" y="8189"/>
                    <a:pt x="20480" y="8189"/>
                    <a:pt x="20440" y="8230"/>
                  </a:cubicBezTo>
                  <a:cubicBezTo>
                    <a:pt x="20440" y="8230"/>
                    <a:pt x="20440" y="8230"/>
                    <a:pt x="20400" y="8270"/>
                  </a:cubicBezTo>
                  <a:cubicBezTo>
                    <a:pt x="20400" y="8270"/>
                    <a:pt x="20360" y="8311"/>
                    <a:pt x="20360" y="8311"/>
                  </a:cubicBezTo>
                  <a:cubicBezTo>
                    <a:pt x="20360" y="8311"/>
                    <a:pt x="20320" y="8351"/>
                    <a:pt x="20320" y="8351"/>
                  </a:cubicBezTo>
                  <a:cubicBezTo>
                    <a:pt x="20280" y="8392"/>
                    <a:pt x="20240" y="8432"/>
                    <a:pt x="20160" y="8513"/>
                  </a:cubicBezTo>
                  <a:cubicBezTo>
                    <a:pt x="20120" y="8553"/>
                    <a:pt x="20080" y="8594"/>
                    <a:pt x="20040" y="8634"/>
                  </a:cubicBezTo>
                  <a:cubicBezTo>
                    <a:pt x="20040" y="8634"/>
                    <a:pt x="20000" y="8675"/>
                    <a:pt x="20000" y="8675"/>
                  </a:cubicBezTo>
                  <a:cubicBezTo>
                    <a:pt x="19960" y="8715"/>
                    <a:pt x="19920" y="8756"/>
                    <a:pt x="19920" y="8796"/>
                  </a:cubicBezTo>
                  <a:cubicBezTo>
                    <a:pt x="19920" y="8796"/>
                    <a:pt x="19880" y="8836"/>
                    <a:pt x="19880" y="8836"/>
                  </a:cubicBezTo>
                  <a:cubicBezTo>
                    <a:pt x="19880" y="8836"/>
                    <a:pt x="19880" y="8836"/>
                    <a:pt x="19880" y="8836"/>
                  </a:cubicBezTo>
                  <a:cubicBezTo>
                    <a:pt x="19840" y="8917"/>
                    <a:pt x="19800" y="8958"/>
                    <a:pt x="19720" y="9039"/>
                  </a:cubicBezTo>
                  <a:cubicBezTo>
                    <a:pt x="19680" y="9079"/>
                    <a:pt x="19640" y="9160"/>
                    <a:pt x="19600" y="9200"/>
                  </a:cubicBezTo>
                  <a:cubicBezTo>
                    <a:pt x="19520" y="9322"/>
                    <a:pt x="19440" y="9443"/>
                    <a:pt x="19360" y="9565"/>
                  </a:cubicBezTo>
                  <a:cubicBezTo>
                    <a:pt x="19320" y="9605"/>
                    <a:pt x="19280" y="9686"/>
                    <a:pt x="19240" y="9726"/>
                  </a:cubicBezTo>
                  <a:cubicBezTo>
                    <a:pt x="19240" y="9767"/>
                    <a:pt x="19200" y="9767"/>
                    <a:pt x="19200" y="9807"/>
                  </a:cubicBezTo>
                  <a:cubicBezTo>
                    <a:pt x="19160" y="9848"/>
                    <a:pt x="19160" y="9888"/>
                    <a:pt x="19120" y="9888"/>
                  </a:cubicBezTo>
                  <a:cubicBezTo>
                    <a:pt x="19040" y="9484"/>
                    <a:pt x="19040" y="9039"/>
                    <a:pt x="19040" y="8594"/>
                  </a:cubicBezTo>
                  <a:close/>
                  <a:moveTo>
                    <a:pt x="19040" y="10414"/>
                  </a:moveTo>
                  <a:cubicBezTo>
                    <a:pt x="19040" y="10252"/>
                    <a:pt x="19040" y="10131"/>
                    <a:pt x="19040" y="9969"/>
                  </a:cubicBezTo>
                  <a:cubicBezTo>
                    <a:pt x="19120" y="9848"/>
                    <a:pt x="19240" y="9726"/>
                    <a:pt x="19320" y="9605"/>
                  </a:cubicBezTo>
                  <a:cubicBezTo>
                    <a:pt x="19360" y="9524"/>
                    <a:pt x="19440" y="9443"/>
                    <a:pt x="19480" y="9403"/>
                  </a:cubicBezTo>
                  <a:cubicBezTo>
                    <a:pt x="19520" y="9362"/>
                    <a:pt x="19560" y="9322"/>
                    <a:pt x="19600" y="9241"/>
                  </a:cubicBezTo>
                  <a:cubicBezTo>
                    <a:pt x="19640" y="9200"/>
                    <a:pt x="19640" y="9160"/>
                    <a:pt x="19680" y="9120"/>
                  </a:cubicBezTo>
                  <a:cubicBezTo>
                    <a:pt x="19720" y="9079"/>
                    <a:pt x="19760" y="8998"/>
                    <a:pt x="19840" y="8958"/>
                  </a:cubicBezTo>
                  <a:cubicBezTo>
                    <a:pt x="19840" y="8958"/>
                    <a:pt x="19880" y="8917"/>
                    <a:pt x="19880" y="8917"/>
                  </a:cubicBezTo>
                  <a:cubicBezTo>
                    <a:pt x="19880" y="8917"/>
                    <a:pt x="19920" y="8877"/>
                    <a:pt x="19920" y="8877"/>
                  </a:cubicBezTo>
                  <a:cubicBezTo>
                    <a:pt x="19960" y="8836"/>
                    <a:pt x="20000" y="8796"/>
                    <a:pt x="20040" y="8756"/>
                  </a:cubicBezTo>
                  <a:cubicBezTo>
                    <a:pt x="20080" y="8715"/>
                    <a:pt x="20160" y="8675"/>
                    <a:pt x="20200" y="8634"/>
                  </a:cubicBezTo>
                  <a:cubicBezTo>
                    <a:pt x="20240" y="8594"/>
                    <a:pt x="20320" y="8553"/>
                    <a:pt x="20360" y="8472"/>
                  </a:cubicBezTo>
                  <a:cubicBezTo>
                    <a:pt x="20360" y="8472"/>
                    <a:pt x="20400" y="8432"/>
                    <a:pt x="20400" y="8432"/>
                  </a:cubicBezTo>
                  <a:cubicBezTo>
                    <a:pt x="20400" y="8553"/>
                    <a:pt x="20400" y="8715"/>
                    <a:pt x="20400" y="8836"/>
                  </a:cubicBezTo>
                  <a:cubicBezTo>
                    <a:pt x="20400" y="8958"/>
                    <a:pt x="20400" y="9039"/>
                    <a:pt x="20400" y="9160"/>
                  </a:cubicBezTo>
                  <a:cubicBezTo>
                    <a:pt x="20400" y="9160"/>
                    <a:pt x="20400" y="9200"/>
                    <a:pt x="20400" y="9200"/>
                  </a:cubicBezTo>
                  <a:cubicBezTo>
                    <a:pt x="20400" y="9322"/>
                    <a:pt x="20400" y="9443"/>
                    <a:pt x="20400" y="9565"/>
                  </a:cubicBezTo>
                  <a:cubicBezTo>
                    <a:pt x="20400" y="9565"/>
                    <a:pt x="20400" y="9565"/>
                    <a:pt x="20400" y="9565"/>
                  </a:cubicBezTo>
                  <a:cubicBezTo>
                    <a:pt x="20400" y="9565"/>
                    <a:pt x="20360" y="9565"/>
                    <a:pt x="20360" y="9605"/>
                  </a:cubicBezTo>
                  <a:cubicBezTo>
                    <a:pt x="20360" y="9605"/>
                    <a:pt x="20360" y="9605"/>
                    <a:pt x="20320" y="9605"/>
                  </a:cubicBezTo>
                  <a:cubicBezTo>
                    <a:pt x="20320" y="9605"/>
                    <a:pt x="20280" y="9605"/>
                    <a:pt x="20280" y="9645"/>
                  </a:cubicBezTo>
                  <a:cubicBezTo>
                    <a:pt x="20280" y="9645"/>
                    <a:pt x="20240" y="9686"/>
                    <a:pt x="20240" y="9686"/>
                  </a:cubicBezTo>
                  <a:cubicBezTo>
                    <a:pt x="20240" y="9686"/>
                    <a:pt x="20200" y="9726"/>
                    <a:pt x="20200" y="9726"/>
                  </a:cubicBezTo>
                  <a:cubicBezTo>
                    <a:pt x="20160" y="9767"/>
                    <a:pt x="20120" y="9807"/>
                    <a:pt x="20040" y="9888"/>
                  </a:cubicBezTo>
                  <a:cubicBezTo>
                    <a:pt x="20000" y="9929"/>
                    <a:pt x="19960" y="9969"/>
                    <a:pt x="19880" y="10050"/>
                  </a:cubicBezTo>
                  <a:cubicBezTo>
                    <a:pt x="19880" y="10050"/>
                    <a:pt x="19880" y="10050"/>
                    <a:pt x="19840" y="10090"/>
                  </a:cubicBezTo>
                  <a:cubicBezTo>
                    <a:pt x="19840" y="10090"/>
                    <a:pt x="19800" y="10131"/>
                    <a:pt x="19800" y="10131"/>
                  </a:cubicBezTo>
                  <a:cubicBezTo>
                    <a:pt x="19800" y="10131"/>
                    <a:pt x="19760" y="10171"/>
                    <a:pt x="19760" y="10171"/>
                  </a:cubicBezTo>
                  <a:cubicBezTo>
                    <a:pt x="19720" y="10212"/>
                    <a:pt x="19720" y="10252"/>
                    <a:pt x="19680" y="10293"/>
                  </a:cubicBezTo>
                  <a:cubicBezTo>
                    <a:pt x="19680" y="10293"/>
                    <a:pt x="19640" y="10333"/>
                    <a:pt x="19640" y="10333"/>
                  </a:cubicBezTo>
                  <a:cubicBezTo>
                    <a:pt x="19600" y="10414"/>
                    <a:pt x="19560" y="10454"/>
                    <a:pt x="19520" y="10535"/>
                  </a:cubicBezTo>
                  <a:cubicBezTo>
                    <a:pt x="19440" y="10657"/>
                    <a:pt x="19400" y="10738"/>
                    <a:pt x="19320" y="10859"/>
                  </a:cubicBezTo>
                  <a:cubicBezTo>
                    <a:pt x="19240" y="10980"/>
                    <a:pt x="19160" y="11102"/>
                    <a:pt x="19080" y="11223"/>
                  </a:cubicBezTo>
                  <a:cubicBezTo>
                    <a:pt x="19040" y="11263"/>
                    <a:pt x="19000" y="11304"/>
                    <a:pt x="18960" y="11385"/>
                  </a:cubicBezTo>
                  <a:cubicBezTo>
                    <a:pt x="19040" y="11021"/>
                    <a:pt x="19040" y="10738"/>
                    <a:pt x="19040" y="10414"/>
                  </a:cubicBezTo>
                  <a:close/>
                  <a:moveTo>
                    <a:pt x="19040" y="11547"/>
                  </a:moveTo>
                  <a:cubicBezTo>
                    <a:pt x="19040" y="11506"/>
                    <a:pt x="19040" y="11506"/>
                    <a:pt x="19040" y="11466"/>
                  </a:cubicBezTo>
                  <a:cubicBezTo>
                    <a:pt x="19040" y="11466"/>
                    <a:pt x="19040" y="11466"/>
                    <a:pt x="19040" y="11466"/>
                  </a:cubicBezTo>
                  <a:cubicBezTo>
                    <a:pt x="19040" y="11425"/>
                    <a:pt x="19040" y="11385"/>
                    <a:pt x="19040" y="11385"/>
                  </a:cubicBezTo>
                  <a:cubicBezTo>
                    <a:pt x="19040" y="11385"/>
                    <a:pt x="19080" y="11344"/>
                    <a:pt x="19080" y="11344"/>
                  </a:cubicBezTo>
                  <a:cubicBezTo>
                    <a:pt x="19120" y="11263"/>
                    <a:pt x="19200" y="11223"/>
                    <a:pt x="19240" y="11142"/>
                  </a:cubicBezTo>
                  <a:cubicBezTo>
                    <a:pt x="19240" y="11142"/>
                    <a:pt x="19280" y="11102"/>
                    <a:pt x="19280" y="11102"/>
                  </a:cubicBezTo>
                  <a:cubicBezTo>
                    <a:pt x="19320" y="11061"/>
                    <a:pt x="19360" y="11021"/>
                    <a:pt x="19360" y="10980"/>
                  </a:cubicBezTo>
                  <a:cubicBezTo>
                    <a:pt x="19400" y="10940"/>
                    <a:pt x="19440" y="10899"/>
                    <a:pt x="19480" y="10859"/>
                  </a:cubicBezTo>
                  <a:cubicBezTo>
                    <a:pt x="19520" y="10778"/>
                    <a:pt x="19600" y="10738"/>
                    <a:pt x="19640" y="10657"/>
                  </a:cubicBezTo>
                  <a:cubicBezTo>
                    <a:pt x="19680" y="10616"/>
                    <a:pt x="19720" y="10576"/>
                    <a:pt x="19760" y="10535"/>
                  </a:cubicBezTo>
                  <a:cubicBezTo>
                    <a:pt x="19800" y="10495"/>
                    <a:pt x="19840" y="10414"/>
                    <a:pt x="19880" y="10374"/>
                  </a:cubicBezTo>
                  <a:cubicBezTo>
                    <a:pt x="19920" y="10333"/>
                    <a:pt x="19920" y="10333"/>
                    <a:pt x="19960" y="10293"/>
                  </a:cubicBezTo>
                  <a:cubicBezTo>
                    <a:pt x="19960" y="10293"/>
                    <a:pt x="20000" y="10252"/>
                    <a:pt x="20000" y="10252"/>
                  </a:cubicBezTo>
                  <a:cubicBezTo>
                    <a:pt x="20040" y="10212"/>
                    <a:pt x="20080" y="10171"/>
                    <a:pt x="20120" y="10131"/>
                  </a:cubicBezTo>
                  <a:cubicBezTo>
                    <a:pt x="20160" y="10090"/>
                    <a:pt x="20200" y="10090"/>
                    <a:pt x="20200" y="10050"/>
                  </a:cubicBezTo>
                  <a:cubicBezTo>
                    <a:pt x="20240" y="10009"/>
                    <a:pt x="20280" y="9969"/>
                    <a:pt x="20320" y="9929"/>
                  </a:cubicBezTo>
                  <a:cubicBezTo>
                    <a:pt x="20360" y="9888"/>
                    <a:pt x="20360" y="9888"/>
                    <a:pt x="20400" y="9848"/>
                  </a:cubicBezTo>
                  <a:cubicBezTo>
                    <a:pt x="20400" y="9848"/>
                    <a:pt x="20440" y="9807"/>
                    <a:pt x="20440" y="9807"/>
                  </a:cubicBezTo>
                  <a:cubicBezTo>
                    <a:pt x="20440" y="9807"/>
                    <a:pt x="20480" y="9767"/>
                    <a:pt x="20480" y="9767"/>
                  </a:cubicBezTo>
                  <a:cubicBezTo>
                    <a:pt x="20480" y="9888"/>
                    <a:pt x="20480" y="9969"/>
                    <a:pt x="20480" y="10090"/>
                  </a:cubicBezTo>
                  <a:cubicBezTo>
                    <a:pt x="20480" y="10252"/>
                    <a:pt x="20480" y="10374"/>
                    <a:pt x="20520" y="10535"/>
                  </a:cubicBezTo>
                  <a:cubicBezTo>
                    <a:pt x="20520" y="10576"/>
                    <a:pt x="20520" y="10616"/>
                    <a:pt x="20520" y="10657"/>
                  </a:cubicBezTo>
                  <a:cubicBezTo>
                    <a:pt x="20520" y="10657"/>
                    <a:pt x="20520" y="10697"/>
                    <a:pt x="20520" y="10697"/>
                  </a:cubicBezTo>
                  <a:cubicBezTo>
                    <a:pt x="20480" y="10738"/>
                    <a:pt x="20440" y="10778"/>
                    <a:pt x="20400" y="10818"/>
                  </a:cubicBezTo>
                  <a:cubicBezTo>
                    <a:pt x="20320" y="10899"/>
                    <a:pt x="20240" y="11021"/>
                    <a:pt x="20160" y="11102"/>
                  </a:cubicBezTo>
                  <a:cubicBezTo>
                    <a:pt x="20120" y="11142"/>
                    <a:pt x="20120" y="11182"/>
                    <a:pt x="20080" y="11223"/>
                  </a:cubicBezTo>
                  <a:cubicBezTo>
                    <a:pt x="20080" y="11223"/>
                    <a:pt x="20040" y="11263"/>
                    <a:pt x="20040" y="11263"/>
                  </a:cubicBezTo>
                  <a:cubicBezTo>
                    <a:pt x="20000" y="11304"/>
                    <a:pt x="19960" y="11385"/>
                    <a:pt x="19920" y="11425"/>
                  </a:cubicBezTo>
                  <a:cubicBezTo>
                    <a:pt x="19840" y="11547"/>
                    <a:pt x="19760" y="11627"/>
                    <a:pt x="19680" y="11749"/>
                  </a:cubicBezTo>
                  <a:cubicBezTo>
                    <a:pt x="19640" y="11789"/>
                    <a:pt x="19640" y="11830"/>
                    <a:pt x="19600" y="11870"/>
                  </a:cubicBezTo>
                  <a:cubicBezTo>
                    <a:pt x="19560" y="11951"/>
                    <a:pt x="19520" y="11991"/>
                    <a:pt x="19440" y="12072"/>
                  </a:cubicBezTo>
                  <a:cubicBezTo>
                    <a:pt x="19360" y="12194"/>
                    <a:pt x="19280" y="12275"/>
                    <a:pt x="19200" y="12396"/>
                  </a:cubicBezTo>
                  <a:cubicBezTo>
                    <a:pt x="19160" y="12477"/>
                    <a:pt x="19120" y="12517"/>
                    <a:pt x="19080" y="12598"/>
                  </a:cubicBezTo>
                  <a:cubicBezTo>
                    <a:pt x="19080" y="12598"/>
                    <a:pt x="19080" y="12639"/>
                    <a:pt x="19040" y="12639"/>
                  </a:cubicBezTo>
                  <a:cubicBezTo>
                    <a:pt x="19040" y="12275"/>
                    <a:pt x="19040" y="11911"/>
                    <a:pt x="19040" y="11547"/>
                  </a:cubicBezTo>
                  <a:close/>
                  <a:moveTo>
                    <a:pt x="19040" y="12720"/>
                  </a:moveTo>
                  <a:cubicBezTo>
                    <a:pt x="19080" y="12639"/>
                    <a:pt x="19160" y="12598"/>
                    <a:pt x="19200" y="12517"/>
                  </a:cubicBezTo>
                  <a:cubicBezTo>
                    <a:pt x="19280" y="12396"/>
                    <a:pt x="19360" y="12315"/>
                    <a:pt x="19440" y="12234"/>
                  </a:cubicBezTo>
                  <a:cubicBezTo>
                    <a:pt x="19520" y="12153"/>
                    <a:pt x="19600" y="12032"/>
                    <a:pt x="19680" y="11951"/>
                  </a:cubicBezTo>
                  <a:cubicBezTo>
                    <a:pt x="19760" y="11870"/>
                    <a:pt x="19840" y="11749"/>
                    <a:pt x="19920" y="11668"/>
                  </a:cubicBezTo>
                  <a:cubicBezTo>
                    <a:pt x="19960" y="11627"/>
                    <a:pt x="20000" y="11587"/>
                    <a:pt x="20040" y="11547"/>
                  </a:cubicBezTo>
                  <a:cubicBezTo>
                    <a:pt x="20080" y="11506"/>
                    <a:pt x="20120" y="11466"/>
                    <a:pt x="20160" y="11425"/>
                  </a:cubicBezTo>
                  <a:cubicBezTo>
                    <a:pt x="20200" y="11385"/>
                    <a:pt x="20280" y="11304"/>
                    <a:pt x="20320" y="11263"/>
                  </a:cubicBezTo>
                  <a:cubicBezTo>
                    <a:pt x="20360" y="11223"/>
                    <a:pt x="20400" y="11182"/>
                    <a:pt x="20480" y="11102"/>
                  </a:cubicBezTo>
                  <a:cubicBezTo>
                    <a:pt x="20480" y="11102"/>
                    <a:pt x="20520" y="11061"/>
                    <a:pt x="20520" y="11061"/>
                  </a:cubicBezTo>
                  <a:cubicBezTo>
                    <a:pt x="20520" y="11061"/>
                    <a:pt x="20520" y="11102"/>
                    <a:pt x="20520" y="11102"/>
                  </a:cubicBezTo>
                  <a:cubicBezTo>
                    <a:pt x="20520" y="11263"/>
                    <a:pt x="20520" y="11425"/>
                    <a:pt x="20560" y="11587"/>
                  </a:cubicBezTo>
                  <a:cubicBezTo>
                    <a:pt x="20560" y="11749"/>
                    <a:pt x="20600" y="11870"/>
                    <a:pt x="20600" y="12032"/>
                  </a:cubicBezTo>
                  <a:cubicBezTo>
                    <a:pt x="20600" y="12032"/>
                    <a:pt x="20560" y="12072"/>
                    <a:pt x="20560" y="12072"/>
                  </a:cubicBezTo>
                  <a:cubicBezTo>
                    <a:pt x="20520" y="12113"/>
                    <a:pt x="20480" y="12153"/>
                    <a:pt x="20440" y="12194"/>
                  </a:cubicBezTo>
                  <a:cubicBezTo>
                    <a:pt x="20400" y="12234"/>
                    <a:pt x="20320" y="12315"/>
                    <a:pt x="20280" y="12356"/>
                  </a:cubicBezTo>
                  <a:cubicBezTo>
                    <a:pt x="20240" y="12396"/>
                    <a:pt x="20240" y="12396"/>
                    <a:pt x="20200" y="12436"/>
                  </a:cubicBezTo>
                  <a:cubicBezTo>
                    <a:pt x="20200" y="12436"/>
                    <a:pt x="20200" y="12436"/>
                    <a:pt x="20160" y="12477"/>
                  </a:cubicBezTo>
                  <a:cubicBezTo>
                    <a:pt x="20080" y="12598"/>
                    <a:pt x="19960" y="12679"/>
                    <a:pt x="19880" y="12800"/>
                  </a:cubicBezTo>
                  <a:cubicBezTo>
                    <a:pt x="19880" y="12800"/>
                    <a:pt x="19880" y="12800"/>
                    <a:pt x="19880" y="12841"/>
                  </a:cubicBezTo>
                  <a:cubicBezTo>
                    <a:pt x="19840" y="12881"/>
                    <a:pt x="19840" y="12881"/>
                    <a:pt x="19800" y="12922"/>
                  </a:cubicBezTo>
                  <a:cubicBezTo>
                    <a:pt x="19760" y="13003"/>
                    <a:pt x="19680" y="13043"/>
                    <a:pt x="19640" y="13124"/>
                  </a:cubicBezTo>
                  <a:cubicBezTo>
                    <a:pt x="19560" y="13205"/>
                    <a:pt x="19480" y="13326"/>
                    <a:pt x="19440" y="13407"/>
                  </a:cubicBezTo>
                  <a:cubicBezTo>
                    <a:pt x="19400" y="13448"/>
                    <a:pt x="19400" y="13488"/>
                    <a:pt x="19360" y="13529"/>
                  </a:cubicBezTo>
                  <a:cubicBezTo>
                    <a:pt x="19320" y="13609"/>
                    <a:pt x="19280" y="13650"/>
                    <a:pt x="19240" y="13731"/>
                  </a:cubicBezTo>
                  <a:cubicBezTo>
                    <a:pt x="19200" y="13812"/>
                    <a:pt x="19160" y="13852"/>
                    <a:pt x="19120" y="13933"/>
                  </a:cubicBezTo>
                  <a:cubicBezTo>
                    <a:pt x="19080" y="13974"/>
                    <a:pt x="19080" y="14014"/>
                    <a:pt x="19040" y="14014"/>
                  </a:cubicBezTo>
                  <a:cubicBezTo>
                    <a:pt x="19040" y="13488"/>
                    <a:pt x="19040" y="13124"/>
                    <a:pt x="19040" y="12720"/>
                  </a:cubicBezTo>
                  <a:close/>
                  <a:moveTo>
                    <a:pt x="20680" y="13165"/>
                  </a:moveTo>
                  <a:cubicBezTo>
                    <a:pt x="20640" y="13205"/>
                    <a:pt x="20600" y="13286"/>
                    <a:pt x="20520" y="13326"/>
                  </a:cubicBezTo>
                  <a:cubicBezTo>
                    <a:pt x="20440" y="13407"/>
                    <a:pt x="20360" y="13488"/>
                    <a:pt x="20280" y="13569"/>
                  </a:cubicBezTo>
                  <a:cubicBezTo>
                    <a:pt x="20240" y="13609"/>
                    <a:pt x="20160" y="13690"/>
                    <a:pt x="20120" y="13731"/>
                  </a:cubicBezTo>
                  <a:cubicBezTo>
                    <a:pt x="20000" y="13852"/>
                    <a:pt x="19880" y="13933"/>
                    <a:pt x="19760" y="14054"/>
                  </a:cubicBezTo>
                  <a:cubicBezTo>
                    <a:pt x="19640" y="14176"/>
                    <a:pt x="19560" y="14257"/>
                    <a:pt x="19440" y="14378"/>
                  </a:cubicBezTo>
                  <a:cubicBezTo>
                    <a:pt x="19320" y="14499"/>
                    <a:pt x="19240" y="14621"/>
                    <a:pt x="19120" y="14742"/>
                  </a:cubicBezTo>
                  <a:cubicBezTo>
                    <a:pt x="19120" y="14782"/>
                    <a:pt x="19080" y="14782"/>
                    <a:pt x="19080" y="14823"/>
                  </a:cubicBezTo>
                  <a:cubicBezTo>
                    <a:pt x="19080" y="14863"/>
                    <a:pt x="19040" y="14863"/>
                    <a:pt x="19040" y="14904"/>
                  </a:cubicBezTo>
                  <a:cubicBezTo>
                    <a:pt x="19040" y="14904"/>
                    <a:pt x="19000" y="14944"/>
                    <a:pt x="19000" y="14944"/>
                  </a:cubicBezTo>
                  <a:cubicBezTo>
                    <a:pt x="19000" y="14661"/>
                    <a:pt x="19000" y="14378"/>
                    <a:pt x="19000" y="14095"/>
                  </a:cubicBezTo>
                  <a:cubicBezTo>
                    <a:pt x="19000" y="14054"/>
                    <a:pt x="19000" y="14014"/>
                    <a:pt x="19000" y="13974"/>
                  </a:cubicBezTo>
                  <a:cubicBezTo>
                    <a:pt x="19000" y="13933"/>
                    <a:pt x="19040" y="13933"/>
                    <a:pt x="19040" y="13893"/>
                  </a:cubicBezTo>
                  <a:cubicBezTo>
                    <a:pt x="19080" y="13852"/>
                    <a:pt x="19080" y="13812"/>
                    <a:pt x="19120" y="13812"/>
                  </a:cubicBezTo>
                  <a:cubicBezTo>
                    <a:pt x="19120" y="13812"/>
                    <a:pt x="19120" y="13812"/>
                    <a:pt x="19160" y="13771"/>
                  </a:cubicBezTo>
                  <a:cubicBezTo>
                    <a:pt x="19240" y="13690"/>
                    <a:pt x="19320" y="13569"/>
                    <a:pt x="19400" y="13488"/>
                  </a:cubicBezTo>
                  <a:cubicBezTo>
                    <a:pt x="19480" y="13367"/>
                    <a:pt x="19600" y="13286"/>
                    <a:pt x="19680" y="13165"/>
                  </a:cubicBezTo>
                  <a:cubicBezTo>
                    <a:pt x="19720" y="13124"/>
                    <a:pt x="19720" y="13084"/>
                    <a:pt x="19760" y="13084"/>
                  </a:cubicBezTo>
                  <a:cubicBezTo>
                    <a:pt x="19800" y="13003"/>
                    <a:pt x="19880" y="12962"/>
                    <a:pt x="19920" y="12881"/>
                  </a:cubicBezTo>
                  <a:cubicBezTo>
                    <a:pt x="19920" y="12881"/>
                    <a:pt x="19960" y="12841"/>
                    <a:pt x="19960" y="12841"/>
                  </a:cubicBezTo>
                  <a:cubicBezTo>
                    <a:pt x="20000" y="12800"/>
                    <a:pt x="20040" y="12760"/>
                    <a:pt x="20040" y="12760"/>
                  </a:cubicBezTo>
                  <a:cubicBezTo>
                    <a:pt x="20120" y="12679"/>
                    <a:pt x="20160" y="12639"/>
                    <a:pt x="20240" y="12558"/>
                  </a:cubicBezTo>
                  <a:cubicBezTo>
                    <a:pt x="20320" y="12477"/>
                    <a:pt x="20440" y="12396"/>
                    <a:pt x="20520" y="12315"/>
                  </a:cubicBezTo>
                  <a:cubicBezTo>
                    <a:pt x="20520" y="12315"/>
                    <a:pt x="20560" y="12275"/>
                    <a:pt x="20560" y="12275"/>
                  </a:cubicBezTo>
                  <a:cubicBezTo>
                    <a:pt x="20560" y="12356"/>
                    <a:pt x="20560" y="12396"/>
                    <a:pt x="20560" y="12477"/>
                  </a:cubicBezTo>
                  <a:cubicBezTo>
                    <a:pt x="20560" y="12639"/>
                    <a:pt x="20600" y="12800"/>
                    <a:pt x="20600" y="12922"/>
                  </a:cubicBezTo>
                  <a:cubicBezTo>
                    <a:pt x="20600" y="13003"/>
                    <a:pt x="20600" y="13084"/>
                    <a:pt x="20640" y="13164"/>
                  </a:cubicBezTo>
                  <a:cubicBezTo>
                    <a:pt x="20720" y="13124"/>
                    <a:pt x="20720" y="13124"/>
                    <a:pt x="20680" y="13165"/>
                  </a:cubicBezTo>
                  <a:cubicBezTo>
                    <a:pt x="20720" y="13124"/>
                    <a:pt x="20720" y="13165"/>
                    <a:pt x="20680" y="1316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90" name="Google Shape;190;ge72adf7024_0_20"/>
            <p:cNvSpPr/>
            <p:nvPr/>
          </p:nvSpPr>
          <p:spPr>
            <a:xfrm>
              <a:off x="2274743" y="3201860"/>
              <a:ext cx="352404" cy="368334"/>
            </a:xfrm>
            <a:custGeom>
              <a:rect b="b" l="l" r="r" t="t"/>
              <a:pathLst>
                <a:path extrusionOk="0" h="21600" w="21600">
                  <a:moveTo>
                    <a:pt x="21600" y="1315"/>
                  </a:moveTo>
                  <a:cubicBezTo>
                    <a:pt x="21600" y="1127"/>
                    <a:pt x="21404" y="939"/>
                    <a:pt x="21404" y="939"/>
                  </a:cubicBezTo>
                  <a:cubicBezTo>
                    <a:pt x="21404" y="939"/>
                    <a:pt x="21404" y="939"/>
                    <a:pt x="21404" y="939"/>
                  </a:cubicBezTo>
                  <a:cubicBezTo>
                    <a:pt x="21404" y="751"/>
                    <a:pt x="21207" y="751"/>
                    <a:pt x="21207" y="564"/>
                  </a:cubicBezTo>
                  <a:cubicBezTo>
                    <a:pt x="21011" y="376"/>
                    <a:pt x="21011" y="376"/>
                    <a:pt x="20815" y="188"/>
                  </a:cubicBezTo>
                  <a:cubicBezTo>
                    <a:pt x="20618" y="0"/>
                    <a:pt x="20422" y="0"/>
                    <a:pt x="20226" y="0"/>
                  </a:cubicBezTo>
                  <a:cubicBezTo>
                    <a:pt x="20029" y="0"/>
                    <a:pt x="19833" y="0"/>
                    <a:pt x="19636" y="0"/>
                  </a:cubicBezTo>
                  <a:cubicBezTo>
                    <a:pt x="19440" y="0"/>
                    <a:pt x="19244" y="0"/>
                    <a:pt x="19047" y="0"/>
                  </a:cubicBezTo>
                  <a:cubicBezTo>
                    <a:pt x="18851" y="0"/>
                    <a:pt x="18655" y="188"/>
                    <a:pt x="18262" y="188"/>
                  </a:cubicBezTo>
                  <a:cubicBezTo>
                    <a:pt x="17869" y="376"/>
                    <a:pt x="17672" y="376"/>
                    <a:pt x="17280" y="564"/>
                  </a:cubicBezTo>
                  <a:cubicBezTo>
                    <a:pt x="16494" y="751"/>
                    <a:pt x="15905" y="1127"/>
                    <a:pt x="15120" y="1503"/>
                  </a:cubicBezTo>
                  <a:cubicBezTo>
                    <a:pt x="14531" y="1690"/>
                    <a:pt x="14138" y="2066"/>
                    <a:pt x="13745" y="2254"/>
                  </a:cubicBezTo>
                  <a:cubicBezTo>
                    <a:pt x="13156" y="2630"/>
                    <a:pt x="12567" y="2817"/>
                    <a:pt x="11978" y="3193"/>
                  </a:cubicBezTo>
                  <a:cubicBezTo>
                    <a:pt x="11978" y="3193"/>
                    <a:pt x="11978" y="3193"/>
                    <a:pt x="11978" y="3193"/>
                  </a:cubicBezTo>
                  <a:cubicBezTo>
                    <a:pt x="11978" y="3193"/>
                    <a:pt x="11978" y="3381"/>
                    <a:pt x="11978" y="3381"/>
                  </a:cubicBezTo>
                  <a:cubicBezTo>
                    <a:pt x="11978" y="3381"/>
                    <a:pt x="11978" y="3381"/>
                    <a:pt x="11978" y="3381"/>
                  </a:cubicBezTo>
                  <a:cubicBezTo>
                    <a:pt x="11978" y="3381"/>
                    <a:pt x="11978" y="3381"/>
                    <a:pt x="12174" y="3381"/>
                  </a:cubicBezTo>
                  <a:cubicBezTo>
                    <a:pt x="12174" y="3381"/>
                    <a:pt x="12174" y="3381"/>
                    <a:pt x="12174" y="3381"/>
                  </a:cubicBezTo>
                  <a:cubicBezTo>
                    <a:pt x="12371" y="3381"/>
                    <a:pt x="12371" y="3193"/>
                    <a:pt x="12567" y="3193"/>
                  </a:cubicBezTo>
                  <a:cubicBezTo>
                    <a:pt x="12763" y="3193"/>
                    <a:pt x="13156" y="3005"/>
                    <a:pt x="13352" y="3005"/>
                  </a:cubicBezTo>
                  <a:cubicBezTo>
                    <a:pt x="13549" y="3005"/>
                    <a:pt x="13745" y="3005"/>
                    <a:pt x="13942" y="2817"/>
                  </a:cubicBezTo>
                  <a:cubicBezTo>
                    <a:pt x="14531" y="2817"/>
                    <a:pt x="14924" y="2630"/>
                    <a:pt x="15513" y="2630"/>
                  </a:cubicBezTo>
                  <a:cubicBezTo>
                    <a:pt x="16102" y="2630"/>
                    <a:pt x="16495" y="2442"/>
                    <a:pt x="17084" y="2442"/>
                  </a:cubicBezTo>
                  <a:cubicBezTo>
                    <a:pt x="17673" y="2254"/>
                    <a:pt x="18458" y="2254"/>
                    <a:pt x="19047" y="2066"/>
                  </a:cubicBezTo>
                  <a:cubicBezTo>
                    <a:pt x="19047" y="2066"/>
                    <a:pt x="19047" y="2066"/>
                    <a:pt x="19047" y="2066"/>
                  </a:cubicBezTo>
                  <a:cubicBezTo>
                    <a:pt x="19047" y="2066"/>
                    <a:pt x="19047" y="2066"/>
                    <a:pt x="19047" y="2254"/>
                  </a:cubicBezTo>
                  <a:cubicBezTo>
                    <a:pt x="19047" y="2442"/>
                    <a:pt x="19047" y="2630"/>
                    <a:pt x="19047" y="2817"/>
                  </a:cubicBezTo>
                  <a:cubicBezTo>
                    <a:pt x="19047" y="3005"/>
                    <a:pt x="19047" y="3381"/>
                    <a:pt x="18851" y="3569"/>
                  </a:cubicBezTo>
                  <a:cubicBezTo>
                    <a:pt x="18655" y="4320"/>
                    <a:pt x="18458" y="5259"/>
                    <a:pt x="18066" y="6010"/>
                  </a:cubicBezTo>
                  <a:cubicBezTo>
                    <a:pt x="17869" y="6386"/>
                    <a:pt x="17869" y="6762"/>
                    <a:pt x="17673" y="6950"/>
                  </a:cubicBezTo>
                  <a:cubicBezTo>
                    <a:pt x="17673" y="7137"/>
                    <a:pt x="17673" y="7325"/>
                    <a:pt x="17477" y="7325"/>
                  </a:cubicBezTo>
                  <a:cubicBezTo>
                    <a:pt x="17477" y="7513"/>
                    <a:pt x="17477" y="7513"/>
                    <a:pt x="17477" y="7701"/>
                  </a:cubicBezTo>
                  <a:cubicBezTo>
                    <a:pt x="17477" y="7701"/>
                    <a:pt x="17477" y="7701"/>
                    <a:pt x="17477" y="7701"/>
                  </a:cubicBezTo>
                  <a:cubicBezTo>
                    <a:pt x="17477" y="7701"/>
                    <a:pt x="17280" y="7513"/>
                    <a:pt x="17280" y="7513"/>
                  </a:cubicBezTo>
                  <a:cubicBezTo>
                    <a:pt x="17084" y="7325"/>
                    <a:pt x="16888" y="7137"/>
                    <a:pt x="16888" y="7137"/>
                  </a:cubicBezTo>
                  <a:cubicBezTo>
                    <a:pt x="16691" y="6950"/>
                    <a:pt x="16691" y="6950"/>
                    <a:pt x="16495" y="6762"/>
                  </a:cubicBezTo>
                  <a:cubicBezTo>
                    <a:pt x="16495" y="6574"/>
                    <a:pt x="16495" y="6574"/>
                    <a:pt x="16495" y="6386"/>
                  </a:cubicBezTo>
                  <a:cubicBezTo>
                    <a:pt x="16495" y="6198"/>
                    <a:pt x="16299" y="6010"/>
                    <a:pt x="16299" y="5823"/>
                  </a:cubicBezTo>
                  <a:cubicBezTo>
                    <a:pt x="16102" y="5635"/>
                    <a:pt x="15906" y="5635"/>
                    <a:pt x="15710" y="5447"/>
                  </a:cubicBezTo>
                  <a:cubicBezTo>
                    <a:pt x="15513" y="5447"/>
                    <a:pt x="15317" y="5447"/>
                    <a:pt x="15120" y="5447"/>
                  </a:cubicBezTo>
                  <a:cubicBezTo>
                    <a:pt x="15120" y="5447"/>
                    <a:pt x="15120" y="5447"/>
                    <a:pt x="15120" y="5447"/>
                  </a:cubicBezTo>
                  <a:cubicBezTo>
                    <a:pt x="14531" y="5071"/>
                    <a:pt x="13942" y="4696"/>
                    <a:pt x="13353" y="4132"/>
                  </a:cubicBezTo>
                  <a:cubicBezTo>
                    <a:pt x="12960" y="3944"/>
                    <a:pt x="12764" y="3569"/>
                    <a:pt x="12567" y="3381"/>
                  </a:cubicBezTo>
                  <a:cubicBezTo>
                    <a:pt x="12567" y="3381"/>
                    <a:pt x="12371" y="3381"/>
                    <a:pt x="12371" y="3381"/>
                  </a:cubicBezTo>
                  <a:cubicBezTo>
                    <a:pt x="12371" y="3381"/>
                    <a:pt x="12371" y="3381"/>
                    <a:pt x="12371" y="3569"/>
                  </a:cubicBezTo>
                  <a:cubicBezTo>
                    <a:pt x="12371" y="3756"/>
                    <a:pt x="12371" y="3756"/>
                    <a:pt x="12371" y="3944"/>
                  </a:cubicBezTo>
                  <a:cubicBezTo>
                    <a:pt x="12371" y="4132"/>
                    <a:pt x="12567" y="4320"/>
                    <a:pt x="12567" y="4508"/>
                  </a:cubicBezTo>
                  <a:cubicBezTo>
                    <a:pt x="12764" y="4883"/>
                    <a:pt x="12960" y="5259"/>
                    <a:pt x="13157" y="5447"/>
                  </a:cubicBezTo>
                  <a:cubicBezTo>
                    <a:pt x="13353" y="5823"/>
                    <a:pt x="13549" y="6010"/>
                    <a:pt x="13746" y="6386"/>
                  </a:cubicBezTo>
                  <a:cubicBezTo>
                    <a:pt x="13746" y="6386"/>
                    <a:pt x="13746" y="6386"/>
                    <a:pt x="13746" y="6574"/>
                  </a:cubicBezTo>
                  <a:cubicBezTo>
                    <a:pt x="13746" y="6574"/>
                    <a:pt x="13746" y="6574"/>
                    <a:pt x="13550" y="6762"/>
                  </a:cubicBezTo>
                  <a:cubicBezTo>
                    <a:pt x="13353" y="6950"/>
                    <a:pt x="12960" y="7325"/>
                    <a:pt x="12764" y="7513"/>
                  </a:cubicBezTo>
                  <a:cubicBezTo>
                    <a:pt x="12175" y="8076"/>
                    <a:pt x="11586" y="8640"/>
                    <a:pt x="10997" y="9203"/>
                  </a:cubicBezTo>
                  <a:cubicBezTo>
                    <a:pt x="9819" y="10330"/>
                    <a:pt x="8837" y="11457"/>
                    <a:pt x="7659" y="12584"/>
                  </a:cubicBezTo>
                  <a:cubicBezTo>
                    <a:pt x="7069" y="13148"/>
                    <a:pt x="6480" y="13711"/>
                    <a:pt x="6088" y="14275"/>
                  </a:cubicBezTo>
                  <a:cubicBezTo>
                    <a:pt x="5695" y="14838"/>
                    <a:pt x="5106" y="15214"/>
                    <a:pt x="4713" y="15777"/>
                  </a:cubicBezTo>
                  <a:cubicBezTo>
                    <a:pt x="4124" y="16341"/>
                    <a:pt x="3731" y="16904"/>
                    <a:pt x="3142" y="17468"/>
                  </a:cubicBezTo>
                  <a:cubicBezTo>
                    <a:pt x="2749" y="17843"/>
                    <a:pt x="2553" y="18219"/>
                    <a:pt x="2160" y="18595"/>
                  </a:cubicBezTo>
                  <a:cubicBezTo>
                    <a:pt x="1964" y="18783"/>
                    <a:pt x="1768" y="18970"/>
                    <a:pt x="1571" y="19158"/>
                  </a:cubicBezTo>
                  <a:cubicBezTo>
                    <a:pt x="1375" y="19534"/>
                    <a:pt x="982" y="19910"/>
                    <a:pt x="786" y="20097"/>
                  </a:cubicBezTo>
                  <a:cubicBezTo>
                    <a:pt x="393" y="20473"/>
                    <a:pt x="196" y="21036"/>
                    <a:pt x="0" y="21412"/>
                  </a:cubicBezTo>
                  <a:cubicBezTo>
                    <a:pt x="0" y="21412"/>
                    <a:pt x="0" y="21600"/>
                    <a:pt x="0" y="21600"/>
                  </a:cubicBezTo>
                  <a:lnTo>
                    <a:pt x="0" y="21600"/>
                  </a:lnTo>
                  <a:cubicBezTo>
                    <a:pt x="0" y="21600"/>
                    <a:pt x="196" y="21600"/>
                    <a:pt x="196" y="21600"/>
                  </a:cubicBezTo>
                  <a:cubicBezTo>
                    <a:pt x="393" y="21412"/>
                    <a:pt x="786" y="21037"/>
                    <a:pt x="1178" y="20849"/>
                  </a:cubicBezTo>
                  <a:cubicBezTo>
                    <a:pt x="1374" y="20661"/>
                    <a:pt x="1571" y="20661"/>
                    <a:pt x="1571" y="20473"/>
                  </a:cubicBezTo>
                  <a:cubicBezTo>
                    <a:pt x="1767" y="20285"/>
                    <a:pt x="2160" y="19910"/>
                    <a:pt x="2356" y="19722"/>
                  </a:cubicBezTo>
                  <a:cubicBezTo>
                    <a:pt x="2945" y="19158"/>
                    <a:pt x="3534" y="18595"/>
                    <a:pt x="4320" y="18031"/>
                  </a:cubicBezTo>
                  <a:cubicBezTo>
                    <a:pt x="5498" y="17092"/>
                    <a:pt x="6676" y="16153"/>
                    <a:pt x="7658" y="15026"/>
                  </a:cubicBezTo>
                  <a:cubicBezTo>
                    <a:pt x="8836" y="14087"/>
                    <a:pt x="10014" y="13148"/>
                    <a:pt x="10996" y="12021"/>
                  </a:cubicBezTo>
                  <a:cubicBezTo>
                    <a:pt x="12174" y="10894"/>
                    <a:pt x="13549" y="9955"/>
                    <a:pt x="14727" y="8828"/>
                  </a:cubicBezTo>
                  <a:cubicBezTo>
                    <a:pt x="14924" y="8640"/>
                    <a:pt x="15120" y="8452"/>
                    <a:pt x="15120" y="8452"/>
                  </a:cubicBezTo>
                  <a:cubicBezTo>
                    <a:pt x="15120" y="8452"/>
                    <a:pt x="15316" y="8640"/>
                    <a:pt x="15316" y="8640"/>
                  </a:cubicBezTo>
                  <a:cubicBezTo>
                    <a:pt x="15512" y="8828"/>
                    <a:pt x="15709" y="9016"/>
                    <a:pt x="15709" y="9203"/>
                  </a:cubicBezTo>
                  <a:cubicBezTo>
                    <a:pt x="15905" y="9391"/>
                    <a:pt x="15905" y="9391"/>
                    <a:pt x="16101" y="9579"/>
                  </a:cubicBezTo>
                  <a:cubicBezTo>
                    <a:pt x="16298" y="9767"/>
                    <a:pt x="16494" y="9955"/>
                    <a:pt x="16691" y="10142"/>
                  </a:cubicBezTo>
                  <a:cubicBezTo>
                    <a:pt x="16887" y="10330"/>
                    <a:pt x="16887" y="10330"/>
                    <a:pt x="17083" y="10518"/>
                  </a:cubicBezTo>
                  <a:cubicBezTo>
                    <a:pt x="17280" y="10518"/>
                    <a:pt x="17672" y="10518"/>
                    <a:pt x="17869" y="10518"/>
                  </a:cubicBezTo>
                  <a:cubicBezTo>
                    <a:pt x="18065" y="10330"/>
                    <a:pt x="18261" y="10142"/>
                    <a:pt x="18458" y="9955"/>
                  </a:cubicBezTo>
                  <a:cubicBezTo>
                    <a:pt x="18458" y="9955"/>
                    <a:pt x="18458" y="9767"/>
                    <a:pt x="18458" y="9767"/>
                  </a:cubicBezTo>
                  <a:cubicBezTo>
                    <a:pt x="18458" y="9767"/>
                    <a:pt x="18654" y="9767"/>
                    <a:pt x="18654" y="9767"/>
                  </a:cubicBezTo>
                  <a:cubicBezTo>
                    <a:pt x="18851" y="9767"/>
                    <a:pt x="19243" y="9579"/>
                    <a:pt x="19440" y="9203"/>
                  </a:cubicBezTo>
                  <a:cubicBezTo>
                    <a:pt x="19636" y="9016"/>
                    <a:pt x="19636" y="8828"/>
                    <a:pt x="19832" y="8452"/>
                  </a:cubicBezTo>
                  <a:cubicBezTo>
                    <a:pt x="19832" y="8452"/>
                    <a:pt x="19832" y="8264"/>
                    <a:pt x="20029" y="8264"/>
                  </a:cubicBezTo>
                  <a:cubicBezTo>
                    <a:pt x="20029" y="8076"/>
                    <a:pt x="20225" y="7889"/>
                    <a:pt x="20225" y="7701"/>
                  </a:cubicBezTo>
                  <a:cubicBezTo>
                    <a:pt x="20421" y="7325"/>
                    <a:pt x="20421" y="6949"/>
                    <a:pt x="20618" y="6574"/>
                  </a:cubicBezTo>
                  <a:cubicBezTo>
                    <a:pt x="21010" y="5447"/>
                    <a:pt x="21207" y="4320"/>
                    <a:pt x="21207" y="3005"/>
                  </a:cubicBezTo>
                  <a:cubicBezTo>
                    <a:pt x="21207" y="2629"/>
                    <a:pt x="21207" y="2442"/>
                    <a:pt x="21207" y="2066"/>
                  </a:cubicBezTo>
                  <a:cubicBezTo>
                    <a:pt x="21600" y="1691"/>
                    <a:pt x="21600" y="1503"/>
                    <a:pt x="21600" y="1315"/>
                  </a:cubicBezTo>
                  <a:close/>
                  <a:moveTo>
                    <a:pt x="19243" y="1691"/>
                  </a:moveTo>
                  <a:cubicBezTo>
                    <a:pt x="19243" y="1691"/>
                    <a:pt x="19243" y="1691"/>
                    <a:pt x="19243" y="1691"/>
                  </a:cubicBezTo>
                  <a:cubicBezTo>
                    <a:pt x="19243" y="1691"/>
                    <a:pt x="19243" y="1691"/>
                    <a:pt x="19243" y="1691"/>
                  </a:cubicBezTo>
                  <a:cubicBezTo>
                    <a:pt x="19243" y="1691"/>
                    <a:pt x="19243" y="1691"/>
                    <a:pt x="19243" y="1691"/>
                  </a:cubicBezTo>
                  <a:close/>
                  <a:moveTo>
                    <a:pt x="19243" y="1878"/>
                  </a:moveTo>
                  <a:cubicBezTo>
                    <a:pt x="19243" y="1878"/>
                    <a:pt x="19243" y="1878"/>
                    <a:pt x="19243" y="1878"/>
                  </a:cubicBezTo>
                  <a:cubicBezTo>
                    <a:pt x="19243" y="1878"/>
                    <a:pt x="19243" y="1878"/>
                    <a:pt x="19243" y="1878"/>
                  </a:cubicBezTo>
                  <a:cubicBezTo>
                    <a:pt x="19243" y="1878"/>
                    <a:pt x="19243" y="1878"/>
                    <a:pt x="19243" y="1878"/>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91" name="Google Shape;191;ge72adf7024_0_20"/>
            <p:cNvSpPr/>
            <p:nvPr/>
          </p:nvSpPr>
          <p:spPr>
            <a:xfrm>
              <a:off x="2285854" y="4584628"/>
              <a:ext cx="366714" cy="354024"/>
            </a:xfrm>
            <a:custGeom>
              <a:rect b="b" l="l" r="r" t="t"/>
              <a:pathLst>
                <a:path extrusionOk="0" h="21600" w="21600">
                  <a:moveTo>
                    <a:pt x="12397" y="16151"/>
                  </a:moveTo>
                  <a:cubicBezTo>
                    <a:pt x="12209" y="16346"/>
                    <a:pt x="12209" y="16346"/>
                    <a:pt x="12021" y="16541"/>
                  </a:cubicBezTo>
                  <a:cubicBezTo>
                    <a:pt x="11833" y="16735"/>
                    <a:pt x="11646" y="16930"/>
                    <a:pt x="11458" y="17124"/>
                  </a:cubicBezTo>
                  <a:cubicBezTo>
                    <a:pt x="11270" y="17319"/>
                    <a:pt x="11270" y="17319"/>
                    <a:pt x="11082" y="17514"/>
                  </a:cubicBezTo>
                  <a:cubicBezTo>
                    <a:pt x="11082" y="17708"/>
                    <a:pt x="11082" y="18097"/>
                    <a:pt x="11082" y="18292"/>
                  </a:cubicBezTo>
                  <a:cubicBezTo>
                    <a:pt x="11270" y="18486"/>
                    <a:pt x="11458" y="18681"/>
                    <a:pt x="11646" y="18876"/>
                  </a:cubicBezTo>
                  <a:cubicBezTo>
                    <a:pt x="11646" y="18876"/>
                    <a:pt x="11833" y="18876"/>
                    <a:pt x="11833" y="18876"/>
                  </a:cubicBezTo>
                  <a:cubicBezTo>
                    <a:pt x="11833" y="18876"/>
                    <a:pt x="11833" y="19070"/>
                    <a:pt x="11833" y="19070"/>
                  </a:cubicBezTo>
                  <a:cubicBezTo>
                    <a:pt x="11833" y="19265"/>
                    <a:pt x="12021" y="19654"/>
                    <a:pt x="12397" y="19849"/>
                  </a:cubicBezTo>
                  <a:cubicBezTo>
                    <a:pt x="12585" y="20043"/>
                    <a:pt x="12773" y="20043"/>
                    <a:pt x="13148" y="20238"/>
                  </a:cubicBezTo>
                  <a:cubicBezTo>
                    <a:pt x="13148" y="20238"/>
                    <a:pt x="13336" y="20238"/>
                    <a:pt x="13336" y="20432"/>
                  </a:cubicBezTo>
                  <a:cubicBezTo>
                    <a:pt x="13524" y="20432"/>
                    <a:pt x="13712" y="20627"/>
                    <a:pt x="13900" y="20627"/>
                  </a:cubicBezTo>
                  <a:cubicBezTo>
                    <a:pt x="14275" y="20822"/>
                    <a:pt x="14651" y="20822"/>
                    <a:pt x="15027" y="21016"/>
                  </a:cubicBezTo>
                  <a:cubicBezTo>
                    <a:pt x="16153" y="21405"/>
                    <a:pt x="17280" y="21600"/>
                    <a:pt x="18595" y="21600"/>
                  </a:cubicBezTo>
                  <a:cubicBezTo>
                    <a:pt x="18971" y="21600"/>
                    <a:pt x="19159" y="21600"/>
                    <a:pt x="19534" y="21600"/>
                  </a:cubicBezTo>
                  <a:cubicBezTo>
                    <a:pt x="19722" y="21600"/>
                    <a:pt x="19910" y="21600"/>
                    <a:pt x="20286" y="21405"/>
                  </a:cubicBezTo>
                  <a:cubicBezTo>
                    <a:pt x="20473" y="21405"/>
                    <a:pt x="20661" y="21211"/>
                    <a:pt x="20661" y="21211"/>
                  </a:cubicBezTo>
                  <a:cubicBezTo>
                    <a:pt x="20661" y="21211"/>
                    <a:pt x="20661" y="21211"/>
                    <a:pt x="20661" y="21211"/>
                  </a:cubicBezTo>
                  <a:cubicBezTo>
                    <a:pt x="20849" y="21211"/>
                    <a:pt x="20849" y="21016"/>
                    <a:pt x="21037" y="21016"/>
                  </a:cubicBezTo>
                  <a:cubicBezTo>
                    <a:pt x="21224" y="20822"/>
                    <a:pt x="21224" y="20822"/>
                    <a:pt x="21412" y="20627"/>
                  </a:cubicBezTo>
                  <a:cubicBezTo>
                    <a:pt x="21600" y="20432"/>
                    <a:pt x="21600" y="20238"/>
                    <a:pt x="21600" y="20043"/>
                  </a:cubicBezTo>
                  <a:cubicBezTo>
                    <a:pt x="21600" y="19849"/>
                    <a:pt x="21600" y="19654"/>
                    <a:pt x="21600" y="19459"/>
                  </a:cubicBezTo>
                  <a:cubicBezTo>
                    <a:pt x="21600" y="19265"/>
                    <a:pt x="21600" y="19070"/>
                    <a:pt x="21600" y="18876"/>
                  </a:cubicBezTo>
                  <a:cubicBezTo>
                    <a:pt x="21600" y="18681"/>
                    <a:pt x="21412" y="18486"/>
                    <a:pt x="21412" y="18097"/>
                  </a:cubicBezTo>
                  <a:cubicBezTo>
                    <a:pt x="21224" y="17708"/>
                    <a:pt x="21224" y="17514"/>
                    <a:pt x="21037" y="17124"/>
                  </a:cubicBezTo>
                  <a:cubicBezTo>
                    <a:pt x="20849" y="16346"/>
                    <a:pt x="20473" y="15762"/>
                    <a:pt x="20098" y="14984"/>
                  </a:cubicBezTo>
                  <a:cubicBezTo>
                    <a:pt x="19910" y="14400"/>
                    <a:pt x="19534" y="14011"/>
                    <a:pt x="19346" y="13622"/>
                  </a:cubicBezTo>
                  <a:cubicBezTo>
                    <a:pt x="18971" y="13038"/>
                    <a:pt x="18783" y="12454"/>
                    <a:pt x="18407" y="11870"/>
                  </a:cubicBezTo>
                  <a:cubicBezTo>
                    <a:pt x="18407" y="11870"/>
                    <a:pt x="18407" y="11870"/>
                    <a:pt x="18407" y="11870"/>
                  </a:cubicBezTo>
                  <a:cubicBezTo>
                    <a:pt x="18407" y="11870"/>
                    <a:pt x="18219" y="11870"/>
                    <a:pt x="18219" y="11870"/>
                  </a:cubicBezTo>
                  <a:cubicBezTo>
                    <a:pt x="18219" y="11870"/>
                    <a:pt x="18219" y="11870"/>
                    <a:pt x="18219" y="11870"/>
                  </a:cubicBezTo>
                  <a:cubicBezTo>
                    <a:pt x="18219" y="11870"/>
                    <a:pt x="18219" y="11870"/>
                    <a:pt x="18219" y="12065"/>
                  </a:cubicBezTo>
                  <a:cubicBezTo>
                    <a:pt x="18219" y="12065"/>
                    <a:pt x="18219" y="12065"/>
                    <a:pt x="18219" y="12065"/>
                  </a:cubicBezTo>
                  <a:cubicBezTo>
                    <a:pt x="18219" y="12260"/>
                    <a:pt x="18407" y="12260"/>
                    <a:pt x="18407" y="12454"/>
                  </a:cubicBezTo>
                  <a:cubicBezTo>
                    <a:pt x="18407" y="12649"/>
                    <a:pt x="18595" y="13038"/>
                    <a:pt x="18595" y="13232"/>
                  </a:cubicBezTo>
                  <a:cubicBezTo>
                    <a:pt x="18595" y="13427"/>
                    <a:pt x="18595" y="13622"/>
                    <a:pt x="18783" y="13816"/>
                  </a:cubicBezTo>
                  <a:cubicBezTo>
                    <a:pt x="18783" y="14400"/>
                    <a:pt x="18970" y="14789"/>
                    <a:pt x="18970" y="15373"/>
                  </a:cubicBezTo>
                  <a:cubicBezTo>
                    <a:pt x="18970" y="15957"/>
                    <a:pt x="19158" y="16346"/>
                    <a:pt x="19158" y="16930"/>
                  </a:cubicBezTo>
                  <a:cubicBezTo>
                    <a:pt x="19346" y="17513"/>
                    <a:pt x="19346" y="18292"/>
                    <a:pt x="19534" y="18876"/>
                  </a:cubicBezTo>
                  <a:cubicBezTo>
                    <a:pt x="19534" y="18876"/>
                    <a:pt x="19534" y="18876"/>
                    <a:pt x="19534" y="18876"/>
                  </a:cubicBezTo>
                  <a:cubicBezTo>
                    <a:pt x="19534" y="18876"/>
                    <a:pt x="19534" y="18876"/>
                    <a:pt x="19346" y="18876"/>
                  </a:cubicBezTo>
                  <a:cubicBezTo>
                    <a:pt x="19158" y="18876"/>
                    <a:pt x="18970" y="18876"/>
                    <a:pt x="18782" y="18876"/>
                  </a:cubicBezTo>
                  <a:cubicBezTo>
                    <a:pt x="18595" y="18876"/>
                    <a:pt x="18219" y="18876"/>
                    <a:pt x="18031" y="18681"/>
                  </a:cubicBezTo>
                  <a:cubicBezTo>
                    <a:pt x="17280" y="18486"/>
                    <a:pt x="16341" y="18292"/>
                    <a:pt x="15589" y="17903"/>
                  </a:cubicBezTo>
                  <a:cubicBezTo>
                    <a:pt x="15214" y="17708"/>
                    <a:pt x="14838" y="17708"/>
                    <a:pt x="14650" y="17513"/>
                  </a:cubicBezTo>
                  <a:cubicBezTo>
                    <a:pt x="14463" y="17513"/>
                    <a:pt x="14275" y="17513"/>
                    <a:pt x="14275" y="17319"/>
                  </a:cubicBezTo>
                  <a:cubicBezTo>
                    <a:pt x="14087" y="17319"/>
                    <a:pt x="14087" y="17319"/>
                    <a:pt x="13899" y="17319"/>
                  </a:cubicBezTo>
                  <a:cubicBezTo>
                    <a:pt x="13899" y="17319"/>
                    <a:pt x="13899" y="17319"/>
                    <a:pt x="13899" y="17319"/>
                  </a:cubicBezTo>
                  <a:cubicBezTo>
                    <a:pt x="13899" y="17319"/>
                    <a:pt x="14087" y="17124"/>
                    <a:pt x="14087" y="17124"/>
                  </a:cubicBezTo>
                  <a:cubicBezTo>
                    <a:pt x="14275" y="16930"/>
                    <a:pt x="14463" y="16735"/>
                    <a:pt x="14463" y="16735"/>
                  </a:cubicBezTo>
                  <a:cubicBezTo>
                    <a:pt x="14650" y="16540"/>
                    <a:pt x="14650" y="16540"/>
                    <a:pt x="14838" y="16346"/>
                  </a:cubicBezTo>
                  <a:cubicBezTo>
                    <a:pt x="15026" y="16346"/>
                    <a:pt x="15026" y="16346"/>
                    <a:pt x="15214" y="16346"/>
                  </a:cubicBezTo>
                  <a:cubicBezTo>
                    <a:pt x="15401" y="16346"/>
                    <a:pt x="15589" y="16151"/>
                    <a:pt x="15777" y="16151"/>
                  </a:cubicBezTo>
                  <a:cubicBezTo>
                    <a:pt x="15965" y="15957"/>
                    <a:pt x="15965" y="15762"/>
                    <a:pt x="16153" y="15567"/>
                  </a:cubicBezTo>
                  <a:cubicBezTo>
                    <a:pt x="16153" y="15373"/>
                    <a:pt x="16153" y="15178"/>
                    <a:pt x="16153" y="14984"/>
                  </a:cubicBezTo>
                  <a:cubicBezTo>
                    <a:pt x="16153" y="14984"/>
                    <a:pt x="16153" y="14984"/>
                    <a:pt x="16153" y="14984"/>
                  </a:cubicBezTo>
                  <a:cubicBezTo>
                    <a:pt x="16528" y="14400"/>
                    <a:pt x="16904" y="13816"/>
                    <a:pt x="17467" y="13232"/>
                  </a:cubicBezTo>
                  <a:cubicBezTo>
                    <a:pt x="17655" y="12843"/>
                    <a:pt x="18031" y="12649"/>
                    <a:pt x="18219" y="12454"/>
                  </a:cubicBezTo>
                  <a:cubicBezTo>
                    <a:pt x="18219" y="12454"/>
                    <a:pt x="18219" y="12259"/>
                    <a:pt x="18219" y="12259"/>
                  </a:cubicBezTo>
                  <a:cubicBezTo>
                    <a:pt x="18219" y="12259"/>
                    <a:pt x="18219" y="12259"/>
                    <a:pt x="18031" y="12259"/>
                  </a:cubicBezTo>
                  <a:cubicBezTo>
                    <a:pt x="17843" y="12259"/>
                    <a:pt x="17843" y="12259"/>
                    <a:pt x="17655" y="12259"/>
                  </a:cubicBezTo>
                  <a:cubicBezTo>
                    <a:pt x="17468" y="12259"/>
                    <a:pt x="17280" y="12454"/>
                    <a:pt x="17092" y="12454"/>
                  </a:cubicBezTo>
                  <a:cubicBezTo>
                    <a:pt x="16716" y="12649"/>
                    <a:pt x="16340" y="12843"/>
                    <a:pt x="16153" y="13038"/>
                  </a:cubicBezTo>
                  <a:cubicBezTo>
                    <a:pt x="15777" y="13232"/>
                    <a:pt x="15589" y="13427"/>
                    <a:pt x="15214" y="13622"/>
                  </a:cubicBezTo>
                  <a:cubicBezTo>
                    <a:pt x="15214" y="13622"/>
                    <a:pt x="15214" y="13622"/>
                    <a:pt x="15026" y="13622"/>
                  </a:cubicBezTo>
                  <a:cubicBezTo>
                    <a:pt x="15026" y="13622"/>
                    <a:pt x="15026" y="13622"/>
                    <a:pt x="14838" y="13427"/>
                  </a:cubicBezTo>
                  <a:cubicBezTo>
                    <a:pt x="14650" y="13232"/>
                    <a:pt x="14275" y="12843"/>
                    <a:pt x="14087" y="12649"/>
                  </a:cubicBezTo>
                  <a:cubicBezTo>
                    <a:pt x="13523" y="12065"/>
                    <a:pt x="12960" y="11481"/>
                    <a:pt x="12396" y="10897"/>
                  </a:cubicBezTo>
                  <a:cubicBezTo>
                    <a:pt x="11269" y="9730"/>
                    <a:pt x="10143" y="8757"/>
                    <a:pt x="9015" y="7589"/>
                  </a:cubicBezTo>
                  <a:cubicBezTo>
                    <a:pt x="8452" y="7005"/>
                    <a:pt x="7889" y="6422"/>
                    <a:pt x="7325" y="6032"/>
                  </a:cubicBezTo>
                  <a:cubicBezTo>
                    <a:pt x="6761" y="5643"/>
                    <a:pt x="6386" y="5059"/>
                    <a:pt x="5822" y="4670"/>
                  </a:cubicBezTo>
                  <a:cubicBezTo>
                    <a:pt x="5259" y="4086"/>
                    <a:pt x="4696" y="3697"/>
                    <a:pt x="4132" y="3113"/>
                  </a:cubicBezTo>
                  <a:cubicBezTo>
                    <a:pt x="3756" y="2724"/>
                    <a:pt x="3381" y="2530"/>
                    <a:pt x="3005" y="2140"/>
                  </a:cubicBezTo>
                  <a:cubicBezTo>
                    <a:pt x="2817" y="1946"/>
                    <a:pt x="2630" y="1751"/>
                    <a:pt x="2442" y="1557"/>
                  </a:cubicBezTo>
                  <a:cubicBezTo>
                    <a:pt x="2066" y="1362"/>
                    <a:pt x="1690" y="973"/>
                    <a:pt x="1502" y="778"/>
                  </a:cubicBezTo>
                  <a:cubicBezTo>
                    <a:pt x="1127" y="389"/>
                    <a:pt x="563" y="195"/>
                    <a:pt x="188" y="0"/>
                  </a:cubicBezTo>
                  <a:cubicBezTo>
                    <a:pt x="188" y="0"/>
                    <a:pt x="0" y="0"/>
                    <a:pt x="0" y="0"/>
                  </a:cubicBezTo>
                  <a:lnTo>
                    <a:pt x="0" y="0"/>
                  </a:lnTo>
                  <a:cubicBezTo>
                    <a:pt x="0" y="0"/>
                    <a:pt x="0" y="195"/>
                    <a:pt x="0" y="195"/>
                  </a:cubicBezTo>
                  <a:cubicBezTo>
                    <a:pt x="188" y="389"/>
                    <a:pt x="564" y="778"/>
                    <a:pt x="751" y="1168"/>
                  </a:cubicBezTo>
                  <a:cubicBezTo>
                    <a:pt x="939" y="1362"/>
                    <a:pt x="939" y="1557"/>
                    <a:pt x="1127" y="1557"/>
                  </a:cubicBezTo>
                  <a:cubicBezTo>
                    <a:pt x="1315" y="1751"/>
                    <a:pt x="1690" y="2141"/>
                    <a:pt x="1878" y="2335"/>
                  </a:cubicBezTo>
                  <a:cubicBezTo>
                    <a:pt x="2442" y="2919"/>
                    <a:pt x="3005" y="3503"/>
                    <a:pt x="3569" y="4281"/>
                  </a:cubicBezTo>
                  <a:cubicBezTo>
                    <a:pt x="4508" y="5449"/>
                    <a:pt x="5447" y="6616"/>
                    <a:pt x="6574" y="7589"/>
                  </a:cubicBezTo>
                  <a:cubicBezTo>
                    <a:pt x="7513" y="8757"/>
                    <a:pt x="8452" y="9924"/>
                    <a:pt x="9579" y="10897"/>
                  </a:cubicBezTo>
                  <a:cubicBezTo>
                    <a:pt x="10706" y="12065"/>
                    <a:pt x="11645" y="13427"/>
                    <a:pt x="12772" y="14595"/>
                  </a:cubicBezTo>
                  <a:cubicBezTo>
                    <a:pt x="12959" y="14789"/>
                    <a:pt x="13147" y="14984"/>
                    <a:pt x="13147" y="14984"/>
                  </a:cubicBezTo>
                  <a:cubicBezTo>
                    <a:pt x="13147" y="14984"/>
                    <a:pt x="12959" y="15178"/>
                    <a:pt x="12959" y="15178"/>
                  </a:cubicBezTo>
                  <a:cubicBezTo>
                    <a:pt x="12772" y="15762"/>
                    <a:pt x="12585" y="15957"/>
                    <a:pt x="12397" y="16151"/>
                  </a:cubicBezTo>
                  <a:close/>
                  <a:moveTo>
                    <a:pt x="19910" y="18876"/>
                  </a:moveTo>
                  <a:cubicBezTo>
                    <a:pt x="19722" y="18876"/>
                    <a:pt x="19722" y="18876"/>
                    <a:pt x="19910" y="18876"/>
                  </a:cubicBezTo>
                  <a:cubicBezTo>
                    <a:pt x="19722" y="18876"/>
                    <a:pt x="19722" y="18876"/>
                    <a:pt x="19910" y="18876"/>
                  </a:cubicBezTo>
                  <a:cubicBezTo>
                    <a:pt x="19722" y="18876"/>
                    <a:pt x="19722" y="18876"/>
                    <a:pt x="19910" y="18876"/>
                  </a:cubicBezTo>
                  <a:close/>
                  <a:moveTo>
                    <a:pt x="19722" y="18876"/>
                  </a:moveTo>
                  <a:cubicBezTo>
                    <a:pt x="19722" y="18876"/>
                    <a:pt x="19722" y="18876"/>
                    <a:pt x="19722" y="18876"/>
                  </a:cubicBezTo>
                  <a:cubicBezTo>
                    <a:pt x="19722" y="18876"/>
                    <a:pt x="19722" y="18876"/>
                    <a:pt x="19722" y="18876"/>
                  </a:cubicBezTo>
                  <a:cubicBezTo>
                    <a:pt x="19722" y="18876"/>
                    <a:pt x="19722" y="18876"/>
                    <a:pt x="19722" y="18876"/>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92" name="Google Shape;192;ge72adf7024_0_20"/>
            <p:cNvSpPr/>
            <p:nvPr/>
          </p:nvSpPr>
          <p:spPr>
            <a:xfrm rot="2603286">
              <a:off x="2360464" y="3886115"/>
              <a:ext cx="374655" cy="368314"/>
            </a:xfrm>
            <a:custGeom>
              <a:rect b="b" l="l" r="r" t="t"/>
              <a:pathLst>
                <a:path extrusionOk="0" h="21600" w="21600">
                  <a:moveTo>
                    <a:pt x="21600" y="1315"/>
                  </a:moveTo>
                  <a:cubicBezTo>
                    <a:pt x="21600" y="1127"/>
                    <a:pt x="21404" y="939"/>
                    <a:pt x="21404" y="939"/>
                  </a:cubicBezTo>
                  <a:cubicBezTo>
                    <a:pt x="21404" y="939"/>
                    <a:pt x="21404" y="939"/>
                    <a:pt x="21404" y="939"/>
                  </a:cubicBezTo>
                  <a:cubicBezTo>
                    <a:pt x="21404" y="751"/>
                    <a:pt x="21207" y="751"/>
                    <a:pt x="21207" y="564"/>
                  </a:cubicBezTo>
                  <a:cubicBezTo>
                    <a:pt x="21011" y="376"/>
                    <a:pt x="21011" y="376"/>
                    <a:pt x="20815" y="188"/>
                  </a:cubicBezTo>
                  <a:cubicBezTo>
                    <a:pt x="20618" y="0"/>
                    <a:pt x="20422" y="0"/>
                    <a:pt x="20226" y="0"/>
                  </a:cubicBezTo>
                  <a:cubicBezTo>
                    <a:pt x="20029" y="0"/>
                    <a:pt x="19833" y="0"/>
                    <a:pt x="19636" y="0"/>
                  </a:cubicBezTo>
                  <a:cubicBezTo>
                    <a:pt x="19440" y="0"/>
                    <a:pt x="19244" y="0"/>
                    <a:pt x="19047" y="0"/>
                  </a:cubicBezTo>
                  <a:cubicBezTo>
                    <a:pt x="18851" y="0"/>
                    <a:pt x="18655" y="188"/>
                    <a:pt x="18262" y="188"/>
                  </a:cubicBezTo>
                  <a:cubicBezTo>
                    <a:pt x="17869" y="376"/>
                    <a:pt x="17672" y="376"/>
                    <a:pt x="17280" y="564"/>
                  </a:cubicBezTo>
                  <a:cubicBezTo>
                    <a:pt x="16494" y="751"/>
                    <a:pt x="15905" y="1127"/>
                    <a:pt x="15120" y="1503"/>
                  </a:cubicBezTo>
                  <a:cubicBezTo>
                    <a:pt x="14531" y="1690"/>
                    <a:pt x="14138" y="2066"/>
                    <a:pt x="13745" y="2254"/>
                  </a:cubicBezTo>
                  <a:cubicBezTo>
                    <a:pt x="13156" y="2630"/>
                    <a:pt x="12567" y="2817"/>
                    <a:pt x="11978" y="3193"/>
                  </a:cubicBezTo>
                  <a:cubicBezTo>
                    <a:pt x="11978" y="3193"/>
                    <a:pt x="11978" y="3193"/>
                    <a:pt x="11978" y="3193"/>
                  </a:cubicBezTo>
                  <a:cubicBezTo>
                    <a:pt x="11978" y="3193"/>
                    <a:pt x="11978" y="3381"/>
                    <a:pt x="11978" y="3381"/>
                  </a:cubicBezTo>
                  <a:cubicBezTo>
                    <a:pt x="11978" y="3381"/>
                    <a:pt x="11978" y="3381"/>
                    <a:pt x="11978" y="3381"/>
                  </a:cubicBezTo>
                  <a:cubicBezTo>
                    <a:pt x="11978" y="3381"/>
                    <a:pt x="11978" y="3381"/>
                    <a:pt x="12174" y="3381"/>
                  </a:cubicBezTo>
                  <a:cubicBezTo>
                    <a:pt x="12174" y="3381"/>
                    <a:pt x="12174" y="3381"/>
                    <a:pt x="12174" y="3381"/>
                  </a:cubicBezTo>
                  <a:cubicBezTo>
                    <a:pt x="12371" y="3381"/>
                    <a:pt x="12371" y="3193"/>
                    <a:pt x="12567" y="3193"/>
                  </a:cubicBezTo>
                  <a:cubicBezTo>
                    <a:pt x="12763" y="3193"/>
                    <a:pt x="13156" y="3005"/>
                    <a:pt x="13352" y="3005"/>
                  </a:cubicBezTo>
                  <a:cubicBezTo>
                    <a:pt x="13549" y="3005"/>
                    <a:pt x="13745" y="3005"/>
                    <a:pt x="13942" y="2817"/>
                  </a:cubicBezTo>
                  <a:cubicBezTo>
                    <a:pt x="14531" y="2817"/>
                    <a:pt x="14924" y="2630"/>
                    <a:pt x="15513" y="2630"/>
                  </a:cubicBezTo>
                  <a:cubicBezTo>
                    <a:pt x="16102" y="2630"/>
                    <a:pt x="16495" y="2442"/>
                    <a:pt x="17084" y="2442"/>
                  </a:cubicBezTo>
                  <a:cubicBezTo>
                    <a:pt x="17673" y="2254"/>
                    <a:pt x="18458" y="2254"/>
                    <a:pt x="19047" y="2066"/>
                  </a:cubicBezTo>
                  <a:cubicBezTo>
                    <a:pt x="19047" y="2066"/>
                    <a:pt x="19047" y="2066"/>
                    <a:pt x="19047" y="2066"/>
                  </a:cubicBezTo>
                  <a:cubicBezTo>
                    <a:pt x="19047" y="2066"/>
                    <a:pt x="19047" y="2066"/>
                    <a:pt x="19047" y="2254"/>
                  </a:cubicBezTo>
                  <a:cubicBezTo>
                    <a:pt x="19047" y="2442"/>
                    <a:pt x="19047" y="2630"/>
                    <a:pt x="19047" y="2817"/>
                  </a:cubicBezTo>
                  <a:cubicBezTo>
                    <a:pt x="19047" y="3005"/>
                    <a:pt x="19047" y="3381"/>
                    <a:pt x="18851" y="3569"/>
                  </a:cubicBezTo>
                  <a:cubicBezTo>
                    <a:pt x="18655" y="4320"/>
                    <a:pt x="18458" y="5259"/>
                    <a:pt x="18066" y="6010"/>
                  </a:cubicBezTo>
                  <a:cubicBezTo>
                    <a:pt x="17869" y="6386"/>
                    <a:pt x="17869" y="6762"/>
                    <a:pt x="17673" y="6950"/>
                  </a:cubicBezTo>
                  <a:cubicBezTo>
                    <a:pt x="17673" y="7137"/>
                    <a:pt x="17673" y="7325"/>
                    <a:pt x="17477" y="7325"/>
                  </a:cubicBezTo>
                  <a:cubicBezTo>
                    <a:pt x="17477" y="7513"/>
                    <a:pt x="17477" y="7513"/>
                    <a:pt x="17477" y="7701"/>
                  </a:cubicBezTo>
                  <a:cubicBezTo>
                    <a:pt x="17477" y="7701"/>
                    <a:pt x="17477" y="7701"/>
                    <a:pt x="17477" y="7701"/>
                  </a:cubicBezTo>
                  <a:cubicBezTo>
                    <a:pt x="17477" y="7701"/>
                    <a:pt x="17280" y="7513"/>
                    <a:pt x="17280" y="7513"/>
                  </a:cubicBezTo>
                  <a:cubicBezTo>
                    <a:pt x="17084" y="7325"/>
                    <a:pt x="16888" y="7137"/>
                    <a:pt x="16888" y="7137"/>
                  </a:cubicBezTo>
                  <a:cubicBezTo>
                    <a:pt x="16691" y="6950"/>
                    <a:pt x="16691" y="6950"/>
                    <a:pt x="16495" y="6762"/>
                  </a:cubicBezTo>
                  <a:cubicBezTo>
                    <a:pt x="16495" y="6574"/>
                    <a:pt x="16495" y="6574"/>
                    <a:pt x="16495" y="6386"/>
                  </a:cubicBezTo>
                  <a:cubicBezTo>
                    <a:pt x="16495" y="6198"/>
                    <a:pt x="16299" y="6010"/>
                    <a:pt x="16299" y="5823"/>
                  </a:cubicBezTo>
                  <a:cubicBezTo>
                    <a:pt x="16102" y="5635"/>
                    <a:pt x="15906" y="5635"/>
                    <a:pt x="15710" y="5447"/>
                  </a:cubicBezTo>
                  <a:cubicBezTo>
                    <a:pt x="15513" y="5447"/>
                    <a:pt x="15317" y="5447"/>
                    <a:pt x="15120" y="5447"/>
                  </a:cubicBezTo>
                  <a:cubicBezTo>
                    <a:pt x="15120" y="5447"/>
                    <a:pt x="15120" y="5447"/>
                    <a:pt x="15120" y="5447"/>
                  </a:cubicBezTo>
                  <a:cubicBezTo>
                    <a:pt x="14531" y="5071"/>
                    <a:pt x="13942" y="4696"/>
                    <a:pt x="13353" y="4132"/>
                  </a:cubicBezTo>
                  <a:cubicBezTo>
                    <a:pt x="12960" y="3944"/>
                    <a:pt x="12764" y="3569"/>
                    <a:pt x="12567" y="3381"/>
                  </a:cubicBezTo>
                  <a:cubicBezTo>
                    <a:pt x="12567" y="3381"/>
                    <a:pt x="12371" y="3381"/>
                    <a:pt x="12371" y="3381"/>
                  </a:cubicBezTo>
                  <a:cubicBezTo>
                    <a:pt x="12371" y="3381"/>
                    <a:pt x="12371" y="3381"/>
                    <a:pt x="12371" y="3569"/>
                  </a:cubicBezTo>
                  <a:cubicBezTo>
                    <a:pt x="12371" y="3756"/>
                    <a:pt x="12371" y="3756"/>
                    <a:pt x="12371" y="3944"/>
                  </a:cubicBezTo>
                  <a:cubicBezTo>
                    <a:pt x="12371" y="4132"/>
                    <a:pt x="12567" y="4320"/>
                    <a:pt x="12567" y="4508"/>
                  </a:cubicBezTo>
                  <a:cubicBezTo>
                    <a:pt x="12764" y="4883"/>
                    <a:pt x="12960" y="5259"/>
                    <a:pt x="13157" y="5447"/>
                  </a:cubicBezTo>
                  <a:cubicBezTo>
                    <a:pt x="13353" y="5823"/>
                    <a:pt x="13549" y="6010"/>
                    <a:pt x="13746" y="6386"/>
                  </a:cubicBezTo>
                  <a:cubicBezTo>
                    <a:pt x="13746" y="6386"/>
                    <a:pt x="13746" y="6386"/>
                    <a:pt x="13746" y="6574"/>
                  </a:cubicBezTo>
                  <a:cubicBezTo>
                    <a:pt x="13746" y="6574"/>
                    <a:pt x="13746" y="6574"/>
                    <a:pt x="13550" y="6762"/>
                  </a:cubicBezTo>
                  <a:cubicBezTo>
                    <a:pt x="13353" y="6950"/>
                    <a:pt x="12960" y="7325"/>
                    <a:pt x="12764" y="7513"/>
                  </a:cubicBezTo>
                  <a:cubicBezTo>
                    <a:pt x="12175" y="8076"/>
                    <a:pt x="11586" y="8640"/>
                    <a:pt x="10997" y="9203"/>
                  </a:cubicBezTo>
                  <a:cubicBezTo>
                    <a:pt x="9819" y="10330"/>
                    <a:pt x="8837" y="11457"/>
                    <a:pt x="7659" y="12584"/>
                  </a:cubicBezTo>
                  <a:cubicBezTo>
                    <a:pt x="7069" y="13148"/>
                    <a:pt x="6480" y="13711"/>
                    <a:pt x="6088" y="14275"/>
                  </a:cubicBezTo>
                  <a:cubicBezTo>
                    <a:pt x="5695" y="14838"/>
                    <a:pt x="5106" y="15214"/>
                    <a:pt x="4713" y="15777"/>
                  </a:cubicBezTo>
                  <a:cubicBezTo>
                    <a:pt x="4124" y="16341"/>
                    <a:pt x="3731" y="16904"/>
                    <a:pt x="3142" y="17468"/>
                  </a:cubicBezTo>
                  <a:cubicBezTo>
                    <a:pt x="2749" y="17843"/>
                    <a:pt x="2553" y="18219"/>
                    <a:pt x="2160" y="18595"/>
                  </a:cubicBezTo>
                  <a:cubicBezTo>
                    <a:pt x="1964" y="18783"/>
                    <a:pt x="1768" y="18970"/>
                    <a:pt x="1571" y="19158"/>
                  </a:cubicBezTo>
                  <a:cubicBezTo>
                    <a:pt x="1375" y="19534"/>
                    <a:pt x="982" y="19910"/>
                    <a:pt x="786" y="20097"/>
                  </a:cubicBezTo>
                  <a:cubicBezTo>
                    <a:pt x="393" y="20473"/>
                    <a:pt x="196" y="21036"/>
                    <a:pt x="0" y="21412"/>
                  </a:cubicBezTo>
                  <a:cubicBezTo>
                    <a:pt x="0" y="21412"/>
                    <a:pt x="0" y="21600"/>
                    <a:pt x="0" y="21600"/>
                  </a:cubicBezTo>
                  <a:lnTo>
                    <a:pt x="0" y="21600"/>
                  </a:lnTo>
                  <a:cubicBezTo>
                    <a:pt x="0" y="21600"/>
                    <a:pt x="196" y="21600"/>
                    <a:pt x="196" y="21600"/>
                  </a:cubicBezTo>
                  <a:cubicBezTo>
                    <a:pt x="393" y="21412"/>
                    <a:pt x="786" y="21037"/>
                    <a:pt x="1178" y="20849"/>
                  </a:cubicBezTo>
                  <a:cubicBezTo>
                    <a:pt x="1374" y="20661"/>
                    <a:pt x="1571" y="20661"/>
                    <a:pt x="1571" y="20473"/>
                  </a:cubicBezTo>
                  <a:cubicBezTo>
                    <a:pt x="1767" y="20285"/>
                    <a:pt x="2160" y="19910"/>
                    <a:pt x="2356" y="19722"/>
                  </a:cubicBezTo>
                  <a:cubicBezTo>
                    <a:pt x="2945" y="19158"/>
                    <a:pt x="3534" y="18595"/>
                    <a:pt x="4320" y="18031"/>
                  </a:cubicBezTo>
                  <a:cubicBezTo>
                    <a:pt x="5498" y="17092"/>
                    <a:pt x="6676" y="16153"/>
                    <a:pt x="7658" y="15026"/>
                  </a:cubicBezTo>
                  <a:cubicBezTo>
                    <a:pt x="8836" y="14087"/>
                    <a:pt x="10014" y="13148"/>
                    <a:pt x="10996" y="12021"/>
                  </a:cubicBezTo>
                  <a:cubicBezTo>
                    <a:pt x="12174" y="10894"/>
                    <a:pt x="13549" y="9955"/>
                    <a:pt x="14727" y="8828"/>
                  </a:cubicBezTo>
                  <a:cubicBezTo>
                    <a:pt x="14924" y="8640"/>
                    <a:pt x="15120" y="8452"/>
                    <a:pt x="15120" y="8452"/>
                  </a:cubicBezTo>
                  <a:cubicBezTo>
                    <a:pt x="15120" y="8452"/>
                    <a:pt x="15316" y="8640"/>
                    <a:pt x="15316" y="8640"/>
                  </a:cubicBezTo>
                  <a:cubicBezTo>
                    <a:pt x="15512" y="8828"/>
                    <a:pt x="15709" y="9016"/>
                    <a:pt x="15709" y="9203"/>
                  </a:cubicBezTo>
                  <a:cubicBezTo>
                    <a:pt x="15905" y="9391"/>
                    <a:pt x="15905" y="9391"/>
                    <a:pt x="16101" y="9579"/>
                  </a:cubicBezTo>
                  <a:cubicBezTo>
                    <a:pt x="16298" y="9767"/>
                    <a:pt x="16494" y="9955"/>
                    <a:pt x="16691" y="10142"/>
                  </a:cubicBezTo>
                  <a:cubicBezTo>
                    <a:pt x="16887" y="10330"/>
                    <a:pt x="16887" y="10330"/>
                    <a:pt x="17083" y="10518"/>
                  </a:cubicBezTo>
                  <a:cubicBezTo>
                    <a:pt x="17280" y="10518"/>
                    <a:pt x="17672" y="10518"/>
                    <a:pt x="17869" y="10518"/>
                  </a:cubicBezTo>
                  <a:cubicBezTo>
                    <a:pt x="18065" y="10330"/>
                    <a:pt x="18261" y="10142"/>
                    <a:pt x="18458" y="9955"/>
                  </a:cubicBezTo>
                  <a:cubicBezTo>
                    <a:pt x="18458" y="9955"/>
                    <a:pt x="18458" y="9767"/>
                    <a:pt x="18458" y="9767"/>
                  </a:cubicBezTo>
                  <a:cubicBezTo>
                    <a:pt x="18458" y="9767"/>
                    <a:pt x="18654" y="9767"/>
                    <a:pt x="18654" y="9767"/>
                  </a:cubicBezTo>
                  <a:cubicBezTo>
                    <a:pt x="18851" y="9767"/>
                    <a:pt x="19243" y="9579"/>
                    <a:pt x="19440" y="9203"/>
                  </a:cubicBezTo>
                  <a:cubicBezTo>
                    <a:pt x="19636" y="9016"/>
                    <a:pt x="19636" y="8828"/>
                    <a:pt x="19832" y="8452"/>
                  </a:cubicBezTo>
                  <a:cubicBezTo>
                    <a:pt x="19832" y="8452"/>
                    <a:pt x="19832" y="8264"/>
                    <a:pt x="20029" y="8264"/>
                  </a:cubicBezTo>
                  <a:cubicBezTo>
                    <a:pt x="20029" y="8076"/>
                    <a:pt x="20225" y="7889"/>
                    <a:pt x="20225" y="7701"/>
                  </a:cubicBezTo>
                  <a:cubicBezTo>
                    <a:pt x="20421" y="7325"/>
                    <a:pt x="20421" y="6949"/>
                    <a:pt x="20618" y="6574"/>
                  </a:cubicBezTo>
                  <a:cubicBezTo>
                    <a:pt x="21010" y="5447"/>
                    <a:pt x="21207" y="4320"/>
                    <a:pt x="21207" y="3005"/>
                  </a:cubicBezTo>
                  <a:cubicBezTo>
                    <a:pt x="21207" y="2629"/>
                    <a:pt x="21207" y="2442"/>
                    <a:pt x="21207" y="2066"/>
                  </a:cubicBezTo>
                  <a:cubicBezTo>
                    <a:pt x="21600" y="1691"/>
                    <a:pt x="21600" y="1503"/>
                    <a:pt x="21600" y="1315"/>
                  </a:cubicBezTo>
                  <a:close/>
                  <a:moveTo>
                    <a:pt x="19243" y="1691"/>
                  </a:moveTo>
                  <a:cubicBezTo>
                    <a:pt x="19243" y="1691"/>
                    <a:pt x="19243" y="1691"/>
                    <a:pt x="19243" y="1691"/>
                  </a:cubicBezTo>
                  <a:cubicBezTo>
                    <a:pt x="19243" y="1691"/>
                    <a:pt x="19243" y="1691"/>
                    <a:pt x="19243" y="1691"/>
                  </a:cubicBezTo>
                  <a:cubicBezTo>
                    <a:pt x="19243" y="1691"/>
                    <a:pt x="19243" y="1691"/>
                    <a:pt x="19243" y="1691"/>
                  </a:cubicBezTo>
                  <a:close/>
                  <a:moveTo>
                    <a:pt x="19243" y="1878"/>
                  </a:moveTo>
                  <a:cubicBezTo>
                    <a:pt x="19243" y="1878"/>
                    <a:pt x="19243" y="1878"/>
                    <a:pt x="19243" y="1878"/>
                  </a:cubicBezTo>
                  <a:cubicBezTo>
                    <a:pt x="19243" y="1878"/>
                    <a:pt x="19243" y="1878"/>
                    <a:pt x="19243" y="1878"/>
                  </a:cubicBezTo>
                  <a:cubicBezTo>
                    <a:pt x="19243" y="1878"/>
                    <a:pt x="19243" y="1878"/>
                    <a:pt x="19243" y="1878"/>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93" name="Google Shape;193;ge72adf7024_0_20"/>
            <p:cNvSpPr txBox="1"/>
            <p:nvPr/>
          </p:nvSpPr>
          <p:spPr>
            <a:xfrm>
              <a:off x="886225" y="3872231"/>
              <a:ext cx="826800" cy="682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1600" u="none" cap="none" strike="noStrike">
                  <a:solidFill>
                    <a:srgbClr val="000000"/>
                  </a:solidFill>
                  <a:latin typeface="Arial"/>
                  <a:ea typeface="Arial"/>
                  <a:cs typeface="Arial"/>
                  <a:sym typeface="Arial"/>
                </a:rPr>
                <a:t>Jenis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1600" u="none" cap="none" strike="noStrike">
                  <a:solidFill>
                    <a:srgbClr val="000000"/>
                  </a:solidFill>
                  <a:latin typeface="Arial"/>
                  <a:ea typeface="Arial"/>
                  <a:cs typeface="Arial"/>
                  <a:sym typeface="Arial"/>
                </a:rPr>
                <a:t>Debat</a:t>
              </a:r>
              <a:endParaRPr b="1" i="0" sz="1600" u="none" cap="none" strike="noStrike">
                <a:solidFill>
                  <a:srgbClr val="000000"/>
                </a:solidFill>
                <a:latin typeface="Arial"/>
                <a:ea typeface="Arial"/>
                <a:cs typeface="Arial"/>
                <a:sym typeface="Arial"/>
              </a:endParaRPr>
            </a:p>
          </p:txBody>
        </p:sp>
        <p:sp>
          <p:nvSpPr>
            <p:cNvPr id="194" name="Google Shape;194;ge72adf7024_0_20"/>
            <p:cNvSpPr txBox="1"/>
            <p:nvPr/>
          </p:nvSpPr>
          <p:spPr>
            <a:xfrm>
              <a:off x="3098416" y="2832430"/>
              <a:ext cx="2668200" cy="39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Debat parlementer (majelis)</a:t>
              </a:r>
              <a:endParaRPr b="0" i="0" sz="1600" u="none" cap="none" strike="noStrike">
                <a:solidFill>
                  <a:srgbClr val="000000"/>
                </a:solidFill>
                <a:latin typeface="Arial"/>
                <a:ea typeface="Arial"/>
                <a:cs typeface="Arial"/>
                <a:sym typeface="Arial"/>
              </a:endParaRPr>
            </a:p>
          </p:txBody>
        </p:sp>
        <p:sp>
          <p:nvSpPr>
            <p:cNvPr id="195" name="Google Shape;195;ge72adf7024_0_20"/>
            <p:cNvSpPr/>
            <p:nvPr/>
          </p:nvSpPr>
          <p:spPr>
            <a:xfrm>
              <a:off x="2809714" y="2571597"/>
              <a:ext cx="3695577" cy="916006"/>
            </a:xfrm>
            <a:custGeom>
              <a:rect b="b" l="l" r="r" t="t"/>
              <a:pathLst>
                <a:path extrusionOk="0" h="21150" w="21264">
                  <a:moveTo>
                    <a:pt x="17854" y="16822"/>
                  </a:moveTo>
                  <a:cubicBezTo>
                    <a:pt x="15576" y="17125"/>
                    <a:pt x="13258" y="17255"/>
                    <a:pt x="10960" y="17775"/>
                  </a:cubicBezTo>
                  <a:cubicBezTo>
                    <a:pt x="8427" y="18381"/>
                    <a:pt x="5915" y="19290"/>
                    <a:pt x="3383" y="20112"/>
                  </a:cubicBezTo>
                  <a:cubicBezTo>
                    <a:pt x="2623" y="20372"/>
                    <a:pt x="1864" y="20762"/>
                    <a:pt x="1104" y="21108"/>
                  </a:cubicBezTo>
                  <a:cubicBezTo>
                    <a:pt x="676" y="21281"/>
                    <a:pt x="422" y="20935"/>
                    <a:pt x="422" y="19939"/>
                  </a:cubicBezTo>
                  <a:cubicBezTo>
                    <a:pt x="442" y="17126"/>
                    <a:pt x="520" y="14355"/>
                    <a:pt x="461" y="11542"/>
                  </a:cubicBezTo>
                  <a:cubicBezTo>
                    <a:pt x="422" y="9464"/>
                    <a:pt x="208" y="7343"/>
                    <a:pt x="33" y="5265"/>
                  </a:cubicBezTo>
                  <a:cubicBezTo>
                    <a:pt x="-45" y="4269"/>
                    <a:pt x="-26" y="3837"/>
                    <a:pt x="539" y="3837"/>
                  </a:cubicBezTo>
                  <a:cubicBezTo>
                    <a:pt x="2954" y="3793"/>
                    <a:pt x="5389" y="3707"/>
                    <a:pt x="7804" y="3317"/>
                  </a:cubicBezTo>
                  <a:cubicBezTo>
                    <a:pt x="9927" y="2971"/>
                    <a:pt x="12031" y="2278"/>
                    <a:pt x="14134" y="1672"/>
                  </a:cubicBezTo>
                  <a:cubicBezTo>
                    <a:pt x="15653" y="1239"/>
                    <a:pt x="17173" y="850"/>
                    <a:pt x="18692" y="244"/>
                  </a:cubicBezTo>
                  <a:cubicBezTo>
                    <a:pt x="19237" y="27"/>
                    <a:pt x="19705" y="-319"/>
                    <a:pt x="20133" y="633"/>
                  </a:cubicBezTo>
                  <a:cubicBezTo>
                    <a:pt x="20231" y="850"/>
                    <a:pt x="20328" y="1239"/>
                    <a:pt x="20308" y="1542"/>
                  </a:cubicBezTo>
                  <a:cubicBezTo>
                    <a:pt x="20172" y="5958"/>
                    <a:pt x="20737" y="10113"/>
                    <a:pt x="21049" y="14398"/>
                  </a:cubicBezTo>
                  <a:cubicBezTo>
                    <a:pt x="21107" y="15178"/>
                    <a:pt x="21555" y="16433"/>
                    <a:pt x="20951" y="17212"/>
                  </a:cubicBezTo>
                  <a:cubicBezTo>
                    <a:pt x="20834" y="17342"/>
                    <a:pt x="20679" y="17428"/>
                    <a:pt x="20542" y="17385"/>
                  </a:cubicBezTo>
                  <a:cubicBezTo>
                    <a:pt x="19705" y="17255"/>
                    <a:pt x="18809" y="17039"/>
                    <a:pt x="17854" y="16822"/>
                  </a:cubicBezTo>
                  <a:close/>
                  <a:moveTo>
                    <a:pt x="19413" y="2105"/>
                  </a:moveTo>
                  <a:cubicBezTo>
                    <a:pt x="13277" y="4010"/>
                    <a:pt x="7103" y="6087"/>
                    <a:pt x="734" y="5178"/>
                  </a:cubicBezTo>
                  <a:cubicBezTo>
                    <a:pt x="1649" y="9767"/>
                    <a:pt x="1552" y="14442"/>
                    <a:pt x="1124" y="19073"/>
                  </a:cubicBezTo>
                  <a:cubicBezTo>
                    <a:pt x="7512" y="16303"/>
                    <a:pt x="13959" y="14528"/>
                    <a:pt x="20386" y="15091"/>
                  </a:cubicBezTo>
                  <a:cubicBezTo>
                    <a:pt x="20133" y="12883"/>
                    <a:pt x="19841" y="10806"/>
                    <a:pt x="19685" y="8685"/>
                  </a:cubicBezTo>
                  <a:cubicBezTo>
                    <a:pt x="19529" y="6520"/>
                    <a:pt x="19510" y="4313"/>
                    <a:pt x="19413" y="210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96" name="Google Shape;196;ge72adf7024_0_20"/>
            <p:cNvSpPr/>
            <p:nvPr/>
          </p:nvSpPr>
          <p:spPr>
            <a:xfrm>
              <a:off x="2809714" y="3559062"/>
              <a:ext cx="3695577" cy="917593"/>
            </a:xfrm>
            <a:custGeom>
              <a:rect b="b" l="l" r="r" t="t"/>
              <a:pathLst>
                <a:path extrusionOk="0" h="21150" w="21264">
                  <a:moveTo>
                    <a:pt x="17854" y="16822"/>
                  </a:moveTo>
                  <a:cubicBezTo>
                    <a:pt x="15576" y="17125"/>
                    <a:pt x="13258" y="17255"/>
                    <a:pt x="10960" y="17775"/>
                  </a:cubicBezTo>
                  <a:cubicBezTo>
                    <a:pt x="8427" y="18381"/>
                    <a:pt x="5915" y="19290"/>
                    <a:pt x="3383" y="20112"/>
                  </a:cubicBezTo>
                  <a:cubicBezTo>
                    <a:pt x="2623" y="20372"/>
                    <a:pt x="1864" y="20762"/>
                    <a:pt x="1104" y="21108"/>
                  </a:cubicBezTo>
                  <a:cubicBezTo>
                    <a:pt x="676" y="21281"/>
                    <a:pt x="422" y="20935"/>
                    <a:pt x="422" y="19939"/>
                  </a:cubicBezTo>
                  <a:cubicBezTo>
                    <a:pt x="442" y="17126"/>
                    <a:pt x="520" y="14355"/>
                    <a:pt x="461" y="11542"/>
                  </a:cubicBezTo>
                  <a:cubicBezTo>
                    <a:pt x="422" y="9464"/>
                    <a:pt x="208" y="7343"/>
                    <a:pt x="33" y="5265"/>
                  </a:cubicBezTo>
                  <a:cubicBezTo>
                    <a:pt x="-45" y="4269"/>
                    <a:pt x="-26" y="3837"/>
                    <a:pt x="539" y="3837"/>
                  </a:cubicBezTo>
                  <a:cubicBezTo>
                    <a:pt x="2954" y="3793"/>
                    <a:pt x="5389" y="3707"/>
                    <a:pt x="7804" y="3317"/>
                  </a:cubicBezTo>
                  <a:cubicBezTo>
                    <a:pt x="9927" y="2971"/>
                    <a:pt x="12031" y="2278"/>
                    <a:pt x="14134" y="1672"/>
                  </a:cubicBezTo>
                  <a:cubicBezTo>
                    <a:pt x="15653" y="1239"/>
                    <a:pt x="17173" y="850"/>
                    <a:pt x="18692" y="244"/>
                  </a:cubicBezTo>
                  <a:cubicBezTo>
                    <a:pt x="19237" y="27"/>
                    <a:pt x="19705" y="-319"/>
                    <a:pt x="20133" y="633"/>
                  </a:cubicBezTo>
                  <a:cubicBezTo>
                    <a:pt x="20231" y="850"/>
                    <a:pt x="20328" y="1239"/>
                    <a:pt x="20308" y="1542"/>
                  </a:cubicBezTo>
                  <a:cubicBezTo>
                    <a:pt x="20172" y="5958"/>
                    <a:pt x="20737" y="10113"/>
                    <a:pt x="21049" y="14398"/>
                  </a:cubicBezTo>
                  <a:cubicBezTo>
                    <a:pt x="21107" y="15178"/>
                    <a:pt x="21555" y="16433"/>
                    <a:pt x="20951" y="17212"/>
                  </a:cubicBezTo>
                  <a:cubicBezTo>
                    <a:pt x="20834" y="17342"/>
                    <a:pt x="20679" y="17428"/>
                    <a:pt x="20542" y="17385"/>
                  </a:cubicBezTo>
                  <a:cubicBezTo>
                    <a:pt x="19705" y="17255"/>
                    <a:pt x="18809" y="17039"/>
                    <a:pt x="17854" y="16822"/>
                  </a:cubicBezTo>
                  <a:close/>
                  <a:moveTo>
                    <a:pt x="19413" y="2105"/>
                  </a:moveTo>
                  <a:cubicBezTo>
                    <a:pt x="13277" y="4010"/>
                    <a:pt x="7103" y="6087"/>
                    <a:pt x="734" y="5178"/>
                  </a:cubicBezTo>
                  <a:cubicBezTo>
                    <a:pt x="1649" y="9767"/>
                    <a:pt x="1552" y="14442"/>
                    <a:pt x="1124" y="19073"/>
                  </a:cubicBezTo>
                  <a:cubicBezTo>
                    <a:pt x="7512" y="16303"/>
                    <a:pt x="13959" y="14528"/>
                    <a:pt x="20386" y="15091"/>
                  </a:cubicBezTo>
                  <a:cubicBezTo>
                    <a:pt x="20133" y="12883"/>
                    <a:pt x="19841" y="10806"/>
                    <a:pt x="19685" y="8685"/>
                  </a:cubicBezTo>
                  <a:cubicBezTo>
                    <a:pt x="19529" y="6520"/>
                    <a:pt x="19510" y="4313"/>
                    <a:pt x="19413" y="210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97" name="Google Shape;197;ge72adf7024_0_20"/>
            <p:cNvSpPr/>
            <p:nvPr/>
          </p:nvSpPr>
          <p:spPr>
            <a:xfrm>
              <a:off x="2809714" y="4548115"/>
              <a:ext cx="3695577" cy="916007"/>
            </a:xfrm>
            <a:custGeom>
              <a:rect b="b" l="l" r="r" t="t"/>
              <a:pathLst>
                <a:path extrusionOk="0" h="21150" w="21264">
                  <a:moveTo>
                    <a:pt x="17854" y="16822"/>
                  </a:moveTo>
                  <a:cubicBezTo>
                    <a:pt x="15576" y="17125"/>
                    <a:pt x="13258" y="17255"/>
                    <a:pt x="10960" y="17775"/>
                  </a:cubicBezTo>
                  <a:cubicBezTo>
                    <a:pt x="8427" y="18381"/>
                    <a:pt x="5915" y="19290"/>
                    <a:pt x="3383" y="20112"/>
                  </a:cubicBezTo>
                  <a:cubicBezTo>
                    <a:pt x="2623" y="20372"/>
                    <a:pt x="1864" y="20762"/>
                    <a:pt x="1104" y="21108"/>
                  </a:cubicBezTo>
                  <a:cubicBezTo>
                    <a:pt x="676" y="21281"/>
                    <a:pt x="422" y="20935"/>
                    <a:pt x="422" y="19939"/>
                  </a:cubicBezTo>
                  <a:cubicBezTo>
                    <a:pt x="442" y="17126"/>
                    <a:pt x="520" y="14355"/>
                    <a:pt x="461" y="11542"/>
                  </a:cubicBezTo>
                  <a:cubicBezTo>
                    <a:pt x="422" y="9464"/>
                    <a:pt x="208" y="7343"/>
                    <a:pt x="33" y="5265"/>
                  </a:cubicBezTo>
                  <a:cubicBezTo>
                    <a:pt x="-45" y="4269"/>
                    <a:pt x="-26" y="3837"/>
                    <a:pt x="539" y="3837"/>
                  </a:cubicBezTo>
                  <a:cubicBezTo>
                    <a:pt x="2954" y="3793"/>
                    <a:pt x="5389" y="3707"/>
                    <a:pt x="7804" y="3317"/>
                  </a:cubicBezTo>
                  <a:cubicBezTo>
                    <a:pt x="9927" y="2971"/>
                    <a:pt x="12031" y="2278"/>
                    <a:pt x="14134" y="1672"/>
                  </a:cubicBezTo>
                  <a:cubicBezTo>
                    <a:pt x="15653" y="1239"/>
                    <a:pt x="17173" y="850"/>
                    <a:pt x="18692" y="244"/>
                  </a:cubicBezTo>
                  <a:cubicBezTo>
                    <a:pt x="19237" y="27"/>
                    <a:pt x="19705" y="-319"/>
                    <a:pt x="20133" y="633"/>
                  </a:cubicBezTo>
                  <a:cubicBezTo>
                    <a:pt x="20231" y="850"/>
                    <a:pt x="20328" y="1239"/>
                    <a:pt x="20308" y="1542"/>
                  </a:cubicBezTo>
                  <a:cubicBezTo>
                    <a:pt x="20172" y="5958"/>
                    <a:pt x="20737" y="10113"/>
                    <a:pt x="21049" y="14398"/>
                  </a:cubicBezTo>
                  <a:cubicBezTo>
                    <a:pt x="21107" y="15178"/>
                    <a:pt x="21555" y="16433"/>
                    <a:pt x="20951" y="17212"/>
                  </a:cubicBezTo>
                  <a:cubicBezTo>
                    <a:pt x="20834" y="17342"/>
                    <a:pt x="20679" y="17428"/>
                    <a:pt x="20542" y="17385"/>
                  </a:cubicBezTo>
                  <a:cubicBezTo>
                    <a:pt x="19705" y="17255"/>
                    <a:pt x="18809" y="17039"/>
                    <a:pt x="17854" y="16822"/>
                  </a:cubicBezTo>
                  <a:close/>
                  <a:moveTo>
                    <a:pt x="19413" y="2105"/>
                  </a:moveTo>
                  <a:cubicBezTo>
                    <a:pt x="13277" y="4010"/>
                    <a:pt x="7103" y="6087"/>
                    <a:pt x="734" y="5178"/>
                  </a:cubicBezTo>
                  <a:cubicBezTo>
                    <a:pt x="1649" y="9767"/>
                    <a:pt x="1552" y="14442"/>
                    <a:pt x="1124" y="19073"/>
                  </a:cubicBezTo>
                  <a:cubicBezTo>
                    <a:pt x="7512" y="16303"/>
                    <a:pt x="13959" y="14528"/>
                    <a:pt x="20386" y="15091"/>
                  </a:cubicBezTo>
                  <a:cubicBezTo>
                    <a:pt x="20133" y="12883"/>
                    <a:pt x="19841" y="10806"/>
                    <a:pt x="19685" y="8685"/>
                  </a:cubicBezTo>
                  <a:cubicBezTo>
                    <a:pt x="19529" y="6520"/>
                    <a:pt x="19510" y="4313"/>
                    <a:pt x="19413" y="210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98" name="Google Shape;198;ge72adf7024_0_20"/>
            <p:cNvSpPr txBox="1"/>
            <p:nvPr/>
          </p:nvSpPr>
          <p:spPr>
            <a:xfrm>
              <a:off x="3098416" y="3834881"/>
              <a:ext cx="2627700" cy="39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Debat pemeriksaan ulangan</a:t>
              </a:r>
              <a:endParaRPr b="0" i="0" sz="1600" u="none" cap="none" strike="noStrike">
                <a:solidFill>
                  <a:srgbClr val="000000"/>
                </a:solidFill>
                <a:latin typeface="Arial"/>
                <a:ea typeface="Arial"/>
                <a:cs typeface="Arial"/>
                <a:sym typeface="Arial"/>
              </a:endParaRPr>
            </a:p>
          </p:txBody>
        </p:sp>
        <p:sp>
          <p:nvSpPr>
            <p:cNvPr id="199" name="Google Shape;199;ge72adf7024_0_20"/>
            <p:cNvSpPr txBox="1"/>
            <p:nvPr/>
          </p:nvSpPr>
          <p:spPr>
            <a:xfrm>
              <a:off x="3104536" y="4725993"/>
              <a:ext cx="2821500" cy="68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Debat formal, konvensional, atau pendidikan</a:t>
              </a:r>
              <a:endParaRPr b="0" i="0" sz="1600" u="none" cap="none" strike="noStrike">
                <a:solidFill>
                  <a:srgbClr val="000000"/>
                </a:solidFill>
                <a:latin typeface="Arial"/>
                <a:ea typeface="Arial"/>
                <a:cs typeface="Arial"/>
                <a:sym typeface="Arial"/>
              </a:endParaRPr>
            </a:p>
          </p:txBody>
        </p:sp>
      </p:grpSp>
      <p:grpSp>
        <p:nvGrpSpPr>
          <p:cNvPr id="200" name="Google Shape;200;ge72adf7024_0_20"/>
          <p:cNvGrpSpPr/>
          <p:nvPr/>
        </p:nvGrpSpPr>
        <p:grpSpPr>
          <a:xfrm>
            <a:off x="2255724" y="1132315"/>
            <a:ext cx="7774612" cy="2153360"/>
            <a:chOff x="436078" y="195943"/>
            <a:chExt cx="7174137" cy="2304537"/>
          </a:xfrm>
        </p:grpSpPr>
        <p:sp>
          <p:nvSpPr>
            <p:cNvPr id="201" name="Google Shape;201;ge72adf7024_0_20"/>
            <p:cNvSpPr/>
            <p:nvPr/>
          </p:nvSpPr>
          <p:spPr>
            <a:xfrm>
              <a:off x="436078" y="661506"/>
              <a:ext cx="1731132" cy="1705148"/>
            </a:xfrm>
            <a:custGeom>
              <a:rect b="b" l="l" r="r" t="t"/>
              <a:pathLst>
                <a:path extrusionOk="0" h="21578" w="21600">
                  <a:moveTo>
                    <a:pt x="17567" y="17412"/>
                  </a:moveTo>
                  <a:cubicBezTo>
                    <a:pt x="18006" y="16967"/>
                    <a:pt x="18406" y="16562"/>
                    <a:pt x="18845" y="16117"/>
                  </a:cubicBezTo>
                  <a:cubicBezTo>
                    <a:pt x="18845" y="16117"/>
                    <a:pt x="18845" y="16117"/>
                    <a:pt x="18885" y="16077"/>
                  </a:cubicBezTo>
                  <a:cubicBezTo>
                    <a:pt x="18885" y="16077"/>
                    <a:pt x="18885" y="16077"/>
                    <a:pt x="18885" y="16077"/>
                  </a:cubicBezTo>
                  <a:cubicBezTo>
                    <a:pt x="18925" y="16036"/>
                    <a:pt x="18925" y="16036"/>
                    <a:pt x="18925" y="15996"/>
                  </a:cubicBezTo>
                  <a:cubicBezTo>
                    <a:pt x="19005" y="15915"/>
                    <a:pt x="19084" y="15834"/>
                    <a:pt x="19164" y="15753"/>
                  </a:cubicBezTo>
                  <a:cubicBezTo>
                    <a:pt x="19204" y="15713"/>
                    <a:pt x="19244" y="15672"/>
                    <a:pt x="19284" y="15632"/>
                  </a:cubicBezTo>
                  <a:cubicBezTo>
                    <a:pt x="19324" y="15591"/>
                    <a:pt x="19364" y="15551"/>
                    <a:pt x="19404" y="15551"/>
                  </a:cubicBezTo>
                  <a:cubicBezTo>
                    <a:pt x="19524" y="15430"/>
                    <a:pt x="19643" y="15349"/>
                    <a:pt x="19723" y="15227"/>
                  </a:cubicBezTo>
                  <a:cubicBezTo>
                    <a:pt x="19763" y="15187"/>
                    <a:pt x="19843" y="15106"/>
                    <a:pt x="19883" y="15066"/>
                  </a:cubicBezTo>
                  <a:cubicBezTo>
                    <a:pt x="19963" y="14985"/>
                    <a:pt x="20003" y="14944"/>
                    <a:pt x="20083" y="14863"/>
                  </a:cubicBezTo>
                  <a:cubicBezTo>
                    <a:pt x="20123" y="14823"/>
                    <a:pt x="20163" y="14782"/>
                    <a:pt x="20203" y="14742"/>
                  </a:cubicBezTo>
                  <a:cubicBezTo>
                    <a:pt x="20242" y="14702"/>
                    <a:pt x="20282" y="14661"/>
                    <a:pt x="20322" y="14621"/>
                  </a:cubicBezTo>
                  <a:cubicBezTo>
                    <a:pt x="20362" y="14580"/>
                    <a:pt x="20442" y="14540"/>
                    <a:pt x="20482" y="14499"/>
                  </a:cubicBezTo>
                  <a:cubicBezTo>
                    <a:pt x="20562" y="14459"/>
                    <a:pt x="20602" y="14378"/>
                    <a:pt x="20682" y="14338"/>
                  </a:cubicBezTo>
                  <a:cubicBezTo>
                    <a:pt x="20761" y="14297"/>
                    <a:pt x="20801" y="14216"/>
                    <a:pt x="20881" y="14176"/>
                  </a:cubicBezTo>
                  <a:cubicBezTo>
                    <a:pt x="21001" y="14054"/>
                    <a:pt x="21161" y="13933"/>
                    <a:pt x="21281" y="13812"/>
                  </a:cubicBezTo>
                  <a:cubicBezTo>
                    <a:pt x="21320" y="13771"/>
                    <a:pt x="21360" y="13690"/>
                    <a:pt x="21440" y="13609"/>
                  </a:cubicBezTo>
                  <a:cubicBezTo>
                    <a:pt x="21480" y="13569"/>
                    <a:pt x="21520" y="13488"/>
                    <a:pt x="21560" y="13448"/>
                  </a:cubicBezTo>
                  <a:cubicBezTo>
                    <a:pt x="21560" y="13407"/>
                    <a:pt x="21600" y="13326"/>
                    <a:pt x="21600" y="13326"/>
                  </a:cubicBezTo>
                  <a:cubicBezTo>
                    <a:pt x="21600" y="13326"/>
                    <a:pt x="21600" y="13286"/>
                    <a:pt x="21600" y="13286"/>
                  </a:cubicBezTo>
                  <a:cubicBezTo>
                    <a:pt x="21600" y="13245"/>
                    <a:pt x="21600" y="13165"/>
                    <a:pt x="21600" y="13124"/>
                  </a:cubicBezTo>
                  <a:cubicBezTo>
                    <a:pt x="21560" y="12922"/>
                    <a:pt x="21560" y="12760"/>
                    <a:pt x="21560" y="12558"/>
                  </a:cubicBezTo>
                  <a:cubicBezTo>
                    <a:pt x="21560" y="12356"/>
                    <a:pt x="21520" y="12194"/>
                    <a:pt x="21480" y="11991"/>
                  </a:cubicBezTo>
                  <a:cubicBezTo>
                    <a:pt x="21480" y="11830"/>
                    <a:pt x="21440" y="11668"/>
                    <a:pt x="21440" y="11547"/>
                  </a:cubicBezTo>
                  <a:cubicBezTo>
                    <a:pt x="21440" y="11506"/>
                    <a:pt x="21440" y="11425"/>
                    <a:pt x="21440" y="11385"/>
                  </a:cubicBezTo>
                  <a:cubicBezTo>
                    <a:pt x="21440" y="11344"/>
                    <a:pt x="21440" y="11304"/>
                    <a:pt x="21440" y="11263"/>
                  </a:cubicBezTo>
                  <a:cubicBezTo>
                    <a:pt x="21440" y="11183"/>
                    <a:pt x="21400" y="11102"/>
                    <a:pt x="21400" y="11061"/>
                  </a:cubicBezTo>
                  <a:cubicBezTo>
                    <a:pt x="21400" y="11021"/>
                    <a:pt x="21360" y="10940"/>
                    <a:pt x="21360" y="10899"/>
                  </a:cubicBezTo>
                  <a:cubicBezTo>
                    <a:pt x="21360" y="10738"/>
                    <a:pt x="21360" y="10616"/>
                    <a:pt x="21360" y="10454"/>
                  </a:cubicBezTo>
                  <a:cubicBezTo>
                    <a:pt x="21360" y="10252"/>
                    <a:pt x="21321" y="10050"/>
                    <a:pt x="21321" y="9848"/>
                  </a:cubicBezTo>
                  <a:cubicBezTo>
                    <a:pt x="21321" y="9645"/>
                    <a:pt x="21281" y="9443"/>
                    <a:pt x="21281" y="9281"/>
                  </a:cubicBezTo>
                  <a:cubicBezTo>
                    <a:pt x="21281" y="9079"/>
                    <a:pt x="21281" y="8917"/>
                    <a:pt x="21241" y="8715"/>
                  </a:cubicBezTo>
                  <a:cubicBezTo>
                    <a:pt x="21241" y="8594"/>
                    <a:pt x="21241" y="8513"/>
                    <a:pt x="21241" y="8392"/>
                  </a:cubicBezTo>
                  <a:cubicBezTo>
                    <a:pt x="21241" y="8311"/>
                    <a:pt x="21241" y="8189"/>
                    <a:pt x="21201" y="8108"/>
                  </a:cubicBezTo>
                  <a:cubicBezTo>
                    <a:pt x="21201" y="7906"/>
                    <a:pt x="21161" y="7704"/>
                    <a:pt x="21161" y="7502"/>
                  </a:cubicBezTo>
                  <a:cubicBezTo>
                    <a:pt x="21161" y="7380"/>
                    <a:pt x="21161" y="7259"/>
                    <a:pt x="21121" y="7138"/>
                  </a:cubicBezTo>
                  <a:cubicBezTo>
                    <a:pt x="21121" y="7016"/>
                    <a:pt x="21081" y="6854"/>
                    <a:pt x="21081" y="6733"/>
                  </a:cubicBezTo>
                  <a:cubicBezTo>
                    <a:pt x="21081" y="6612"/>
                    <a:pt x="21041" y="6490"/>
                    <a:pt x="21041" y="6369"/>
                  </a:cubicBezTo>
                  <a:cubicBezTo>
                    <a:pt x="21041" y="6329"/>
                    <a:pt x="21041" y="6329"/>
                    <a:pt x="21041" y="6288"/>
                  </a:cubicBezTo>
                  <a:cubicBezTo>
                    <a:pt x="21041" y="6207"/>
                    <a:pt x="21001" y="6167"/>
                    <a:pt x="21001" y="6086"/>
                  </a:cubicBezTo>
                  <a:cubicBezTo>
                    <a:pt x="21001" y="6045"/>
                    <a:pt x="21001" y="6005"/>
                    <a:pt x="20961" y="6005"/>
                  </a:cubicBezTo>
                  <a:cubicBezTo>
                    <a:pt x="20961" y="6005"/>
                    <a:pt x="20961" y="5965"/>
                    <a:pt x="20961" y="5965"/>
                  </a:cubicBezTo>
                  <a:cubicBezTo>
                    <a:pt x="20961" y="5965"/>
                    <a:pt x="20961" y="5924"/>
                    <a:pt x="20961" y="5924"/>
                  </a:cubicBezTo>
                  <a:cubicBezTo>
                    <a:pt x="20961" y="5884"/>
                    <a:pt x="20961" y="5843"/>
                    <a:pt x="20921" y="5803"/>
                  </a:cubicBezTo>
                  <a:cubicBezTo>
                    <a:pt x="20881" y="5762"/>
                    <a:pt x="20881" y="5762"/>
                    <a:pt x="20842" y="5722"/>
                  </a:cubicBezTo>
                  <a:cubicBezTo>
                    <a:pt x="20842" y="5722"/>
                    <a:pt x="20802" y="5722"/>
                    <a:pt x="20802" y="5722"/>
                  </a:cubicBezTo>
                  <a:cubicBezTo>
                    <a:pt x="20762" y="5681"/>
                    <a:pt x="20762" y="5681"/>
                    <a:pt x="20722" y="5681"/>
                  </a:cubicBezTo>
                  <a:cubicBezTo>
                    <a:pt x="20722" y="5681"/>
                    <a:pt x="20682" y="5641"/>
                    <a:pt x="20682" y="5641"/>
                  </a:cubicBezTo>
                  <a:cubicBezTo>
                    <a:pt x="20682" y="5641"/>
                    <a:pt x="20642" y="5600"/>
                    <a:pt x="20642" y="5600"/>
                  </a:cubicBezTo>
                  <a:cubicBezTo>
                    <a:pt x="20642" y="5560"/>
                    <a:pt x="20642" y="5560"/>
                    <a:pt x="20642" y="5520"/>
                  </a:cubicBezTo>
                  <a:cubicBezTo>
                    <a:pt x="20642" y="5520"/>
                    <a:pt x="20642" y="5479"/>
                    <a:pt x="20642" y="5479"/>
                  </a:cubicBezTo>
                  <a:cubicBezTo>
                    <a:pt x="20642" y="5398"/>
                    <a:pt x="20602" y="5317"/>
                    <a:pt x="20562" y="5277"/>
                  </a:cubicBezTo>
                  <a:cubicBezTo>
                    <a:pt x="20562" y="5277"/>
                    <a:pt x="20562" y="5277"/>
                    <a:pt x="20562" y="5277"/>
                  </a:cubicBezTo>
                  <a:cubicBezTo>
                    <a:pt x="20562" y="5277"/>
                    <a:pt x="20562" y="5236"/>
                    <a:pt x="20522" y="5236"/>
                  </a:cubicBezTo>
                  <a:cubicBezTo>
                    <a:pt x="20442" y="5115"/>
                    <a:pt x="20323" y="5034"/>
                    <a:pt x="20203" y="4913"/>
                  </a:cubicBezTo>
                  <a:cubicBezTo>
                    <a:pt x="20163" y="4872"/>
                    <a:pt x="20123" y="4832"/>
                    <a:pt x="20083" y="4791"/>
                  </a:cubicBezTo>
                  <a:cubicBezTo>
                    <a:pt x="20043" y="4791"/>
                    <a:pt x="20043" y="4751"/>
                    <a:pt x="20003" y="4751"/>
                  </a:cubicBezTo>
                  <a:cubicBezTo>
                    <a:pt x="20003" y="4751"/>
                    <a:pt x="19963" y="4711"/>
                    <a:pt x="19963" y="4711"/>
                  </a:cubicBezTo>
                  <a:cubicBezTo>
                    <a:pt x="19923" y="4630"/>
                    <a:pt x="19883" y="4589"/>
                    <a:pt x="19804" y="4508"/>
                  </a:cubicBezTo>
                  <a:cubicBezTo>
                    <a:pt x="19764" y="4427"/>
                    <a:pt x="19684" y="4347"/>
                    <a:pt x="19644" y="4306"/>
                  </a:cubicBezTo>
                  <a:cubicBezTo>
                    <a:pt x="19484" y="4144"/>
                    <a:pt x="19364" y="3983"/>
                    <a:pt x="19205" y="3821"/>
                  </a:cubicBezTo>
                  <a:cubicBezTo>
                    <a:pt x="19085" y="3699"/>
                    <a:pt x="18925" y="3578"/>
                    <a:pt x="18805" y="3457"/>
                  </a:cubicBezTo>
                  <a:cubicBezTo>
                    <a:pt x="18646" y="3335"/>
                    <a:pt x="18526" y="3214"/>
                    <a:pt x="18366" y="3052"/>
                  </a:cubicBezTo>
                  <a:cubicBezTo>
                    <a:pt x="18286" y="2971"/>
                    <a:pt x="18246" y="2931"/>
                    <a:pt x="18167" y="2850"/>
                  </a:cubicBezTo>
                  <a:cubicBezTo>
                    <a:pt x="18087" y="2769"/>
                    <a:pt x="18007" y="2729"/>
                    <a:pt x="17927" y="2648"/>
                  </a:cubicBezTo>
                  <a:cubicBezTo>
                    <a:pt x="17847" y="2567"/>
                    <a:pt x="17767" y="2526"/>
                    <a:pt x="17687" y="2445"/>
                  </a:cubicBezTo>
                  <a:cubicBezTo>
                    <a:pt x="17608" y="2405"/>
                    <a:pt x="17528" y="2324"/>
                    <a:pt x="17448" y="2284"/>
                  </a:cubicBezTo>
                  <a:cubicBezTo>
                    <a:pt x="17288" y="2162"/>
                    <a:pt x="17168" y="2041"/>
                    <a:pt x="17009" y="1960"/>
                  </a:cubicBezTo>
                  <a:cubicBezTo>
                    <a:pt x="16849" y="1839"/>
                    <a:pt x="16689" y="1758"/>
                    <a:pt x="16530" y="1636"/>
                  </a:cubicBezTo>
                  <a:cubicBezTo>
                    <a:pt x="16490" y="1596"/>
                    <a:pt x="16410" y="1556"/>
                    <a:pt x="16370" y="1515"/>
                  </a:cubicBezTo>
                  <a:cubicBezTo>
                    <a:pt x="16330" y="1475"/>
                    <a:pt x="16290" y="1434"/>
                    <a:pt x="16250" y="1394"/>
                  </a:cubicBezTo>
                  <a:cubicBezTo>
                    <a:pt x="16170" y="1313"/>
                    <a:pt x="16090" y="1232"/>
                    <a:pt x="16011" y="1192"/>
                  </a:cubicBezTo>
                  <a:cubicBezTo>
                    <a:pt x="15931" y="1111"/>
                    <a:pt x="15811" y="1070"/>
                    <a:pt x="15731" y="989"/>
                  </a:cubicBezTo>
                  <a:cubicBezTo>
                    <a:pt x="15651" y="908"/>
                    <a:pt x="15571" y="868"/>
                    <a:pt x="15492" y="787"/>
                  </a:cubicBezTo>
                  <a:cubicBezTo>
                    <a:pt x="15452" y="747"/>
                    <a:pt x="15412" y="747"/>
                    <a:pt x="15412" y="706"/>
                  </a:cubicBezTo>
                  <a:cubicBezTo>
                    <a:pt x="15412" y="666"/>
                    <a:pt x="15372" y="625"/>
                    <a:pt x="15372" y="585"/>
                  </a:cubicBezTo>
                  <a:cubicBezTo>
                    <a:pt x="15292" y="504"/>
                    <a:pt x="15212" y="423"/>
                    <a:pt x="15092" y="423"/>
                  </a:cubicBezTo>
                  <a:cubicBezTo>
                    <a:pt x="15092" y="423"/>
                    <a:pt x="15092" y="423"/>
                    <a:pt x="15052" y="423"/>
                  </a:cubicBezTo>
                  <a:cubicBezTo>
                    <a:pt x="15052" y="423"/>
                    <a:pt x="15052" y="423"/>
                    <a:pt x="15052" y="423"/>
                  </a:cubicBezTo>
                  <a:cubicBezTo>
                    <a:pt x="15052" y="423"/>
                    <a:pt x="15052" y="423"/>
                    <a:pt x="15052" y="423"/>
                  </a:cubicBezTo>
                  <a:cubicBezTo>
                    <a:pt x="15012" y="423"/>
                    <a:pt x="15012" y="423"/>
                    <a:pt x="14973" y="423"/>
                  </a:cubicBezTo>
                  <a:cubicBezTo>
                    <a:pt x="14973" y="423"/>
                    <a:pt x="14933" y="423"/>
                    <a:pt x="14933" y="423"/>
                  </a:cubicBezTo>
                  <a:cubicBezTo>
                    <a:pt x="14933" y="423"/>
                    <a:pt x="14933" y="423"/>
                    <a:pt x="14933" y="423"/>
                  </a:cubicBezTo>
                  <a:cubicBezTo>
                    <a:pt x="14933" y="423"/>
                    <a:pt x="14933" y="423"/>
                    <a:pt x="14933" y="423"/>
                  </a:cubicBezTo>
                  <a:cubicBezTo>
                    <a:pt x="14933" y="423"/>
                    <a:pt x="14933" y="423"/>
                    <a:pt x="14933" y="423"/>
                  </a:cubicBezTo>
                  <a:cubicBezTo>
                    <a:pt x="14933" y="423"/>
                    <a:pt x="14933" y="423"/>
                    <a:pt x="14933" y="463"/>
                  </a:cubicBezTo>
                  <a:cubicBezTo>
                    <a:pt x="14933" y="463"/>
                    <a:pt x="14933" y="463"/>
                    <a:pt x="14933" y="463"/>
                  </a:cubicBezTo>
                  <a:cubicBezTo>
                    <a:pt x="14893" y="463"/>
                    <a:pt x="14853" y="463"/>
                    <a:pt x="14813" y="463"/>
                  </a:cubicBezTo>
                  <a:cubicBezTo>
                    <a:pt x="14733" y="463"/>
                    <a:pt x="14613" y="423"/>
                    <a:pt x="14533" y="423"/>
                  </a:cubicBezTo>
                  <a:cubicBezTo>
                    <a:pt x="14334" y="423"/>
                    <a:pt x="14134" y="383"/>
                    <a:pt x="13934" y="383"/>
                  </a:cubicBezTo>
                  <a:cubicBezTo>
                    <a:pt x="13735" y="383"/>
                    <a:pt x="13575" y="342"/>
                    <a:pt x="13375" y="342"/>
                  </a:cubicBezTo>
                  <a:cubicBezTo>
                    <a:pt x="13296" y="342"/>
                    <a:pt x="13216" y="302"/>
                    <a:pt x="13096" y="302"/>
                  </a:cubicBezTo>
                  <a:cubicBezTo>
                    <a:pt x="12976" y="302"/>
                    <a:pt x="12896" y="261"/>
                    <a:pt x="12777" y="261"/>
                  </a:cubicBezTo>
                  <a:cubicBezTo>
                    <a:pt x="12577" y="221"/>
                    <a:pt x="12417" y="221"/>
                    <a:pt x="12218" y="180"/>
                  </a:cubicBezTo>
                  <a:cubicBezTo>
                    <a:pt x="12018" y="140"/>
                    <a:pt x="11818" y="140"/>
                    <a:pt x="11659" y="99"/>
                  </a:cubicBezTo>
                  <a:cubicBezTo>
                    <a:pt x="11459" y="99"/>
                    <a:pt x="11259" y="59"/>
                    <a:pt x="11100" y="59"/>
                  </a:cubicBezTo>
                  <a:cubicBezTo>
                    <a:pt x="10980" y="59"/>
                    <a:pt x="10900" y="59"/>
                    <a:pt x="10780" y="59"/>
                  </a:cubicBezTo>
                  <a:cubicBezTo>
                    <a:pt x="10700" y="59"/>
                    <a:pt x="10620" y="59"/>
                    <a:pt x="10501" y="18"/>
                  </a:cubicBezTo>
                  <a:cubicBezTo>
                    <a:pt x="10261" y="18"/>
                    <a:pt x="10062" y="-22"/>
                    <a:pt x="9822" y="18"/>
                  </a:cubicBezTo>
                  <a:cubicBezTo>
                    <a:pt x="9622" y="18"/>
                    <a:pt x="9423" y="18"/>
                    <a:pt x="9223" y="18"/>
                  </a:cubicBezTo>
                  <a:cubicBezTo>
                    <a:pt x="9023" y="18"/>
                    <a:pt x="8864" y="18"/>
                    <a:pt x="8664" y="18"/>
                  </a:cubicBezTo>
                  <a:cubicBezTo>
                    <a:pt x="8504" y="18"/>
                    <a:pt x="8305" y="18"/>
                    <a:pt x="8145" y="18"/>
                  </a:cubicBezTo>
                  <a:cubicBezTo>
                    <a:pt x="8105" y="18"/>
                    <a:pt x="8065" y="18"/>
                    <a:pt x="8025" y="18"/>
                  </a:cubicBezTo>
                  <a:cubicBezTo>
                    <a:pt x="8025" y="18"/>
                    <a:pt x="7985" y="18"/>
                    <a:pt x="7985" y="18"/>
                  </a:cubicBezTo>
                  <a:cubicBezTo>
                    <a:pt x="7985" y="18"/>
                    <a:pt x="7985" y="18"/>
                    <a:pt x="7985" y="18"/>
                  </a:cubicBezTo>
                  <a:cubicBezTo>
                    <a:pt x="7945" y="18"/>
                    <a:pt x="7865" y="59"/>
                    <a:pt x="7865" y="59"/>
                  </a:cubicBezTo>
                  <a:cubicBezTo>
                    <a:pt x="7865" y="59"/>
                    <a:pt x="7865" y="59"/>
                    <a:pt x="7826" y="59"/>
                  </a:cubicBezTo>
                  <a:cubicBezTo>
                    <a:pt x="7826" y="59"/>
                    <a:pt x="7786" y="59"/>
                    <a:pt x="7786" y="59"/>
                  </a:cubicBezTo>
                  <a:cubicBezTo>
                    <a:pt x="7706" y="59"/>
                    <a:pt x="7626" y="99"/>
                    <a:pt x="7546" y="140"/>
                  </a:cubicBezTo>
                  <a:cubicBezTo>
                    <a:pt x="7506" y="180"/>
                    <a:pt x="7466" y="221"/>
                    <a:pt x="7426" y="261"/>
                  </a:cubicBezTo>
                  <a:cubicBezTo>
                    <a:pt x="7386" y="302"/>
                    <a:pt x="7346" y="342"/>
                    <a:pt x="7346" y="382"/>
                  </a:cubicBezTo>
                  <a:cubicBezTo>
                    <a:pt x="7307" y="463"/>
                    <a:pt x="7227" y="504"/>
                    <a:pt x="7187" y="585"/>
                  </a:cubicBezTo>
                  <a:cubicBezTo>
                    <a:pt x="7107" y="666"/>
                    <a:pt x="7067" y="747"/>
                    <a:pt x="6987" y="787"/>
                  </a:cubicBezTo>
                  <a:cubicBezTo>
                    <a:pt x="6947" y="868"/>
                    <a:pt x="6867" y="908"/>
                    <a:pt x="6827" y="989"/>
                  </a:cubicBezTo>
                  <a:cubicBezTo>
                    <a:pt x="6748" y="1070"/>
                    <a:pt x="6708" y="1111"/>
                    <a:pt x="6628" y="1191"/>
                  </a:cubicBezTo>
                  <a:cubicBezTo>
                    <a:pt x="6548" y="1272"/>
                    <a:pt x="6508" y="1313"/>
                    <a:pt x="6428" y="1394"/>
                  </a:cubicBezTo>
                  <a:cubicBezTo>
                    <a:pt x="6348" y="1475"/>
                    <a:pt x="6308" y="1556"/>
                    <a:pt x="6268" y="1636"/>
                  </a:cubicBezTo>
                  <a:cubicBezTo>
                    <a:pt x="6228" y="1717"/>
                    <a:pt x="6149" y="1798"/>
                    <a:pt x="6109" y="1839"/>
                  </a:cubicBezTo>
                  <a:cubicBezTo>
                    <a:pt x="6029" y="1920"/>
                    <a:pt x="5989" y="2000"/>
                    <a:pt x="5909" y="2041"/>
                  </a:cubicBezTo>
                  <a:cubicBezTo>
                    <a:pt x="5829" y="2122"/>
                    <a:pt x="5789" y="2162"/>
                    <a:pt x="5709" y="2243"/>
                  </a:cubicBezTo>
                  <a:cubicBezTo>
                    <a:pt x="5630" y="2324"/>
                    <a:pt x="5590" y="2365"/>
                    <a:pt x="5510" y="2445"/>
                  </a:cubicBezTo>
                  <a:cubicBezTo>
                    <a:pt x="5430" y="2526"/>
                    <a:pt x="5390" y="2607"/>
                    <a:pt x="5310" y="2688"/>
                  </a:cubicBezTo>
                  <a:cubicBezTo>
                    <a:pt x="5270" y="2769"/>
                    <a:pt x="5190" y="2850"/>
                    <a:pt x="5150" y="2890"/>
                  </a:cubicBezTo>
                  <a:cubicBezTo>
                    <a:pt x="5071" y="2971"/>
                    <a:pt x="5031" y="3052"/>
                    <a:pt x="4951" y="3093"/>
                  </a:cubicBezTo>
                  <a:cubicBezTo>
                    <a:pt x="4911" y="3174"/>
                    <a:pt x="4831" y="3214"/>
                    <a:pt x="4751" y="3295"/>
                  </a:cubicBezTo>
                  <a:cubicBezTo>
                    <a:pt x="4751" y="3295"/>
                    <a:pt x="4751" y="3295"/>
                    <a:pt x="4711" y="3335"/>
                  </a:cubicBezTo>
                  <a:cubicBezTo>
                    <a:pt x="4591" y="3416"/>
                    <a:pt x="4472" y="3538"/>
                    <a:pt x="4392" y="3618"/>
                  </a:cubicBezTo>
                  <a:cubicBezTo>
                    <a:pt x="4352" y="3659"/>
                    <a:pt x="4272" y="3740"/>
                    <a:pt x="4232" y="3780"/>
                  </a:cubicBezTo>
                  <a:cubicBezTo>
                    <a:pt x="4192" y="3821"/>
                    <a:pt x="4112" y="3902"/>
                    <a:pt x="4072" y="3942"/>
                  </a:cubicBezTo>
                  <a:cubicBezTo>
                    <a:pt x="3993" y="4063"/>
                    <a:pt x="3873" y="4185"/>
                    <a:pt x="3793" y="4306"/>
                  </a:cubicBezTo>
                  <a:cubicBezTo>
                    <a:pt x="3753" y="4347"/>
                    <a:pt x="3713" y="4427"/>
                    <a:pt x="3633" y="4468"/>
                  </a:cubicBezTo>
                  <a:cubicBezTo>
                    <a:pt x="3593" y="4508"/>
                    <a:pt x="3593" y="4508"/>
                    <a:pt x="3553" y="4549"/>
                  </a:cubicBezTo>
                  <a:cubicBezTo>
                    <a:pt x="3553" y="4549"/>
                    <a:pt x="3553" y="4549"/>
                    <a:pt x="3553" y="4549"/>
                  </a:cubicBezTo>
                  <a:cubicBezTo>
                    <a:pt x="3474" y="4630"/>
                    <a:pt x="3394" y="4711"/>
                    <a:pt x="3274" y="4791"/>
                  </a:cubicBezTo>
                  <a:cubicBezTo>
                    <a:pt x="3194" y="4832"/>
                    <a:pt x="3154" y="4913"/>
                    <a:pt x="3074" y="4953"/>
                  </a:cubicBezTo>
                  <a:cubicBezTo>
                    <a:pt x="3034" y="4994"/>
                    <a:pt x="2994" y="5034"/>
                    <a:pt x="2954" y="5075"/>
                  </a:cubicBezTo>
                  <a:cubicBezTo>
                    <a:pt x="2915" y="5115"/>
                    <a:pt x="2875" y="5156"/>
                    <a:pt x="2835" y="5196"/>
                  </a:cubicBezTo>
                  <a:cubicBezTo>
                    <a:pt x="2795" y="5236"/>
                    <a:pt x="2755" y="5277"/>
                    <a:pt x="2715" y="5317"/>
                  </a:cubicBezTo>
                  <a:cubicBezTo>
                    <a:pt x="2635" y="5439"/>
                    <a:pt x="2515" y="5560"/>
                    <a:pt x="2435" y="5681"/>
                  </a:cubicBezTo>
                  <a:cubicBezTo>
                    <a:pt x="2276" y="5803"/>
                    <a:pt x="2116" y="5924"/>
                    <a:pt x="1956" y="6045"/>
                  </a:cubicBezTo>
                  <a:cubicBezTo>
                    <a:pt x="1876" y="6126"/>
                    <a:pt x="1797" y="6167"/>
                    <a:pt x="1717" y="6248"/>
                  </a:cubicBezTo>
                  <a:cubicBezTo>
                    <a:pt x="1637" y="6329"/>
                    <a:pt x="1517" y="6409"/>
                    <a:pt x="1437" y="6490"/>
                  </a:cubicBezTo>
                  <a:cubicBezTo>
                    <a:pt x="1317" y="6652"/>
                    <a:pt x="1198" y="6814"/>
                    <a:pt x="1078" y="6976"/>
                  </a:cubicBezTo>
                  <a:cubicBezTo>
                    <a:pt x="998" y="7057"/>
                    <a:pt x="958" y="7138"/>
                    <a:pt x="878" y="7259"/>
                  </a:cubicBezTo>
                  <a:cubicBezTo>
                    <a:pt x="838" y="7299"/>
                    <a:pt x="838" y="7340"/>
                    <a:pt x="798" y="7380"/>
                  </a:cubicBezTo>
                  <a:cubicBezTo>
                    <a:pt x="798" y="7421"/>
                    <a:pt x="759" y="7421"/>
                    <a:pt x="759" y="7461"/>
                  </a:cubicBezTo>
                  <a:cubicBezTo>
                    <a:pt x="759" y="7461"/>
                    <a:pt x="719" y="7502"/>
                    <a:pt x="719" y="7502"/>
                  </a:cubicBezTo>
                  <a:cubicBezTo>
                    <a:pt x="719" y="7542"/>
                    <a:pt x="679" y="7582"/>
                    <a:pt x="679" y="7582"/>
                  </a:cubicBezTo>
                  <a:cubicBezTo>
                    <a:pt x="639" y="7623"/>
                    <a:pt x="639" y="7623"/>
                    <a:pt x="599" y="7663"/>
                  </a:cubicBezTo>
                  <a:cubicBezTo>
                    <a:pt x="479" y="7785"/>
                    <a:pt x="319" y="7947"/>
                    <a:pt x="200" y="8068"/>
                  </a:cubicBezTo>
                  <a:cubicBezTo>
                    <a:pt x="200" y="8068"/>
                    <a:pt x="200" y="8068"/>
                    <a:pt x="200" y="8068"/>
                  </a:cubicBezTo>
                  <a:cubicBezTo>
                    <a:pt x="200" y="8068"/>
                    <a:pt x="200" y="8068"/>
                    <a:pt x="160" y="8108"/>
                  </a:cubicBezTo>
                  <a:cubicBezTo>
                    <a:pt x="160" y="8108"/>
                    <a:pt x="160" y="8108"/>
                    <a:pt x="160" y="8108"/>
                  </a:cubicBezTo>
                  <a:cubicBezTo>
                    <a:pt x="120" y="8149"/>
                    <a:pt x="120" y="8149"/>
                    <a:pt x="80" y="8189"/>
                  </a:cubicBezTo>
                  <a:cubicBezTo>
                    <a:pt x="40" y="8270"/>
                    <a:pt x="40" y="8311"/>
                    <a:pt x="40" y="8391"/>
                  </a:cubicBezTo>
                  <a:cubicBezTo>
                    <a:pt x="40" y="8391"/>
                    <a:pt x="40" y="8391"/>
                    <a:pt x="40" y="8391"/>
                  </a:cubicBezTo>
                  <a:cubicBezTo>
                    <a:pt x="40" y="8432"/>
                    <a:pt x="40" y="8432"/>
                    <a:pt x="0" y="8472"/>
                  </a:cubicBezTo>
                  <a:cubicBezTo>
                    <a:pt x="0" y="8472"/>
                    <a:pt x="0" y="8513"/>
                    <a:pt x="0" y="8513"/>
                  </a:cubicBezTo>
                  <a:cubicBezTo>
                    <a:pt x="0" y="8513"/>
                    <a:pt x="0" y="8513"/>
                    <a:pt x="0" y="8513"/>
                  </a:cubicBezTo>
                  <a:lnTo>
                    <a:pt x="0" y="8513"/>
                  </a:lnTo>
                  <a:cubicBezTo>
                    <a:pt x="0" y="8513"/>
                    <a:pt x="0" y="8553"/>
                    <a:pt x="0" y="8553"/>
                  </a:cubicBezTo>
                  <a:cubicBezTo>
                    <a:pt x="0" y="8594"/>
                    <a:pt x="0" y="8634"/>
                    <a:pt x="40" y="8634"/>
                  </a:cubicBezTo>
                  <a:cubicBezTo>
                    <a:pt x="40" y="8634"/>
                    <a:pt x="40" y="8634"/>
                    <a:pt x="40" y="8634"/>
                  </a:cubicBezTo>
                  <a:cubicBezTo>
                    <a:pt x="40" y="8958"/>
                    <a:pt x="40" y="9241"/>
                    <a:pt x="40" y="9565"/>
                  </a:cubicBezTo>
                  <a:cubicBezTo>
                    <a:pt x="40" y="10171"/>
                    <a:pt x="40" y="10778"/>
                    <a:pt x="40" y="11344"/>
                  </a:cubicBezTo>
                  <a:cubicBezTo>
                    <a:pt x="40" y="12558"/>
                    <a:pt x="40" y="13771"/>
                    <a:pt x="40" y="14985"/>
                  </a:cubicBezTo>
                  <a:cubicBezTo>
                    <a:pt x="40" y="15308"/>
                    <a:pt x="40" y="15591"/>
                    <a:pt x="40" y="15915"/>
                  </a:cubicBezTo>
                  <a:cubicBezTo>
                    <a:pt x="40" y="16077"/>
                    <a:pt x="160" y="16158"/>
                    <a:pt x="240" y="16279"/>
                  </a:cubicBezTo>
                  <a:cubicBezTo>
                    <a:pt x="279" y="16320"/>
                    <a:pt x="359" y="16400"/>
                    <a:pt x="399" y="16441"/>
                  </a:cubicBezTo>
                  <a:cubicBezTo>
                    <a:pt x="519" y="16562"/>
                    <a:pt x="639" y="16684"/>
                    <a:pt x="719" y="16765"/>
                  </a:cubicBezTo>
                  <a:cubicBezTo>
                    <a:pt x="1158" y="17209"/>
                    <a:pt x="1557" y="17614"/>
                    <a:pt x="1996" y="18059"/>
                  </a:cubicBezTo>
                  <a:cubicBezTo>
                    <a:pt x="2835" y="18908"/>
                    <a:pt x="3673" y="19758"/>
                    <a:pt x="4512" y="20607"/>
                  </a:cubicBezTo>
                  <a:cubicBezTo>
                    <a:pt x="4711" y="20809"/>
                    <a:pt x="4951" y="21052"/>
                    <a:pt x="5151" y="21254"/>
                  </a:cubicBezTo>
                  <a:cubicBezTo>
                    <a:pt x="5190" y="21295"/>
                    <a:pt x="5270" y="21376"/>
                    <a:pt x="5310" y="21416"/>
                  </a:cubicBezTo>
                  <a:cubicBezTo>
                    <a:pt x="5350" y="21457"/>
                    <a:pt x="5350" y="21457"/>
                    <a:pt x="5390" y="21497"/>
                  </a:cubicBezTo>
                  <a:cubicBezTo>
                    <a:pt x="5470" y="21578"/>
                    <a:pt x="5590" y="21578"/>
                    <a:pt x="5670" y="21578"/>
                  </a:cubicBezTo>
                  <a:cubicBezTo>
                    <a:pt x="5829" y="21578"/>
                    <a:pt x="5989" y="21578"/>
                    <a:pt x="6149" y="21578"/>
                  </a:cubicBezTo>
                  <a:cubicBezTo>
                    <a:pt x="6748" y="21578"/>
                    <a:pt x="7347" y="21578"/>
                    <a:pt x="7985" y="21578"/>
                  </a:cubicBezTo>
                  <a:cubicBezTo>
                    <a:pt x="9183" y="21578"/>
                    <a:pt x="10341" y="21578"/>
                    <a:pt x="11539" y="21578"/>
                  </a:cubicBezTo>
                  <a:cubicBezTo>
                    <a:pt x="11858" y="21578"/>
                    <a:pt x="12138" y="21578"/>
                    <a:pt x="12457" y="21578"/>
                  </a:cubicBezTo>
                  <a:cubicBezTo>
                    <a:pt x="12617" y="21578"/>
                    <a:pt x="12737" y="21578"/>
                    <a:pt x="12896" y="21578"/>
                  </a:cubicBezTo>
                  <a:cubicBezTo>
                    <a:pt x="12976" y="21578"/>
                    <a:pt x="13056" y="21578"/>
                    <a:pt x="13096" y="21578"/>
                  </a:cubicBezTo>
                  <a:cubicBezTo>
                    <a:pt x="13176" y="21578"/>
                    <a:pt x="13256" y="21538"/>
                    <a:pt x="13336" y="21497"/>
                  </a:cubicBezTo>
                  <a:cubicBezTo>
                    <a:pt x="13375" y="21457"/>
                    <a:pt x="13455" y="21416"/>
                    <a:pt x="13495" y="21335"/>
                  </a:cubicBezTo>
                  <a:cubicBezTo>
                    <a:pt x="13934" y="20890"/>
                    <a:pt x="14374" y="20445"/>
                    <a:pt x="14773" y="20041"/>
                  </a:cubicBezTo>
                  <a:cubicBezTo>
                    <a:pt x="15811" y="19151"/>
                    <a:pt x="16689" y="18261"/>
                    <a:pt x="17567" y="17412"/>
                  </a:cubicBezTo>
                  <a:close/>
                  <a:moveTo>
                    <a:pt x="20562" y="12436"/>
                  </a:moveTo>
                  <a:cubicBezTo>
                    <a:pt x="20562" y="12598"/>
                    <a:pt x="20602" y="12760"/>
                    <a:pt x="20602" y="12881"/>
                  </a:cubicBezTo>
                  <a:cubicBezTo>
                    <a:pt x="20602" y="12962"/>
                    <a:pt x="20602" y="13043"/>
                    <a:pt x="20642" y="13124"/>
                  </a:cubicBezTo>
                  <a:cubicBezTo>
                    <a:pt x="20642" y="13124"/>
                    <a:pt x="20642" y="13124"/>
                    <a:pt x="20642" y="13164"/>
                  </a:cubicBezTo>
                  <a:cubicBezTo>
                    <a:pt x="20642" y="13164"/>
                    <a:pt x="20642" y="13164"/>
                    <a:pt x="20642" y="13205"/>
                  </a:cubicBezTo>
                  <a:cubicBezTo>
                    <a:pt x="20602" y="13245"/>
                    <a:pt x="20562" y="13326"/>
                    <a:pt x="20482" y="13367"/>
                  </a:cubicBezTo>
                  <a:cubicBezTo>
                    <a:pt x="20402" y="13448"/>
                    <a:pt x="20322" y="13529"/>
                    <a:pt x="20242" y="13609"/>
                  </a:cubicBezTo>
                  <a:cubicBezTo>
                    <a:pt x="20202" y="13650"/>
                    <a:pt x="20123" y="13731"/>
                    <a:pt x="20083" y="13771"/>
                  </a:cubicBezTo>
                  <a:cubicBezTo>
                    <a:pt x="19963" y="13893"/>
                    <a:pt x="19843" y="13973"/>
                    <a:pt x="19723" y="14095"/>
                  </a:cubicBezTo>
                  <a:cubicBezTo>
                    <a:pt x="19604" y="14216"/>
                    <a:pt x="19524" y="14297"/>
                    <a:pt x="19404" y="14418"/>
                  </a:cubicBezTo>
                  <a:cubicBezTo>
                    <a:pt x="19284" y="14540"/>
                    <a:pt x="19204" y="14661"/>
                    <a:pt x="19084" y="14782"/>
                  </a:cubicBezTo>
                  <a:cubicBezTo>
                    <a:pt x="19084" y="14823"/>
                    <a:pt x="19045" y="14823"/>
                    <a:pt x="19045" y="14863"/>
                  </a:cubicBezTo>
                  <a:cubicBezTo>
                    <a:pt x="19045" y="14904"/>
                    <a:pt x="19005" y="14904"/>
                    <a:pt x="19005" y="14944"/>
                  </a:cubicBezTo>
                  <a:cubicBezTo>
                    <a:pt x="19005" y="14944"/>
                    <a:pt x="18965" y="14985"/>
                    <a:pt x="18965" y="14985"/>
                  </a:cubicBezTo>
                  <a:cubicBezTo>
                    <a:pt x="18965" y="14702"/>
                    <a:pt x="18965" y="14418"/>
                    <a:pt x="18965" y="14135"/>
                  </a:cubicBezTo>
                  <a:cubicBezTo>
                    <a:pt x="18965" y="14095"/>
                    <a:pt x="18965" y="14054"/>
                    <a:pt x="18965" y="14014"/>
                  </a:cubicBezTo>
                  <a:cubicBezTo>
                    <a:pt x="18965" y="13973"/>
                    <a:pt x="19005" y="13973"/>
                    <a:pt x="19005" y="13933"/>
                  </a:cubicBezTo>
                  <a:cubicBezTo>
                    <a:pt x="19045" y="13893"/>
                    <a:pt x="19045" y="13852"/>
                    <a:pt x="19084" y="13852"/>
                  </a:cubicBezTo>
                  <a:cubicBezTo>
                    <a:pt x="19084" y="13852"/>
                    <a:pt x="19084" y="13852"/>
                    <a:pt x="19124" y="13812"/>
                  </a:cubicBezTo>
                  <a:cubicBezTo>
                    <a:pt x="19204" y="13731"/>
                    <a:pt x="19284" y="13609"/>
                    <a:pt x="19364" y="13529"/>
                  </a:cubicBezTo>
                  <a:cubicBezTo>
                    <a:pt x="19444" y="13407"/>
                    <a:pt x="19564" y="13326"/>
                    <a:pt x="19643" y="13205"/>
                  </a:cubicBezTo>
                  <a:cubicBezTo>
                    <a:pt x="19683" y="13164"/>
                    <a:pt x="19683" y="13124"/>
                    <a:pt x="19723" y="13124"/>
                  </a:cubicBezTo>
                  <a:cubicBezTo>
                    <a:pt x="19763" y="13043"/>
                    <a:pt x="19843" y="13003"/>
                    <a:pt x="19883" y="12922"/>
                  </a:cubicBezTo>
                  <a:cubicBezTo>
                    <a:pt x="19883" y="12922"/>
                    <a:pt x="19923" y="12881"/>
                    <a:pt x="19923" y="12881"/>
                  </a:cubicBezTo>
                  <a:cubicBezTo>
                    <a:pt x="19963" y="12841"/>
                    <a:pt x="20003" y="12800"/>
                    <a:pt x="20003" y="12800"/>
                  </a:cubicBezTo>
                  <a:cubicBezTo>
                    <a:pt x="20083" y="12720"/>
                    <a:pt x="20122" y="12679"/>
                    <a:pt x="20202" y="12598"/>
                  </a:cubicBezTo>
                  <a:cubicBezTo>
                    <a:pt x="20282" y="12517"/>
                    <a:pt x="20402" y="12436"/>
                    <a:pt x="20482" y="12355"/>
                  </a:cubicBezTo>
                  <a:cubicBezTo>
                    <a:pt x="20482" y="12355"/>
                    <a:pt x="20522" y="12315"/>
                    <a:pt x="20522" y="12315"/>
                  </a:cubicBezTo>
                  <a:cubicBezTo>
                    <a:pt x="20522" y="12275"/>
                    <a:pt x="20522" y="12356"/>
                    <a:pt x="20562" y="12436"/>
                  </a:cubicBezTo>
                  <a:close/>
                  <a:moveTo>
                    <a:pt x="20442" y="11061"/>
                  </a:moveTo>
                  <a:cubicBezTo>
                    <a:pt x="20442" y="11223"/>
                    <a:pt x="20442" y="11385"/>
                    <a:pt x="20482" y="11547"/>
                  </a:cubicBezTo>
                  <a:cubicBezTo>
                    <a:pt x="20482" y="11708"/>
                    <a:pt x="20522" y="11830"/>
                    <a:pt x="20522" y="11991"/>
                  </a:cubicBezTo>
                  <a:cubicBezTo>
                    <a:pt x="20522" y="11991"/>
                    <a:pt x="20482" y="12032"/>
                    <a:pt x="20482" y="12032"/>
                  </a:cubicBezTo>
                  <a:cubicBezTo>
                    <a:pt x="20442" y="12072"/>
                    <a:pt x="20402" y="12113"/>
                    <a:pt x="20362" y="12153"/>
                  </a:cubicBezTo>
                  <a:cubicBezTo>
                    <a:pt x="20322" y="12194"/>
                    <a:pt x="20242" y="12275"/>
                    <a:pt x="20202" y="12315"/>
                  </a:cubicBezTo>
                  <a:cubicBezTo>
                    <a:pt x="20162" y="12356"/>
                    <a:pt x="20162" y="12356"/>
                    <a:pt x="20123" y="12396"/>
                  </a:cubicBezTo>
                  <a:cubicBezTo>
                    <a:pt x="20123" y="12396"/>
                    <a:pt x="20123" y="12396"/>
                    <a:pt x="20083" y="12436"/>
                  </a:cubicBezTo>
                  <a:cubicBezTo>
                    <a:pt x="20003" y="12558"/>
                    <a:pt x="19883" y="12639"/>
                    <a:pt x="19803" y="12760"/>
                  </a:cubicBezTo>
                  <a:cubicBezTo>
                    <a:pt x="19803" y="12760"/>
                    <a:pt x="19803" y="12760"/>
                    <a:pt x="19803" y="12800"/>
                  </a:cubicBezTo>
                  <a:cubicBezTo>
                    <a:pt x="19763" y="12841"/>
                    <a:pt x="19763" y="12841"/>
                    <a:pt x="19723" y="12881"/>
                  </a:cubicBezTo>
                  <a:cubicBezTo>
                    <a:pt x="19683" y="12962"/>
                    <a:pt x="19604" y="13003"/>
                    <a:pt x="19564" y="13084"/>
                  </a:cubicBezTo>
                  <a:cubicBezTo>
                    <a:pt x="19484" y="13165"/>
                    <a:pt x="19404" y="13286"/>
                    <a:pt x="19364" y="13367"/>
                  </a:cubicBezTo>
                  <a:cubicBezTo>
                    <a:pt x="19324" y="13407"/>
                    <a:pt x="19324" y="13448"/>
                    <a:pt x="19284" y="13488"/>
                  </a:cubicBezTo>
                  <a:cubicBezTo>
                    <a:pt x="19244" y="13569"/>
                    <a:pt x="19204" y="13609"/>
                    <a:pt x="19164" y="13690"/>
                  </a:cubicBezTo>
                  <a:cubicBezTo>
                    <a:pt x="19124" y="13771"/>
                    <a:pt x="19085" y="13812"/>
                    <a:pt x="19045" y="13893"/>
                  </a:cubicBezTo>
                  <a:cubicBezTo>
                    <a:pt x="19005" y="13933"/>
                    <a:pt x="19005" y="13973"/>
                    <a:pt x="18965" y="13973"/>
                  </a:cubicBezTo>
                  <a:cubicBezTo>
                    <a:pt x="18965" y="13569"/>
                    <a:pt x="18965" y="13205"/>
                    <a:pt x="18965" y="12800"/>
                  </a:cubicBezTo>
                  <a:cubicBezTo>
                    <a:pt x="19005" y="12720"/>
                    <a:pt x="19085" y="12679"/>
                    <a:pt x="19124" y="12598"/>
                  </a:cubicBezTo>
                  <a:cubicBezTo>
                    <a:pt x="19204" y="12477"/>
                    <a:pt x="19284" y="12396"/>
                    <a:pt x="19364" y="12315"/>
                  </a:cubicBezTo>
                  <a:cubicBezTo>
                    <a:pt x="19444" y="12234"/>
                    <a:pt x="19524" y="12113"/>
                    <a:pt x="19604" y="12032"/>
                  </a:cubicBezTo>
                  <a:cubicBezTo>
                    <a:pt x="19683" y="11951"/>
                    <a:pt x="19763" y="11830"/>
                    <a:pt x="19843" y="11749"/>
                  </a:cubicBezTo>
                  <a:cubicBezTo>
                    <a:pt x="19883" y="11708"/>
                    <a:pt x="19923" y="11668"/>
                    <a:pt x="19963" y="11627"/>
                  </a:cubicBezTo>
                  <a:cubicBezTo>
                    <a:pt x="20003" y="11587"/>
                    <a:pt x="20043" y="11547"/>
                    <a:pt x="20083" y="11506"/>
                  </a:cubicBezTo>
                  <a:cubicBezTo>
                    <a:pt x="20123" y="11466"/>
                    <a:pt x="20203" y="11385"/>
                    <a:pt x="20242" y="11344"/>
                  </a:cubicBezTo>
                  <a:cubicBezTo>
                    <a:pt x="20282" y="11304"/>
                    <a:pt x="20322" y="11263"/>
                    <a:pt x="20402" y="11182"/>
                  </a:cubicBezTo>
                  <a:cubicBezTo>
                    <a:pt x="20402" y="11182"/>
                    <a:pt x="20442" y="11142"/>
                    <a:pt x="20442" y="11142"/>
                  </a:cubicBezTo>
                  <a:cubicBezTo>
                    <a:pt x="20442" y="11021"/>
                    <a:pt x="20442" y="11061"/>
                    <a:pt x="20442" y="11061"/>
                  </a:cubicBezTo>
                  <a:close/>
                  <a:moveTo>
                    <a:pt x="20402" y="10131"/>
                  </a:moveTo>
                  <a:cubicBezTo>
                    <a:pt x="20402" y="10293"/>
                    <a:pt x="20402" y="10414"/>
                    <a:pt x="20442" y="10576"/>
                  </a:cubicBezTo>
                  <a:cubicBezTo>
                    <a:pt x="20442" y="10616"/>
                    <a:pt x="20442" y="10657"/>
                    <a:pt x="20442" y="10697"/>
                  </a:cubicBezTo>
                  <a:cubicBezTo>
                    <a:pt x="20442" y="10697"/>
                    <a:pt x="20442" y="10738"/>
                    <a:pt x="20442" y="10738"/>
                  </a:cubicBezTo>
                  <a:cubicBezTo>
                    <a:pt x="20402" y="10778"/>
                    <a:pt x="20362" y="10818"/>
                    <a:pt x="20322" y="10859"/>
                  </a:cubicBezTo>
                  <a:cubicBezTo>
                    <a:pt x="20242" y="10940"/>
                    <a:pt x="20162" y="11061"/>
                    <a:pt x="20083" y="11142"/>
                  </a:cubicBezTo>
                  <a:cubicBezTo>
                    <a:pt x="20043" y="11182"/>
                    <a:pt x="20043" y="11223"/>
                    <a:pt x="20003" y="11263"/>
                  </a:cubicBezTo>
                  <a:cubicBezTo>
                    <a:pt x="20003" y="11263"/>
                    <a:pt x="19963" y="11304"/>
                    <a:pt x="19963" y="11304"/>
                  </a:cubicBezTo>
                  <a:cubicBezTo>
                    <a:pt x="19923" y="11344"/>
                    <a:pt x="19883" y="11425"/>
                    <a:pt x="19843" y="11466"/>
                  </a:cubicBezTo>
                  <a:cubicBezTo>
                    <a:pt x="19763" y="11587"/>
                    <a:pt x="19683" y="11668"/>
                    <a:pt x="19604" y="11789"/>
                  </a:cubicBezTo>
                  <a:cubicBezTo>
                    <a:pt x="19564" y="11830"/>
                    <a:pt x="19564" y="11870"/>
                    <a:pt x="19524" y="11911"/>
                  </a:cubicBezTo>
                  <a:cubicBezTo>
                    <a:pt x="19484" y="11991"/>
                    <a:pt x="19444" y="12032"/>
                    <a:pt x="19364" y="12113"/>
                  </a:cubicBezTo>
                  <a:cubicBezTo>
                    <a:pt x="19284" y="12234"/>
                    <a:pt x="19204" y="12315"/>
                    <a:pt x="19124" y="12436"/>
                  </a:cubicBezTo>
                  <a:cubicBezTo>
                    <a:pt x="19085" y="12517"/>
                    <a:pt x="19045" y="12558"/>
                    <a:pt x="19005" y="12639"/>
                  </a:cubicBezTo>
                  <a:cubicBezTo>
                    <a:pt x="19005" y="12639"/>
                    <a:pt x="19005" y="12679"/>
                    <a:pt x="18965" y="12679"/>
                  </a:cubicBezTo>
                  <a:cubicBezTo>
                    <a:pt x="18965" y="12315"/>
                    <a:pt x="18965" y="11951"/>
                    <a:pt x="18965" y="11587"/>
                  </a:cubicBezTo>
                  <a:cubicBezTo>
                    <a:pt x="18965" y="11546"/>
                    <a:pt x="18965" y="11546"/>
                    <a:pt x="18965" y="11506"/>
                  </a:cubicBezTo>
                  <a:cubicBezTo>
                    <a:pt x="18965" y="11506"/>
                    <a:pt x="18965" y="11506"/>
                    <a:pt x="18965" y="11506"/>
                  </a:cubicBezTo>
                  <a:cubicBezTo>
                    <a:pt x="18965" y="11466"/>
                    <a:pt x="18965" y="11425"/>
                    <a:pt x="18965" y="11425"/>
                  </a:cubicBezTo>
                  <a:cubicBezTo>
                    <a:pt x="18965" y="11425"/>
                    <a:pt x="19005" y="11385"/>
                    <a:pt x="19005" y="11385"/>
                  </a:cubicBezTo>
                  <a:cubicBezTo>
                    <a:pt x="19045" y="11304"/>
                    <a:pt x="19124" y="11263"/>
                    <a:pt x="19164" y="11182"/>
                  </a:cubicBezTo>
                  <a:cubicBezTo>
                    <a:pt x="19164" y="11182"/>
                    <a:pt x="19204" y="11142"/>
                    <a:pt x="19204" y="11142"/>
                  </a:cubicBezTo>
                  <a:cubicBezTo>
                    <a:pt x="19244" y="11102"/>
                    <a:pt x="19284" y="11061"/>
                    <a:pt x="19284" y="11021"/>
                  </a:cubicBezTo>
                  <a:cubicBezTo>
                    <a:pt x="19324" y="10980"/>
                    <a:pt x="19364" y="10940"/>
                    <a:pt x="19404" y="10899"/>
                  </a:cubicBezTo>
                  <a:cubicBezTo>
                    <a:pt x="19444" y="10818"/>
                    <a:pt x="19524" y="10778"/>
                    <a:pt x="19564" y="10697"/>
                  </a:cubicBezTo>
                  <a:cubicBezTo>
                    <a:pt x="19604" y="10657"/>
                    <a:pt x="19643" y="10616"/>
                    <a:pt x="19683" y="10576"/>
                  </a:cubicBezTo>
                  <a:cubicBezTo>
                    <a:pt x="19723" y="10535"/>
                    <a:pt x="19763" y="10454"/>
                    <a:pt x="19803" y="10414"/>
                  </a:cubicBezTo>
                  <a:cubicBezTo>
                    <a:pt x="19843" y="10373"/>
                    <a:pt x="19843" y="10373"/>
                    <a:pt x="19883" y="10333"/>
                  </a:cubicBezTo>
                  <a:cubicBezTo>
                    <a:pt x="19883" y="10333"/>
                    <a:pt x="19923" y="10293"/>
                    <a:pt x="19923" y="10293"/>
                  </a:cubicBezTo>
                  <a:cubicBezTo>
                    <a:pt x="19963" y="10252"/>
                    <a:pt x="20003" y="10212"/>
                    <a:pt x="20043" y="10171"/>
                  </a:cubicBezTo>
                  <a:cubicBezTo>
                    <a:pt x="20083" y="10131"/>
                    <a:pt x="20123" y="10131"/>
                    <a:pt x="20123" y="10090"/>
                  </a:cubicBezTo>
                  <a:cubicBezTo>
                    <a:pt x="20163" y="10050"/>
                    <a:pt x="20202" y="10009"/>
                    <a:pt x="20242" y="9969"/>
                  </a:cubicBezTo>
                  <a:cubicBezTo>
                    <a:pt x="20282" y="9929"/>
                    <a:pt x="20282" y="9929"/>
                    <a:pt x="20322" y="9888"/>
                  </a:cubicBezTo>
                  <a:cubicBezTo>
                    <a:pt x="20322" y="9888"/>
                    <a:pt x="20362" y="9848"/>
                    <a:pt x="20362" y="9848"/>
                  </a:cubicBezTo>
                  <a:cubicBezTo>
                    <a:pt x="20362" y="9848"/>
                    <a:pt x="20402" y="9807"/>
                    <a:pt x="20402" y="9807"/>
                  </a:cubicBezTo>
                  <a:cubicBezTo>
                    <a:pt x="20362" y="9929"/>
                    <a:pt x="20402" y="10009"/>
                    <a:pt x="20402" y="10131"/>
                  </a:cubicBezTo>
                  <a:close/>
                  <a:moveTo>
                    <a:pt x="20322" y="8877"/>
                  </a:moveTo>
                  <a:cubicBezTo>
                    <a:pt x="20322" y="8998"/>
                    <a:pt x="20322" y="9079"/>
                    <a:pt x="20322" y="9200"/>
                  </a:cubicBezTo>
                  <a:cubicBezTo>
                    <a:pt x="20322" y="9200"/>
                    <a:pt x="20322" y="9241"/>
                    <a:pt x="20322" y="9241"/>
                  </a:cubicBezTo>
                  <a:cubicBezTo>
                    <a:pt x="20322" y="9362"/>
                    <a:pt x="20322" y="9484"/>
                    <a:pt x="20322" y="9605"/>
                  </a:cubicBezTo>
                  <a:cubicBezTo>
                    <a:pt x="20322" y="9605"/>
                    <a:pt x="20322" y="9605"/>
                    <a:pt x="20322" y="9605"/>
                  </a:cubicBezTo>
                  <a:cubicBezTo>
                    <a:pt x="20322" y="9605"/>
                    <a:pt x="20282" y="9605"/>
                    <a:pt x="20282" y="9645"/>
                  </a:cubicBezTo>
                  <a:cubicBezTo>
                    <a:pt x="20282" y="9645"/>
                    <a:pt x="20282" y="9645"/>
                    <a:pt x="20242" y="9645"/>
                  </a:cubicBezTo>
                  <a:cubicBezTo>
                    <a:pt x="20242" y="9645"/>
                    <a:pt x="20203" y="9645"/>
                    <a:pt x="20203" y="9686"/>
                  </a:cubicBezTo>
                  <a:cubicBezTo>
                    <a:pt x="20203" y="9686"/>
                    <a:pt x="20163" y="9726"/>
                    <a:pt x="20163" y="9726"/>
                  </a:cubicBezTo>
                  <a:cubicBezTo>
                    <a:pt x="20163" y="9726"/>
                    <a:pt x="20123" y="9767"/>
                    <a:pt x="20123" y="9767"/>
                  </a:cubicBezTo>
                  <a:cubicBezTo>
                    <a:pt x="20083" y="9807"/>
                    <a:pt x="20043" y="9848"/>
                    <a:pt x="19963" y="9929"/>
                  </a:cubicBezTo>
                  <a:cubicBezTo>
                    <a:pt x="19923" y="9969"/>
                    <a:pt x="19883" y="10009"/>
                    <a:pt x="19803" y="10090"/>
                  </a:cubicBezTo>
                  <a:cubicBezTo>
                    <a:pt x="19803" y="10090"/>
                    <a:pt x="19803" y="10090"/>
                    <a:pt x="19763" y="10131"/>
                  </a:cubicBezTo>
                  <a:cubicBezTo>
                    <a:pt x="19763" y="10131"/>
                    <a:pt x="19723" y="10171"/>
                    <a:pt x="19723" y="10171"/>
                  </a:cubicBezTo>
                  <a:cubicBezTo>
                    <a:pt x="19723" y="10171"/>
                    <a:pt x="19683" y="10212"/>
                    <a:pt x="19683" y="10212"/>
                  </a:cubicBezTo>
                  <a:cubicBezTo>
                    <a:pt x="19644" y="10252"/>
                    <a:pt x="19644" y="10293"/>
                    <a:pt x="19604" y="10333"/>
                  </a:cubicBezTo>
                  <a:cubicBezTo>
                    <a:pt x="19604" y="10333"/>
                    <a:pt x="19564" y="10373"/>
                    <a:pt x="19564" y="10373"/>
                  </a:cubicBezTo>
                  <a:cubicBezTo>
                    <a:pt x="19524" y="10454"/>
                    <a:pt x="19484" y="10495"/>
                    <a:pt x="19444" y="10576"/>
                  </a:cubicBezTo>
                  <a:cubicBezTo>
                    <a:pt x="19364" y="10697"/>
                    <a:pt x="19324" y="10778"/>
                    <a:pt x="19244" y="10899"/>
                  </a:cubicBezTo>
                  <a:cubicBezTo>
                    <a:pt x="19164" y="11021"/>
                    <a:pt x="19085" y="11142"/>
                    <a:pt x="19005" y="11263"/>
                  </a:cubicBezTo>
                  <a:cubicBezTo>
                    <a:pt x="18965" y="11304"/>
                    <a:pt x="18925" y="11344"/>
                    <a:pt x="18885" y="11425"/>
                  </a:cubicBezTo>
                  <a:cubicBezTo>
                    <a:pt x="18885" y="11102"/>
                    <a:pt x="18885" y="10818"/>
                    <a:pt x="18885" y="10495"/>
                  </a:cubicBezTo>
                  <a:cubicBezTo>
                    <a:pt x="18885" y="10333"/>
                    <a:pt x="18885" y="10212"/>
                    <a:pt x="18885" y="10050"/>
                  </a:cubicBezTo>
                  <a:cubicBezTo>
                    <a:pt x="18965" y="9929"/>
                    <a:pt x="19085" y="9807"/>
                    <a:pt x="19164" y="9686"/>
                  </a:cubicBezTo>
                  <a:cubicBezTo>
                    <a:pt x="19204" y="9605"/>
                    <a:pt x="19284" y="9524"/>
                    <a:pt x="19324" y="9484"/>
                  </a:cubicBezTo>
                  <a:cubicBezTo>
                    <a:pt x="19364" y="9443"/>
                    <a:pt x="19404" y="9403"/>
                    <a:pt x="19444" y="9322"/>
                  </a:cubicBezTo>
                  <a:cubicBezTo>
                    <a:pt x="19484" y="9281"/>
                    <a:pt x="19484" y="9241"/>
                    <a:pt x="19524" y="9200"/>
                  </a:cubicBezTo>
                  <a:cubicBezTo>
                    <a:pt x="19564" y="9160"/>
                    <a:pt x="19604" y="9079"/>
                    <a:pt x="19683" y="9039"/>
                  </a:cubicBezTo>
                  <a:cubicBezTo>
                    <a:pt x="19683" y="9039"/>
                    <a:pt x="19723" y="8998"/>
                    <a:pt x="19723" y="8998"/>
                  </a:cubicBezTo>
                  <a:cubicBezTo>
                    <a:pt x="19723" y="8998"/>
                    <a:pt x="19763" y="8958"/>
                    <a:pt x="19763" y="8958"/>
                  </a:cubicBezTo>
                  <a:cubicBezTo>
                    <a:pt x="19803" y="8917"/>
                    <a:pt x="19843" y="8877"/>
                    <a:pt x="19883" y="8836"/>
                  </a:cubicBezTo>
                  <a:cubicBezTo>
                    <a:pt x="19923" y="8796"/>
                    <a:pt x="20003" y="8756"/>
                    <a:pt x="20043" y="8715"/>
                  </a:cubicBezTo>
                  <a:cubicBezTo>
                    <a:pt x="20083" y="8675"/>
                    <a:pt x="20163" y="8634"/>
                    <a:pt x="20203" y="8553"/>
                  </a:cubicBezTo>
                  <a:cubicBezTo>
                    <a:pt x="20203" y="8553"/>
                    <a:pt x="20242" y="8513"/>
                    <a:pt x="20242" y="8513"/>
                  </a:cubicBezTo>
                  <a:cubicBezTo>
                    <a:pt x="20322" y="8594"/>
                    <a:pt x="20322" y="8715"/>
                    <a:pt x="20322" y="8877"/>
                  </a:cubicBezTo>
                  <a:close/>
                  <a:moveTo>
                    <a:pt x="20202" y="7057"/>
                  </a:moveTo>
                  <a:cubicBezTo>
                    <a:pt x="20202" y="7138"/>
                    <a:pt x="20202" y="7218"/>
                    <a:pt x="20242" y="7299"/>
                  </a:cubicBezTo>
                  <a:cubicBezTo>
                    <a:pt x="20242" y="7461"/>
                    <a:pt x="20242" y="7663"/>
                    <a:pt x="20282" y="7825"/>
                  </a:cubicBezTo>
                  <a:cubicBezTo>
                    <a:pt x="20282" y="7906"/>
                    <a:pt x="20282" y="8027"/>
                    <a:pt x="20322" y="8108"/>
                  </a:cubicBezTo>
                  <a:cubicBezTo>
                    <a:pt x="20322" y="8108"/>
                    <a:pt x="20322" y="8149"/>
                    <a:pt x="20322" y="8149"/>
                  </a:cubicBezTo>
                  <a:cubicBezTo>
                    <a:pt x="20282" y="8189"/>
                    <a:pt x="20282" y="8189"/>
                    <a:pt x="20242" y="8230"/>
                  </a:cubicBezTo>
                  <a:cubicBezTo>
                    <a:pt x="20242" y="8230"/>
                    <a:pt x="20242" y="8230"/>
                    <a:pt x="20202" y="8270"/>
                  </a:cubicBezTo>
                  <a:cubicBezTo>
                    <a:pt x="20202" y="8270"/>
                    <a:pt x="20163" y="8311"/>
                    <a:pt x="20163" y="8311"/>
                  </a:cubicBezTo>
                  <a:cubicBezTo>
                    <a:pt x="20163" y="8311"/>
                    <a:pt x="20123" y="8351"/>
                    <a:pt x="20123" y="8351"/>
                  </a:cubicBezTo>
                  <a:cubicBezTo>
                    <a:pt x="20083" y="8391"/>
                    <a:pt x="20043" y="8432"/>
                    <a:pt x="19963" y="8513"/>
                  </a:cubicBezTo>
                  <a:cubicBezTo>
                    <a:pt x="19923" y="8553"/>
                    <a:pt x="19883" y="8594"/>
                    <a:pt x="19843" y="8634"/>
                  </a:cubicBezTo>
                  <a:cubicBezTo>
                    <a:pt x="19843" y="8634"/>
                    <a:pt x="19803" y="8675"/>
                    <a:pt x="19803" y="8675"/>
                  </a:cubicBezTo>
                  <a:cubicBezTo>
                    <a:pt x="19763" y="8715"/>
                    <a:pt x="19723" y="8756"/>
                    <a:pt x="19723" y="8796"/>
                  </a:cubicBezTo>
                  <a:cubicBezTo>
                    <a:pt x="19723" y="8796"/>
                    <a:pt x="19683" y="8836"/>
                    <a:pt x="19683" y="8836"/>
                  </a:cubicBezTo>
                  <a:cubicBezTo>
                    <a:pt x="19683" y="8836"/>
                    <a:pt x="19683" y="8836"/>
                    <a:pt x="19683" y="8836"/>
                  </a:cubicBezTo>
                  <a:cubicBezTo>
                    <a:pt x="19644" y="8917"/>
                    <a:pt x="19604" y="8958"/>
                    <a:pt x="19524" y="9039"/>
                  </a:cubicBezTo>
                  <a:cubicBezTo>
                    <a:pt x="19484" y="9079"/>
                    <a:pt x="19444" y="9160"/>
                    <a:pt x="19404" y="9200"/>
                  </a:cubicBezTo>
                  <a:cubicBezTo>
                    <a:pt x="19324" y="9322"/>
                    <a:pt x="19244" y="9443"/>
                    <a:pt x="19164" y="9564"/>
                  </a:cubicBezTo>
                  <a:cubicBezTo>
                    <a:pt x="19124" y="9605"/>
                    <a:pt x="19085" y="9686"/>
                    <a:pt x="19045" y="9726"/>
                  </a:cubicBezTo>
                  <a:cubicBezTo>
                    <a:pt x="19045" y="9767"/>
                    <a:pt x="19005" y="9767"/>
                    <a:pt x="19005" y="9807"/>
                  </a:cubicBezTo>
                  <a:cubicBezTo>
                    <a:pt x="18965" y="9848"/>
                    <a:pt x="18965" y="9888"/>
                    <a:pt x="18925" y="9888"/>
                  </a:cubicBezTo>
                  <a:cubicBezTo>
                    <a:pt x="18925" y="9443"/>
                    <a:pt x="18925" y="8998"/>
                    <a:pt x="18925" y="8553"/>
                  </a:cubicBezTo>
                  <a:cubicBezTo>
                    <a:pt x="18925" y="8513"/>
                    <a:pt x="18925" y="8472"/>
                    <a:pt x="18925" y="8391"/>
                  </a:cubicBezTo>
                  <a:cubicBezTo>
                    <a:pt x="18965" y="8351"/>
                    <a:pt x="19005" y="8311"/>
                    <a:pt x="19045" y="8270"/>
                  </a:cubicBezTo>
                  <a:cubicBezTo>
                    <a:pt x="19085" y="8230"/>
                    <a:pt x="19124" y="8189"/>
                    <a:pt x="19164" y="8149"/>
                  </a:cubicBezTo>
                  <a:cubicBezTo>
                    <a:pt x="19164" y="8149"/>
                    <a:pt x="19164" y="8149"/>
                    <a:pt x="19204" y="8108"/>
                  </a:cubicBezTo>
                  <a:cubicBezTo>
                    <a:pt x="19204" y="8108"/>
                    <a:pt x="19244" y="8108"/>
                    <a:pt x="19244" y="8068"/>
                  </a:cubicBezTo>
                  <a:cubicBezTo>
                    <a:pt x="19364" y="7987"/>
                    <a:pt x="19444" y="7866"/>
                    <a:pt x="19564" y="7785"/>
                  </a:cubicBezTo>
                  <a:cubicBezTo>
                    <a:pt x="19604" y="7744"/>
                    <a:pt x="19644" y="7744"/>
                    <a:pt x="19644" y="7704"/>
                  </a:cubicBezTo>
                  <a:cubicBezTo>
                    <a:pt x="19723" y="7623"/>
                    <a:pt x="19803" y="7542"/>
                    <a:pt x="19883" y="7461"/>
                  </a:cubicBezTo>
                  <a:cubicBezTo>
                    <a:pt x="19963" y="7340"/>
                    <a:pt x="20083" y="7259"/>
                    <a:pt x="20163" y="7138"/>
                  </a:cubicBezTo>
                  <a:cubicBezTo>
                    <a:pt x="20123" y="7138"/>
                    <a:pt x="20163" y="7097"/>
                    <a:pt x="20202" y="7057"/>
                  </a:cubicBezTo>
                  <a:close/>
                  <a:moveTo>
                    <a:pt x="19124" y="4953"/>
                  </a:moveTo>
                  <a:cubicBezTo>
                    <a:pt x="19124" y="4953"/>
                    <a:pt x="19124" y="4953"/>
                    <a:pt x="19124" y="4953"/>
                  </a:cubicBezTo>
                  <a:cubicBezTo>
                    <a:pt x="19124" y="4953"/>
                    <a:pt x="19124" y="4953"/>
                    <a:pt x="19124" y="4953"/>
                  </a:cubicBezTo>
                  <a:cubicBezTo>
                    <a:pt x="19164" y="4994"/>
                    <a:pt x="19164" y="4994"/>
                    <a:pt x="19124" y="4953"/>
                  </a:cubicBezTo>
                  <a:cubicBezTo>
                    <a:pt x="19164" y="4994"/>
                    <a:pt x="19204" y="4994"/>
                    <a:pt x="19204" y="5034"/>
                  </a:cubicBezTo>
                  <a:cubicBezTo>
                    <a:pt x="19244" y="5115"/>
                    <a:pt x="19324" y="5196"/>
                    <a:pt x="19404" y="5236"/>
                  </a:cubicBezTo>
                  <a:cubicBezTo>
                    <a:pt x="19444" y="5277"/>
                    <a:pt x="19484" y="5317"/>
                    <a:pt x="19524" y="5317"/>
                  </a:cubicBezTo>
                  <a:cubicBezTo>
                    <a:pt x="19564" y="5358"/>
                    <a:pt x="19604" y="5358"/>
                    <a:pt x="19604" y="5398"/>
                  </a:cubicBezTo>
                  <a:cubicBezTo>
                    <a:pt x="19643" y="5439"/>
                    <a:pt x="19643" y="5439"/>
                    <a:pt x="19683" y="5479"/>
                  </a:cubicBezTo>
                  <a:cubicBezTo>
                    <a:pt x="19723" y="5520"/>
                    <a:pt x="19763" y="5560"/>
                    <a:pt x="19803" y="5600"/>
                  </a:cubicBezTo>
                  <a:cubicBezTo>
                    <a:pt x="19803" y="5600"/>
                    <a:pt x="19843" y="5641"/>
                    <a:pt x="19883" y="5641"/>
                  </a:cubicBezTo>
                  <a:cubicBezTo>
                    <a:pt x="19923" y="5681"/>
                    <a:pt x="19963" y="5681"/>
                    <a:pt x="20003" y="5722"/>
                  </a:cubicBezTo>
                  <a:cubicBezTo>
                    <a:pt x="20043" y="5762"/>
                    <a:pt x="20083" y="5762"/>
                    <a:pt x="20123" y="5762"/>
                  </a:cubicBezTo>
                  <a:cubicBezTo>
                    <a:pt x="20123" y="5803"/>
                    <a:pt x="20083" y="5843"/>
                    <a:pt x="20083" y="5884"/>
                  </a:cubicBezTo>
                  <a:cubicBezTo>
                    <a:pt x="20083" y="5884"/>
                    <a:pt x="20083" y="5884"/>
                    <a:pt x="20083" y="5924"/>
                  </a:cubicBezTo>
                  <a:cubicBezTo>
                    <a:pt x="20043" y="5965"/>
                    <a:pt x="20043" y="6005"/>
                    <a:pt x="20003" y="6005"/>
                  </a:cubicBezTo>
                  <a:cubicBezTo>
                    <a:pt x="19963" y="6045"/>
                    <a:pt x="19883" y="6126"/>
                    <a:pt x="19843" y="6167"/>
                  </a:cubicBezTo>
                  <a:cubicBezTo>
                    <a:pt x="19763" y="6248"/>
                    <a:pt x="19723" y="6329"/>
                    <a:pt x="19644" y="6369"/>
                  </a:cubicBezTo>
                  <a:cubicBezTo>
                    <a:pt x="19604" y="6450"/>
                    <a:pt x="19524" y="6490"/>
                    <a:pt x="19484" y="6571"/>
                  </a:cubicBezTo>
                  <a:cubicBezTo>
                    <a:pt x="19404" y="6693"/>
                    <a:pt x="19324" y="6774"/>
                    <a:pt x="19204" y="6895"/>
                  </a:cubicBezTo>
                  <a:cubicBezTo>
                    <a:pt x="19125" y="6976"/>
                    <a:pt x="19045" y="7057"/>
                    <a:pt x="19005" y="7138"/>
                  </a:cubicBezTo>
                  <a:cubicBezTo>
                    <a:pt x="18885" y="7259"/>
                    <a:pt x="18805" y="7380"/>
                    <a:pt x="18725" y="7502"/>
                  </a:cubicBezTo>
                  <a:cubicBezTo>
                    <a:pt x="18685" y="7582"/>
                    <a:pt x="18645" y="7663"/>
                    <a:pt x="18645" y="7744"/>
                  </a:cubicBezTo>
                  <a:cubicBezTo>
                    <a:pt x="18605" y="7704"/>
                    <a:pt x="18566" y="7663"/>
                    <a:pt x="18526" y="7623"/>
                  </a:cubicBezTo>
                  <a:cubicBezTo>
                    <a:pt x="18326" y="7421"/>
                    <a:pt x="18086" y="7178"/>
                    <a:pt x="17887" y="6976"/>
                  </a:cubicBezTo>
                  <a:cubicBezTo>
                    <a:pt x="17807" y="6895"/>
                    <a:pt x="17727" y="6814"/>
                    <a:pt x="17647" y="6733"/>
                  </a:cubicBezTo>
                  <a:cubicBezTo>
                    <a:pt x="17647" y="6733"/>
                    <a:pt x="17647" y="6733"/>
                    <a:pt x="17647" y="6733"/>
                  </a:cubicBezTo>
                  <a:cubicBezTo>
                    <a:pt x="17687" y="6693"/>
                    <a:pt x="17727" y="6652"/>
                    <a:pt x="17767" y="6571"/>
                  </a:cubicBezTo>
                  <a:cubicBezTo>
                    <a:pt x="17807" y="6531"/>
                    <a:pt x="17847" y="6450"/>
                    <a:pt x="17927" y="6409"/>
                  </a:cubicBezTo>
                  <a:cubicBezTo>
                    <a:pt x="18007" y="6288"/>
                    <a:pt x="18126" y="6167"/>
                    <a:pt x="18206" y="6086"/>
                  </a:cubicBezTo>
                  <a:cubicBezTo>
                    <a:pt x="18286" y="5965"/>
                    <a:pt x="18406" y="5843"/>
                    <a:pt x="18486" y="5722"/>
                  </a:cubicBezTo>
                  <a:cubicBezTo>
                    <a:pt x="18566" y="5600"/>
                    <a:pt x="18685" y="5479"/>
                    <a:pt x="18765" y="5398"/>
                  </a:cubicBezTo>
                  <a:cubicBezTo>
                    <a:pt x="18765" y="5398"/>
                    <a:pt x="18805" y="5358"/>
                    <a:pt x="18805" y="5358"/>
                  </a:cubicBezTo>
                  <a:cubicBezTo>
                    <a:pt x="18845" y="5317"/>
                    <a:pt x="18885" y="5277"/>
                    <a:pt x="18925" y="5236"/>
                  </a:cubicBezTo>
                  <a:cubicBezTo>
                    <a:pt x="18965" y="5196"/>
                    <a:pt x="19005" y="5115"/>
                    <a:pt x="19085" y="5075"/>
                  </a:cubicBezTo>
                  <a:cubicBezTo>
                    <a:pt x="19045" y="5034"/>
                    <a:pt x="19085" y="4994"/>
                    <a:pt x="19124" y="4953"/>
                  </a:cubicBezTo>
                  <a:close/>
                  <a:moveTo>
                    <a:pt x="18246" y="4225"/>
                  </a:moveTo>
                  <a:cubicBezTo>
                    <a:pt x="18286" y="4185"/>
                    <a:pt x="18286" y="4185"/>
                    <a:pt x="18246" y="4225"/>
                  </a:cubicBezTo>
                  <a:cubicBezTo>
                    <a:pt x="18326" y="4266"/>
                    <a:pt x="18366" y="4306"/>
                    <a:pt x="18446" y="4387"/>
                  </a:cubicBezTo>
                  <a:cubicBezTo>
                    <a:pt x="18526" y="4468"/>
                    <a:pt x="18605" y="4508"/>
                    <a:pt x="18685" y="4589"/>
                  </a:cubicBezTo>
                  <a:cubicBezTo>
                    <a:pt x="18725" y="4630"/>
                    <a:pt x="18765" y="4670"/>
                    <a:pt x="18805" y="4711"/>
                  </a:cubicBezTo>
                  <a:cubicBezTo>
                    <a:pt x="18845" y="4751"/>
                    <a:pt x="18885" y="4791"/>
                    <a:pt x="18925" y="4832"/>
                  </a:cubicBezTo>
                  <a:cubicBezTo>
                    <a:pt x="18885" y="4872"/>
                    <a:pt x="18845" y="4913"/>
                    <a:pt x="18845" y="4953"/>
                  </a:cubicBezTo>
                  <a:cubicBezTo>
                    <a:pt x="18805" y="4994"/>
                    <a:pt x="18765" y="5075"/>
                    <a:pt x="18685" y="5115"/>
                  </a:cubicBezTo>
                  <a:cubicBezTo>
                    <a:pt x="18685" y="5115"/>
                    <a:pt x="18645" y="5155"/>
                    <a:pt x="18645" y="5155"/>
                  </a:cubicBezTo>
                  <a:cubicBezTo>
                    <a:pt x="18605" y="5196"/>
                    <a:pt x="18566" y="5236"/>
                    <a:pt x="18566" y="5277"/>
                  </a:cubicBezTo>
                  <a:cubicBezTo>
                    <a:pt x="18526" y="5317"/>
                    <a:pt x="18486" y="5398"/>
                    <a:pt x="18446" y="5439"/>
                  </a:cubicBezTo>
                  <a:cubicBezTo>
                    <a:pt x="18406" y="5479"/>
                    <a:pt x="18366" y="5520"/>
                    <a:pt x="18326" y="5560"/>
                  </a:cubicBezTo>
                  <a:cubicBezTo>
                    <a:pt x="18286" y="5641"/>
                    <a:pt x="18206" y="5722"/>
                    <a:pt x="18166" y="5803"/>
                  </a:cubicBezTo>
                  <a:cubicBezTo>
                    <a:pt x="18086" y="5924"/>
                    <a:pt x="18006" y="6045"/>
                    <a:pt x="17927" y="6126"/>
                  </a:cubicBezTo>
                  <a:cubicBezTo>
                    <a:pt x="17887" y="6167"/>
                    <a:pt x="17847" y="6248"/>
                    <a:pt x="17807" y="6329"/>
                  </a:cubicBezTo>
                  <a:cubicBezTo>
                    <a:pt x="17767" y="6369"/>
                    <a:pt x="17727" y="6450"/>
                    <a:pt x="17687" y="6490"/>
                  </a:cubicBezTo>
                  <a:cubicBezTo>
                    <a:pt x="17647" y="6531"/>
                    <a:pt x="17607" y="6612"/>
                    <a:pt x="17567" y="6652"/>
                  </a:cubicBezTo>
                  <a:cubicBezTo>
                    <a:pt x="17567" y="6693"/>
                    <a:pt x="17527" y="6693"/>
                    <a:pt x="17527" y="6733"/>
                  </a:cubicBezTo>
                  <a:cubicBezTo>
                    <a:pt x="17288" y="6490"/>
                    <a:pt x="17048" y="6248"/>
                    <a:pt x="16769" y="6005"/>
                  </a:cubicBezTo>
                  <a:cubicBezTo>
                    <a:pt x="16769" y="6005"/>
                    <a:pt x="16809" y="5964"/>
                    <a:pt x="16809" y="5964"/>
                  </a:cubicBezTo>
                  <a:cubicBezTo>
                    <a:pt x="16849" y="5884"/>
                    <a:pt x="16928" y="5803"/>
                    <a:pt x="16968" y="5722"/>
                  </a:cubicBezTo>
                  <a:cubicBezTo>
                    <a:pt x="17048" y="5600"/>
                    <a:pt x="17168" y="5479"/>
                    <a:pt x="17248" y="5358"/>
                  </a:cubicBezTo>
                  <a:cubicBezTo>
                    <a:pt x="17328" y="5277"/>
                    <a:pt x="17368" y="5236"/>
                    <a:pt x="17447" y="5155"/>
                  </a:cubicBezTo>
                  <a:cubicBezTo>
                    <a:pt x="17487" y="5115"/>
                    <a:pt x="17527" y="5075"/>
                    <a:pt x="17567" y="5034"/>
                  </a:cubicBezTo>
                  <a:cubicBezTo>
                    <a:pt x="17607" y="4994"/>
                    <a:pt x="17647" y="4953"/>
                    <a:pt x="17647" y="4913"/>
                  </a:cubicBezTo>
                  <a:cubicBezTo>
                    <a:pt x="17647" y="4913"/>
                    <a:pt x="17687" y="4872"/>
                    <a:pt x="17687" y="4872"/>
                  </a:cubicBezTo>
                  <a:cubicBezTo>
                    <a:pt x="17727" y="4791"/>
                    <a:pt x="17807" y="4751"/>
                    <a:pt x="17847" y="4670"/>
                  </a:cubicBezTo>
                  <a:cubicBezTo>
                    <a:pt x="17927" y="4589"/>
                    <a:pt x="18006" y="4468"/>
                    <a:pt x="18086" y="4387"/>
                  </a:cubicBezTo>
                  <a:cubicBezTo>
                    <a:pt x="18166" y="4306"/>
                    <a:pt x="18206" y="4266"/>
                    <a:pt x="18246" y="4225"/>
                  </a:cubicBezTo>
                  <a:close/>
                  <a:moveTo>
                    <a:pt x="17368" y="3457"/>
                  </a:moveTo>
                  <a:cubicBezTo>
                    <a:pt x="17368" y="3457"/>
                    <a:pt x="17368" y="3457"/>
                    <a:pt x="17368" y="3457"/>
                  </a:cubicBezTo>
                  <a:cubicBezTo>
                    <a:pt x="17408" y="3457"/>
                    <a:pt x="17408" y="3457"/>
                    <a:pt x="17408" y="3457"/>
                  </a:cubicBezTo>
                  <a:cubicBezTo>
                    <a:pt x="17647" y="3659"/>
                    <a:pt x="17847" y="3861"/>
                    <a:pt x="18086" y="4063"/>
                  </a:cubicBezTo>
                  <a:cubicBezTo>
                    <a:pt x="18086" y="4063"/>
                    <a:pt x="18086" y="4063"/>
                    <a:pt x="18086" y="4063"/>
                  </a:cubicBezTo>
                  <a:cubicBezTo>
                    <a:pt x="18006" y="4185"/>
                    <a:pt x="17927" y="4266"/>
                    <a:pt x="17847" y="4387"/>
                  </a:cubicBezTo>
                  <a:cubicBezTo>
                    <a:pt x="17807" y="4427"/>
                    <a:pt x="17767" y="4468"/>
                    <a:pt x="17727" y="4549"/>
                  </a:cubicBezTo>
                  <a:cubicBezTo>
                    <a:pt x="17687" y="4630"/>
                    <a:pt x="17607" y="4670"/>
                    <a:pt x="17567" y="4751"/>
                  </a:cubicBezTo>
                  <a:cubicBezTo>
                    <a:pt x="17567" y="4751"/>
                    <a:pt x="17527" y="4791"/>
                    <a:pt x="17527" y="4791"/>
                  </a:cubicBezTo>
                  <a:cubicBezTo>
                    <a:pt x="17487" y="4832"/>
                    <a:pt x="17447" y="4872"/>
                    <a:pt x="17447" y="4913"/>
                  </a:cubicBezTo>
                  <a:cubicBezTo>
                    <a:pt x="17408" y="4953"/>
                    <a:pt x="17368" y="4994"/>
                    <a:pt x="17328" y="5034"/>
                  </a:cubicBezTo>
                  <a:cubicBezTo>
                    <a:pt x="17288" y="5115"/>
                    <a:pt x="17208" y="5155"/>
                    <a:pt x="17168" y="5236"/>
                  </a:cubicBezTo>
                  <a:cubicBezTo>
                    <a:pt x="17128" y="5277"/>
                    <a:pt x="17088" y="5317"/>
                    <a:pt x="17088" y="5358"/>
                  </a:cubicBezTo>
                  <a:cubicBezTo>
                    <a:pt x="17048" y="5439"/>
                    <a:pt x="16968" y="5520"/>
                    <a:pt x="16928" y="5600"/>
                  </a:cubicBezTo>
                  <a:cubicBezTo>
                    <a:pt x="16889" y="5681"/>
                    <a:pt x="16849" y="5762"/>
                    <a:pt x="16769" y="5884"/>
                  </a:cubicBezTo>
                  <a:cubicBezTo>
                    <a:pt x="16769" y="5884"/>
                    <a:pt x="16769" y="5924"/>
                    <a:pt x="16729" y="5924"/>
                  </a:cubicBezTo>
                  <a:cubicBezTo>
                    <a:pt x="16649" y="5843"/>
                    <a:pt x="16569" y="5762"/>
                    <a:pt x="16489" y="5681"/>
                  </a:cubicBezTo>
                  <a:cubicBezTo>
                    <a:pt x="16489" y="5681"/>
                    <a:pt x="16449" y="5641"/>
                    <a:pt x="16449" y="5641"/>
                  </a:cubicBezTo>
                  <a:cubicBezTo>
                    <a:pt x="16290" y="5479"/>
                    <a:pt x="16090" y="5277"/>
                    <a:pt x="15930" y="5115"/>
                  </a:cubicBezTo>
                  <a:cubicBezTo>
                    <a:pt x="15970" y="5075"/>
                    <a:pt x="16010" y="5034"/>
                    <a:pt x="16050" y="4994"/>
                  </a:cubicBezTo>
                  <a:cubicBezTo>
                    <a:pt x="16090" y="4953"/>
                    <a:pt x="16130" y="4913"/>
                    <a:pt x="16170" y="4872"/>
                  </a:cubicBezTo>
                  <a:cubicBezTo>
                    <a:pt x="16210" y="4832"/>
                    <a:pt x="16250" y="4791"/>
                    <a:pt x="16290" y="4751"/>
                  </a:cubicBezTo>
                  <a:cubicBezTo>
                    <a:pt x="16330" y="4711"/>
                    <a:pt x="16369" y="4670"/>
                    <a:pt x="16409" y="4630"/>
                  </a:cubicBezTo>
                  <a:cubicBezTo>
                    <a:pt x="16489" y="4549"/>
                    <a:pt x="16529" y="4468"/>
                    <a:pt x="16609" y="4387"/>
                  </a:cubicBezTo>
                  <a:cubicBezTo>
                    <a:pt x="16689" y="4266"/>
                    <a:pt x="16769" y="4185"/>
                    <a:pt x="16849" y="4063"/>
                  </a:cubicBezTo>
                  <a:cubicBezTo>
                    <a:pt x="16889" y="4023"/>
                    <a:pt x="16889" y="3982"/>
                    <a:pt x="16928" y="3982"/>
                  </a:cubicBezTo>
                  <a:cubicBezTo>
                    <a:pt x="16968" y="3942"/>
                    <a:pt x="16968" y="3902"/>
                    <a:pt x="17008" y="3902"/>
                  </a:cubicBezTo>
                  <a:cubicBezTo>
                    <a:pt x="17048" y="3861"/>
                    <a:pt x="17088" y="3780"/>
                    <a:pt x="17128" y="3740"/>
                  </a:cubicBezTo>
                  <a:cubicBezTo>
                    <a:pt x="17168" y="3659"/>
                    <a:pt x="17248" y="3618"/>
                    <a:pt x="17288" y="3538"/>
                  </a:cubicBezTo>
                  <a:cubicBezTo>
                    <a:pt x="17328" y="3538"/>
                    <a:pt x="17368" y="3497"/>
                    <a:pt x="17368" y="3457"/>
                  </a:cubicBezTo>
                  <a:close/>
                  <a:moveTo>
                    <a:pt x="16569" y="2971"/>
                  </a:moveTo>
                  <a:cubicBezTo>
                    <a:pt x="16609" y="2931"/>
                    <a:pt x="16609" y="2890"/>
                    <a:pt x="16649" y="2890"/>
                  </a:cubicBezTo>
                  <a:cubicBezTo>
                    <a:pt x="16649" y="2890"/>
                    <a:pt x="16649" y="2850"/>
                    <a:pt x="16689" y="2850"/>
                  </a:cubicBezTo>
                  <a:cubicBezTo>
                    <a:pt x="16689" y="2850"/>
                    <a:pt x="16689" y="2850"/>
                    <a:pt x="16689" y="2850"/>
                  </a:cubicBezTo>
                  <a:cubicBezTo>
                    <a:pt x="16729" y="2890"/>
                    <a:pt x="16729" y="2890"/>
                    <a:pt x="16769" y="2931"/>
                  </a:cubicBezTo>
                  <a:cubicBezTo>
                    <a:pt x="16809" y="2971"/>
                    <a:pt x="16889" y="3052"/>
                    <a:pt x="16968" y="3093"/>
                  </a:cubicBezTo>
                  <a:cubicBezTo>
                    <a:pt x="17008" y="3133"/>
                    <a:pt x="17088" y="3173"/>
                    <a:pt x="17128" y="3254"/>
                  </a:cubicBezTo>
                  <a:cubicBezTo>
                    <a:pt x="17168" y="3295"/>
                    <a:pt x="17208" y="3335"/>
                    <a:pt x="17288" y="3376"/>
                  </a:cubicBezTo>
                  <a:cubicBezTo>
                    <a:pt x="17248" y="3416"/>
                    <a:pt x="17248" y="3416"/>
                    <a:pt x="17208" y="3457"/>
                  </a:cubicBezTo>
                  <a:cubicBezTo>
                    <a:pt x="17168" y="3497"/>
                    <a:pt x="17128" y="3578"/>
                    <a:pt x="17048" y="3618"/>
                  </a:cubicBezTo>
                  <a:cubicBezTo>
                    <a:pt x="17008" y="3659"/>
                    <a:pt x="17008" y="3659"/>
                    <a:pt x="16968" y="3699"/>
                  </a:cubicBezTo>
                  <a:cubicBezTo>
                    <a:pt x="16928" y="3740"/>
                    <a:pt x="16928" y="3740"/>
                    <a:pt x="16889" y="3780"/>
                  </a:cubicBezTo>
                  <a:cubicBezTo>
                    <a:pt x="16849" y="3861"/>
                    <a:pt x="16809" y="3902"/>
                    <a:pt x="16769" y="3982"/>
                  </a:cubicBezTo>
                  <a:cubicBezTo>
                    <a:pt x="16649" y="4185"/>
                    <a:pt x="16529" y="4387"/>
                    <a:pt x="16409" y="4589"/>
                  </a:cubicBezTo>
                  <a:cubicBezTo>
                    <a:pt x="16330" y="4711"/>
                    <a:pt x="16250" y="4832"/>
                    <a:pt x="16170" y="4953"/>
                  </a:cubicBezTo>
                  <a:cubicBezTo>
                    <a:pt x="16130" y="5034"/>
                    <a:pt x="16050" y="5075"/>
                    <a:pt x="16010" y="5115"/>
                  </a:cubicBezTo>
                  <a:cubicBezTo>
                    <a:pt x="16010" y="5115"/>
                    <a:pt x="15970" y="5156"/>
                    <a:pt x="15970" y="5156"/>
                  </a:cubicBezTo>
                  <a:cubicBezTo>
                    <a:pt x="15771" y="4953"/>
                    <a:pt x="15571" y="4751"/>
                    <a:pt x="15371" y="4549"/>
                  </a:cubicBezTo>
                  <a:cubicBezTo>
                    <a:pt x="15371" y="4549"/>
                    <a:pt x="15371" y="4508"/>
                    <a:pt x="15411" y="4508"/>
                  </a:cubicBezTo>
                  <a:cubicBezTo>
                    <a:pt x="15411" y="4468"/>
                    <a:pt x="15451" y="4468"/>
                    <a:pt x="15451" y="4427"/>
                  </a:cubicBezTo>
                  <a:cubicBezTo>
                    <a:pt x="15491" y="4387"/>
                    <a:pt x="15491" y="4347"/>
                    <a:pt x="15531" y="4306"/>
                  </a:cubicBezTo>
                  <a:cubicBezTo>
                    <a:pt x="15611" y="4185"/>
                    <a:pt x="15691" y="4063"/>
                    <a:pt x="15810" y="3982"/>
                  </a:cubicBezTo>
                  <a:cubicBezTo>
                    <a:pt x="15930" y="3861"/>
                    <a:pt x="16050" y="3740"/>
                    <a:pt x="16130" y="3659"/>
                  </a:cubicBezTo>
                  <a:cubicBezTo>
                    <a:pt x="16170" y="3618"/>
                    <a:pt x="16210" y="3578"/>
                    <a:pt x="16250" y="3497"/>
                  </a:cubicBezTo>
                  <a:cubicBezTo>
                    <a:pt x="16290" y="3457"/>
                    <a:pt x="16330" y="3416"/>
                    <a:pt x="16369" y="3335"/>
                  </a:cubicBezTo>
                  <a:cubicBezTo>
                    <a:pt x="16409" y="3295"/>
                    <a:pt x="16409" y="3295"/>
                    <a:pt x="16449" y="3254"/>
                  </a:cubicBezTo>
                  <a:cubicBezTo>
                    <a:pt x="16449" y="3254"/>
                    <a:pt x="16449" y="3254"/>
                    <a:pt x="16489" y="3214"/>
                  </a:cubicBezTo>
                  <a:cubicBezTo>
                    <a:pt x="16489" y="3214"/>
                    <a:pt x="16529" y="3173"/>
                    <a:pt x="16529" y="3173"/>
                  </a:cubicBezTo>
                  <a:cubicBezTo>
                    <a:pt x="16489" y="3052"/>
                    <a:pt x="16529" y="3012"/>
                    <a:pt x="16569" y="2971"/>
                  </a:cubicBezTo>
                  <a:close/>
                  <a:moveTo>
                    <a:pt x="15970" y="2041"/>
                  </a:moveTo>
                  <a:cubicBezTo>
                    <a:pt x="15970" y="2041"/>
                    <a:pt x="15970" y="2041"/>
                    <a:pt x="15970" y="2041"/>
                  </a:cubicBezTo>
                  <a:cubicBezTo>
                    <a:pt x="15970" y="2041"/>
                    <a:pt x="15970" y="2041"/>
                    <a:pt x="15970" y="2041"/>
                  </a:cubicBezTo>
                  <a:cubicBezTo>
                    <a:pt x="15970" y="2041"/>
                    <a:pt x="15970" y="2041"/>
                    <a:pt x="15970" y="2041"/>
                  </a:cubicBezTo>
                  <a:close/>
                  <a:moveTo>
                    <a:pt x="15890" y="2122"/>
                  </a:moveTo>
                  <a:cubicBezTo>
                    <a:pt x="15930" y="2081"/>
                    <a:pt x="15930" y="2081"/>
                    <a:pt x="15970" y="2041"/>
                  </a:cubicBezTo>
                  <a:cubicBezTo>
                    <a:pt x="16010" y="2081"/>
                    <a:pt x="16010" y="2081"/>
                    <a:pt x="16050" y="2122"/>
                  </a:cubicBezTo>
                  <a:cubicBezTo>
                    <a:pt x="16050" y="2122"/>
                    <a:pt x="16090" y="2162"/>
                    <a:pt x="16090" y="2162"/>
                  </a:cubicBezTo>
                  <a:cubicBezTo>
                    <a:pt x="16170" y="2284"/>
                    <a:pt x="16290" y="2364"/>
                    <a:pt x="16369" y="2486"/>
                  </a:cubicBezTo>
                  <a:cubicBezTo>
                    <a:pt x="16409" y="2526"/>
                    <a:pt x="16449" y="2607"/>
                    <a:pt x="16529" y="2648"/>
                  </a:cubicBezTo>
                  <a:cubicBezTo>
                    <a:pt x="16529" y="2648"/>
                    <a:pt x="16489" y="2688"/>
                    <a:pt x="16489" y="2688"/>
                  </a:cubicBezTo>
                  <a:cubicBezTo>
                    <a:pt x="16489" y="2688"/>
                    <a:pt x="16449" y="2729"/>
                    <a:pt x="16449" y="2729"/>
                  </a:cubicBezTo>
                  <a:cubicBezTo>
                    <a:pt x="16449" y="2729"/>
                    <a:pt x="16449" y="2769"/>
                    <a:pt x="16409" y="2769"/>
                  </a:cubicBezTo>
                  <a:cubicBezTo>
                    <a:pt x="16409" y="2769"/>
                    <a:pt x="16369" y="2809"/>
                    <a:pt x="16369" y="2809"/>
                  </a:cubicBezTo>
                  <a:cubicBezTo>
                    <a:pt x="16330" y="2850"/>
                    <a:pt x="16290" y="2931"/>
                    <a:pt x="16250" y="2971"/>
                  </a:cubicBezTo>
                  <a:cubicBezTo>
                    <a:pt x="16250" y="3012"/>
                    <a:pt x="16210" y="3012"/>
                    <a:pt x="16210" y="3052"/>
                  </a:cubicBezTo>
                  <a:cubicBezTo>
                    <a:pt x="16210" y="3093"/>
                    <a:pt x="16170" y="3093"/>
                    <a:pt x="16170" y="3133"/>
                  </a:cubicBezTo>
                  <a:cubicBezTo>
                    <a:pt x="16170" y="3174"/>
                    <a:pt x="16130" y="3174"/>
                    <a:pt x="16130" y="3214"/>
                  </a:cubicBezTo>
                  <a:cubicBezTo>
                    <a:pt x="16090" y="3254"/>
                    <a:pt x="16090" y="3295"/>
                    <a:pt x="16050" y="3335"/>
                  </a:cubicBezTo>
                  <a:cubicBezTo>
                    <a:pt x="16010" y="3376"/>
                    <a:pt x="15970" y="3416"/>
                    <a:pt x="15930" y="3497"/>
                  </a:cubicBezTo>
                  <a:cubicBezTo>
                    <a:pt x="15890" y="3538"/>
                    <a:pt x="15850" y="3578"/>
                    <a:pt x="15811" y="3618"/>
                  </a:cubicBezTo>
                  <a:cubicBezTo>
                    <a:pt x="15771" y="3699"/>
                    <a:pt x="15691" y="3740"/>
                    <a:pt x="15651" y="3821"/>
                  </a:cubicBezTo>
                  <a:cubicBezTo>
                    <a:pt x="15611" y="3902"/>
                    <a:pt x="15531" y="3982"/>
                    <a:pt x="15491" y="4063"/>
                  </a:cubicBezTo>
                  <a:cubicBezTo>
                    <a:pt x="15451" y="4104"/>
                    <a:pt x="15451" y="4144"/>
                    <a:pt x="15411" y="4185"/>
                  </a:cubicBezTo>
                  <a:cubicBezTo>
                    <a:pt x="15411" y="4225"/>
                    <a:pt x="15371" y="4225"/>
                    <a:pt x="15371" y="4266"/>
                  </a:cubicBezTo>
                  <a:cubicBezTo>
                    <a:pt x="15331" y="4347"/>
                    <a:pt x="15291" y="4387"/>
                    <a:pt x="15252" y="4468"/>
                  </a:cubicBezTo>
                  <a:cubicBezTo>
                    <a:pt x="15252" y="4468"/>
                    <a:pt x="15252" y="4508"/>
                    <a:pt x="15252" y="4508"/>
                  </a:cubicBezTo>
                  <a:cubicBezTo>
                    <a:pt x="15212" y="4468"/>
                    <a:pt x="15212" y="4468"/>
                    <a:pt x="15172" y="4427"/>
                  </a:cubicBezTo>
                  <a:cubicBezTo>
                    <a:pt x="15052" y="4306"/>
                    <a:pt x="14932" y="4185"/>
                    <a:pt x="14812" y="4063"/>
                  </a:cubicBezTo>
                  <a:cubicBezTo>
                    <a:pt x="14812" y="4063"/>
                    <a:pt x="14812" y="4063"/>
                    <a:pt x="14812" y="4063"/>
                  </a:cubicBezTo>
                  <a:cubicBezTo>
                    <a:pt x="14693" y="3942"/>
                    <a:pt x="14613" y="3861"/>
                    <a:pt x="14493" y="3740"/>
                  </a:cubicBezTo>
                  <a:cubicBezTo>
                    <a:pt x="14533" y="3699"/>
                    <a:pt x="14573" y="3659"/>
                    <a:pt x="14653" y="3618"/>
                  </a:cubicBezTo>
                  <a:cubicBezTo>
                    <a:pt x="14653" y="3618"/>
                    <a:pt x="14693" y="3578"/>
                    <a:pt x="14693" y="3578"/>
                  </a:cubicBezTo>
                  <a:cubicBezTo>
                    <a:pt x="14732" y="3538"/>
                    <a:pt x="14772" y="3497"/>
                    <a:pt x="14772" y="3457"/>
                  </a:cubicBezTo>
                  <a:cubicBezTo>
                    <a:pt x="14812" y="3416"/>
                    <a:pt x="14812" y="3416"/>
                    <a:pt x="14852" y="3376"/>
                  </a:cubicBezTo>
                  <a:cubicBezTo>
                    <a:pt x="14852" y="3376"/>
                    <a:pt x="14892" y="3335"/>
                    <a:pt x="14892" y="3335"/>
                  </a:cubicBezTo>
                  <a:cubicBezTo>
                    <a:pt x="14932" y="3295"/>
                    <a:pt x="14972" y="3214"/>
                    <a:pt x="15052" y="3174"/>
                  </a:cubicBezTo>
                  <a:cubicBezTo>
                    <a:pt x="15092" y="3133"/>
                    <a:pt x="15132" y="3052"/>
                    <a:pt x="15212" y="3012"/>
                  </a:cubicBezTo>
                  <a:cubicBezTo>
                    <a:pt x="15291" y="2931"/>
                    <a:pt x="15371" y="2850"/>
                    <a:pt x="15451" y="2729"/>
                  </a:cubicBezTo>
                  <a:cubicBezTo>
                    <a:pt x="15531" y="2607"/>
                    <a:pt x="15611" y="2526"/>
                    <a:pt x="15731" y="2405"/>
                  </a:cubicBezTo>
                  <a:cubicBezTo>
                    <a:pt x="15770" y="2365"/>
                    <a:pt x="15810" y="2324"/>
                    <a:pt x="15850" y="2243"/>
                  </a:cubicBezTo>
                  <a:cubicBezTo>
                    <a:pt x="15850" y="2162"/>
                    <a:pt x="15890" y="2162"/>
                    <a:pt x="15890" y="2122"/>
                  </a:cubicBezTo>
                  <a:close/>
                  <a:moveTo>
                    <a:pt x="14253" y="2243"/>
                  </a:moveTo>
                  <a:cubicBezTo>
                    <a:pt x="14333" y="2122"/>
                    <a:pt x="14413" y="2000"/>
                    <a:pt x="14533" y="1879"/>
                  </a:cubicBezTo>
                  <a:cubicBezTo>
                    <a:pt x="14653" y="1717"/>
                    <a:pt x="14812" y="1556"/>
                    <a:pt x="14972" y="1394"/>
                  </a:cubicBezTo>
                  <a:cubicBezTo>
                    <a:pt x="15012" y="1353"/>
                    <a:pt x="15052" y="1313"/>
                    <a:pt x="15132" y="1272"/>
                  </a:cubicBezTo>
                  <a:cubicBezTo>
                    <a:pt x="15172" y="1313"/>
                    <a:pt x="15212" y="1353"/>
                    <a:pt x="15252" y="1394"/>
                  </a:cubicBezTo>
                  <a:cubicBezTo>
                    <a:pt x="15291" y="1434"/>
                    <a:pt x="15331" y="1475"/>
                    <a:pt x="15411" y="1515"/>
                  </a:cubicBezTo>
                  <a:cubicBezTo>
                    <a:pt x="15451" y="1556"/>
                    <a:pt x="15531" y="1596"/>
                    <a:pt x="15571" y="1636"/>
                  </a:cubicBezTo>
                  <a:cubicBezTo>
                    <a:pt x="15691" y="1717"/>
                    <a:pt x="15771" y="1798"/>
                    <a:pt x="15890" y="1879"/>
                  </a:cubicBezTo>
                  <a:cubicBezTo>
                    <a:pt x="15890" y="1879"/>
                    <a:pt x="15850" y="1879"/>
                    <a:pt x="15850" y="1920"/>
                  </a:cubicBezTo>
                  <a:cubicBezTo>
                    <a:pt x="15850" y="1920"/>
                    <a:pt x="15850" y="1920"/>
                    <a:pt x="15811" y="1960"/>
                  </a:cubicBezTo>
                  <a:cubicBezTo>
                    <a:pt x="15771" y="2000"/>
                    <a:pt x="15771" y="2000"/>
                    <a:pt x="15731" y="2041"/>
                  </a:cubicBezTo>
                  <a:cubicBezTo>
                    <a:pt x="15691" y="2081"/>
                    <a:pt x="15651" y="2162"/>
                    <a:pt x="15611" y="2203"/>
                  </a:cubicBezTo>
                  <a:cubicBezTo>
                    <a:pt x="15531" y="2324"/>
                    <a:pt x="15451" y="2405"/>
                    <a:pt x="15371" y="2526"/>
                  </a:cubicBezTo>
                  <a:cubicBezTo>
                    <a:pt x="15292" y="2607"/>
                    <a:pt x="15212" y="2729"/>
                    <a:pt x="15172" y="2809"/>
                  </a:cubicBezTo>
                  <a:cubicBezTo>
                    <a:pt x="15132" y="2890"/>
                    <a:pt x="15092" y="2931"/>
                    <a:pt x="15052" y="3012"/>
                  </a:cubicBezTo>
                  <a:cubicBezTo>
                    <a:pt x="15012" y="3052"/>
                    <a:pt x="14972" y="3093"/>
                    <a:pt x="14932" y="3173"/>
                  </a:cubicBezTo>
                  <a:cubicBezTo>
                    <a:pt x="14892" y="3214"/>
                    <a:pt x="14852" y="3254"/>
                    <a:pt x="14852" y="3295"/>
                  </a:cubicBezTo>
                  <a:cubicBezTo>
                    <a:pt x="14812" y="3376"/>
                    <a:pt x="14732" y="3416"/>
                    <a:pt x="14693" y="3497"/>
                  </a:cubicBezTo>
                  <a:cubicBezTo>
                    <a:pt x="14653" y="3538"/>
                    <a:pt x="14613" y="3578"/>
                    <a:pt x="14573" y="3618"/>
                  </a:cubicBezTo>
                  <a:cubicBezTo>
                    <a:pt x="14573" y="3618"/>
                    <a:pt x="14573" y="3618"/>
                    <a:pt x="14573" y="3618"/>
                  </a:cubicBezTo>
                  <a:cubicBezTo>
                    <a:pt x="14453" y="3497"/>
                    <a:pt x="14293" y="3335"/>
                    <a:pt x="14174" y="3214"/>
                  </a:cubicBezTo>
                  <a:cubicBezTo>
                    <a:pt x="14094" y="3133"/>
                    <a:pt x="13974" y="3012"/>
                    <a:pt x="13894" y="2931"/>
                  </a:cubicBezTo>
                  <a:cubicBezTo>
                    <a:pt x="13854" y="2890"/>
                    <a:pt x="13814" y="2850"/>
                    <a:pt x="13814" y="2850"/>
                  </a:cubicBezTo>
                  <a:cubicBezTo>
                    <a:pt x="13854" y="2809"/>
                    <a:pt x="13894" y="2809"/>
                    <a:pt x="13934" y="2769"/>
                  </a:cubicBezTo>
                  <a:cubicBezTo>
                    <a:pt x="13974" y="2729"/>
                    <a:pt x="14054" y="2648"/>
                    <a:pt x="14094" y="2607"/>
                  </a:cubicBezTo>
                  <a:cubicBezTo>
                    <a:pt x="14134" y="2567"/>
                    <a:pt x="14174" y="2526"/>
                    <a:pt x="14214" y="2486"/>
                  </a:cubicBezTo>
                  <a:cubicBezTo>
                    <a:pt x="14134" y="2405"/>
                    <a:pt x="14213" y="2324"/>
                    <a:pt x="14253" y="2243"/>
                  </a:cubicBezTo>
                  <a:close/>
                  <a:moveTo>
                    <a:pt x="13056" y="1232"/>
                  </a:moveTo>
                  <a:cubicBezTo>
                    <a:pt x="13095" y="1232"/>
                    <a:pt x="13095" y="1191"/>
                    <a:pt x="13135" y="1191"/>
                  </a:cubicBezTo>
                  <a:cubicBezTo>
                    <a:pt x="13135" y="1191"/>
                    <a:pt x="13175" y="1151"/>
                    <a:pt x="13175" y="1151"/>
                  </a:cubicBezTo>
                  <a:cubicBezTo>
                    <a:pt x="13175" y="1151"/>
                    <a:pt x="13175" y="1151"/>
                    <a:pt x="13215" y="1111"/>
                  </a:cubicBezTo>
                  <a:cubicBezTo>
                    <a:pt x="13215" y="1111"/>
                    <a:pt x="13215" y="1070"/>
                    <a:pt x="13255" y="1070"/>
                  </a:cubicBezTo>
                  <a:cubicBezTo>
                    <a:pt x="13415" y="1070"/>
                    <a:pt x="13535" y="1070"/>
                    <a:pt x="13694" y="1070"/>
                  </a:cubicBezTo>
                  <a:cubicBezTo>
                    <a:pt x="13814" y="1070"/>
                    <a:pt x="13934" y="1070"/>
                    <a:pt x="14054" y="1111"/>
                  </a:cubicBezTo>
                  <a:cubicBezTo>
                    <a:pt x="13934" y="1272"/>
                    <a:pt x="13774" y="1434"/>
                    <a:pt x="13694" y="1596"/>
                  </a:cubicBezTo>
                  <a:cubicBezTo>
                    <a:pt x="13614" y="1717"/>
                    <a:pt x="13535" y="1839"/>
                    <a:pt x="13455" y="1960"/>
                  </a:cubicBezTo>
                  <a:cubicBezTo>
                    <a:pt x="13415" y="2000"/>
                    <a:pt x="13375" y="2081"/>
                    <a:pt x="13335" y="2122"/>
                  </a:cubicBezTo>
                  <a:cubicBezTo>
                    <a:pt x="13295" y="2203"/>
                    <a:pt x="13255" y="2284"/>
                    <a:pt x="13215" y="2364"/>
                  </a:cubicBezTo>
                  <a:cubicBezTo>
                    <a:pt x="13175" y="2445"/>
                    <a:pt x="13175" y="2486"/>
                    <a:pt x="13175" y="2567"/>
                  </a:cubicBezTo>
                  <a:cubicBezTo>
                    <a:pt x="13175" y="2567"/>
                    <a:pt x="13175" y="2567"/>
                    <a:pt x="13135" y="2607"/>
                  </a:cubicBezTo>
                  <a:cubicBezTo>
                    <a:pt x="13095" y="2607"/>
                    <a:pt x="13095" y="2607"/>
                    <a:pt x="13055" y="2607"/>
                  </a:cubicBezTo>
                  <a:cubicBezTo>
                    <a:pt x="12976" y="2607"/>
                    <a:pt x="12896" y="2607"/>
                    <a:pt x="12856" y="2607"/>
                  </a:cubicBezTo>
                  <a:cubicBezTo>
                    <a:pt x="12696" y="2607"/>
                    <a:pt x="12536" y="2607"/>
                    <a:pt x="12377" y="2607"/>
                  </a:cubicBezTo>
                  <a:cubicBezTo>
                    <a:pt x="12177" y="2607"/>
                    <a:pt x="12017" y="2607"/>
                    <a:pt x="11818" y="2607"/>
                  </a:cubicBezTo>
                  <a:cubicBezTo>
                    <a:pt x="11818" y="2607"/>
                    <a:pt x="11818" y="2607"/>
                    <a:pt x="11858" y="2567"/>
                  </a:cubicBezTo>
                  <a:cubicBezTo>
                    <a:pt x="11938" y="2486"/>
                    <a:pt x="12017" y="2364"/>
                    <a:pt x="12097" y="2284"/>
                  </a:cubicBezTo>
                  <a:cubicBezTo>
                    <a:pt x="12177" y="2162"/>
                    <a:pt x="12297" y="2081"/>
                    <a:pt x="12377" y="1960"/>
                  </a:cubicBezTo>
                  <a:cubicBezTo>
                    <a:pt x="12457" y="1879"/>
                    <a:pt x="12536" y="1758"/>
                    <a:pt x="12616" y="1677"/>
                  </a:cubicBezTo>
                  <a:cubicBezTo>
                    <a:pt x="12616" y="1636"/>
                    <a:pt x="12656" y="1636"/>
                    <a:pt x="12656" y="1596"/>
                  </a:cubicBezTo>
                  <a:cubicBezTo>
                    <a:pt x="12696" y="1555"/>
                    <a:pt x="12696" y="1515"/>
                    <a:pt x="12736" y="1515"/>
                  </a:cubicBezTo>
                  <a:cubicBezTo>
                    <a:pt x="12776" y="1475"/>
                    <a:pt x="12816" y="1434"/>
                    <a:pt x="12856" y="1394"/>
                  </a:cubicBezTo>
                  <a:cubicBezTo>
                    <a:pt x="12976" y="1313"/>
                    <a:pt x="13016" y="1272"/>
                    <a:pt x="13056" y="1232"/>
                  </a:cubicBezTo>
                  <a:close/>
                  <a:moveTo>
                    <a:pt x="11658" y="949"/>
                  </a:moveTo>
                  <a:cubicBezTo>
                    <a:pt x="11698" y="908"/>
                    <a:pt x="11698" y="908"/>
                    <a:pt x="11658" y="949"/>
                  </a:cubicBezTo>
                  <a:cubicBezTo>
                    <a:pt x="11698" y="908"/>
                    <a:pt x="11698" y="908"/>
                    <a:pt x="11698" y="908"/>
                  </a:cubicBezTo>
                  <a:cubicBezTo>
                    <a:pt x="11778" y="908"/>
                    <a:pt x="11858" y="949"/>
                    <a:pt x="11977" y="949"/>
                  </a:cubicBezTo>
                  <a:cubicBezTo>
                    <a:pt x="12057" y="949"/>
                    <a:pt x="12177" y="989"/>
                    <a:pt x="12257" y="989"/>
                  </a:cubicBezTo>
                  <a:cubicBezTo>
                    <a:pt x="12337" y="989"/>
                    <a:pt x="12457" y="989"/>
                    <a:pt x="12536" y="1030"/>
                  </a:cubicBezTo>
                  <a:cubicBezTo>
                    <a:pt x="12696" y="1030"/>
                    <a:pt x="12816" y="1070"/>
                    <a:pt x="12976" y="1070"/>
                  </a:cubicBezTo>
                  <a:cubicBezTo>
                    <a:pt x="12976" y="1070"/>
                    <a:pt x="12936" y="1111"/>
                    <a:pt x="12936" y="1111"/>
                  </a:cubicBezTo>
                  <a:cubicBezTo>
                    <a:pt x="12896" y="1151"/>
                    <a:pt x="12856" y="1191"/>
                    <a:pt x="12816" y="1272"/>
                  </a:cubicBezTo>
                  <a:cubicBezTo>
                    <a:pt x="12776" y="1313"/>
                    <a:pt x="12736" y="1353"/>
                    <a:pt x="12696" y="1394"/>
                  </a:cubicBezTo>
                  <a:cubicBezTo>
                    <a:pt x="12656" y="1434"/>
                    <a:pt x="12656" y="1434"/>
                    <a:pt x="12656" y="1475"/>
                  </a:cubicBezTo>
                  <a:cubicBezTo>
                    <a:pt x="12616" y="1515"/>
                    <a:pt x="12616" y="1556"/>
                    <a:pt x="12576" y="1556"/>
                  </a:cubicBezTo>
                  <a:cubicBezTo>
                    <a:pt x="12576" y="1556"/>
                    <a:pt x="12536" y="1596"/>
                    <a:pt x="12536" y="1596"/>
                  </a:cubicBezTo>
                  <a:cubicBezTo>
                    <a:pt x="12497" y="1636"/>
                    <a:pt x="12497" y="1677"/>
                    <a:pt x="12457" y="1717"/>
                  </a:cubicBezTo>
                  <a:cubicBezTo>
                    <a:pt x="12417" y="1758"/>
                    <a:pt x="12377" y="1798"/>
                    <a:pt x="12377" y="1839"/>
                  </a:cubicBezTo>
                  <a:cubicBezTo>
                    <a:pt x="12297" y="1960"/>
                    <a:pt x="12217" y="2081"/>
                    <a:pt x="12137" y="2203"/>
                  </a:cubicBezTo>
                  <a:cubicBezTo>
                    <a:pt x="12057" y="2324"/>
                    <a:pt x="11977" y="2405"/>
                    <a:pt x="11898" y="2526"/>
                  </a:cubicBezTo>
                  <a:cubicBezTo>
                    <a:pt x="11898" y="2567"/>
                    <a:pt x="11858" y="2567"/>
                    <a:pt x="11858" y="2607"/>
                  </a:cubicBezTo>
                  <a:cubicBezTo>
                    <a:pt x="11498" y="2607"/>
                    <a:pt x="11139" y="2607"/>
                    <a:pt x="10780" y="2607"/>
                  </a:cubicBezTo>
                  <a:cubicBezTo>
                    <a:pt x="10620" y="2607"/>
                    <a:pt x="10460" y="2607"/>
                    <a:pt x="10341" y="2607"/>
                  </a:cubicBezTo>
                  <a:cubicBezTo>
                    <a:pt x="10341" y="2607"/>
                    <a:pt x="10341" y="2607"/>
                    <a:pt x="10341" y="2607"/>
                  </a:cubicBezTo>
                  <a:cubicBezTo>
                    <a:pt x="10380" y="2567"/>
                    <a:pt x="10420" y="2526"/>
                    <a:pt x="10420" y="2445"/>
                  </a:cubicBezTo>
                  <a:cubicBezTo>
                    <a:pt x="10420" y="2405"/>
                    <a:pt x="10460" y="2405"/>
                    <a:pt x="10460" y="2364"/>
                  </a:cubicBezTo>
                  <a:cubicBezTo>
                    <a:pt x="10500" y="2324"/>
                    <a:pt x="10500" y="2284"/>
                    <a:pt x="10540" y="2243"/>
                  </a:cubicBezTo>
                  <a:cubicBezTo>
                    <a:pt x="10660" y="2081"/>
                    <a:pt x="10820" y="1920"/>
                    <a:pt x="10939" y="1798"/>
                  </a:cubicBezTo>
                  <a:cubicBezTo>
                    <a:pt x="11019" y="1717"/>
                    <a:pt x="11099" y="1636"/>
                    <a:pt x="11179" y="1556"/>
                  </a:cubicBezTo>
                  <a:cubicBezTo>
                    <a:pt x="11259" y="1475"/>
                    <a:pt x="11299" y="1394"/>
                    <a:pt x="11379" y="1313"/>
                  </a:cubicBezTo>
                  <a:cubicBezTo>
                    <a:pt x="11458" y="1232"/>
                    <a:pt x="11538" y="1151"/>
                    <a:pt x="11578" y="1070"/>
                  </a:cubicBezTo>
                  <a:cubicBezTo>
                    <a:pt x="11618" y="989"/>
                    <a:pt x="11658" y="949"/>
                    <a:pt x="11658" y="949"/>
                  </a:cubicBezTo>
                  <a:close/>
                  <a:moveTo>
                    <a:pt x="10460" y="949"/>
                  </a:moveTo>
                  <a:cubicBezTo>
                    <a:pt x="10500" y="908"/>
                    <a:pt x="10500" y="908"/>
                    <a:pt x="10540" y="868"/>
                  </a:cubicBezTo>
                  <a:cubicBezTo>
                    <a:pt x="10540" y="868"/>
                    <a:pt x="10540" y="827"/>
                    <a:pt x="10580" y="827"/>
                  </a:cubicBezTo>
                  <a:cubicBezTo>
                    <a:pt x="10580" y="827"/>
                    <a:pt x="10580" y="827"/>
                    <a:pt x="10580" y="827"/>
                  </a:cubicBezTo>
                  <a:cubicBezTo>
                    <a:pt x="10899" y="827"/>
                    <a:pt x="11219" y="868"/>
                    <a:pt x="11498" y="868"/>
                  </a:cubicBezTo>
                  <a:cubicBezTo>
                    <a:pt x="11498" y="868"/>
                    <a:pt x="11498" y="868"/>
                    <a:pt x="11538" y="868"/>
                  </a:cubicBezTo>
                  <a:cubicBezTo>
                    <a:pt x="11538" y="868"/>
                    <a:pt x="11498" y="908"/>
                    <a:pt x="11498" y="908"/>
                  </a:cubicBezTo>
                  <a:cubicBezTo>
                    <a:pt x="11419" y="989"/>
                    <a:pt x="11379" y="1070"/>
                    <a:pt x="11299" y="1151"/>
                  </a:cubicBezTo>
                  <a:cubicBezTo>
                    <a:pt x="11219" y="1232"/>
                    <a:pt x="11179" y="1313"/>
                    <a:pt x="11099" y="1394"/>
                  </a:cubicBezTo>
                  <a:cubicBezTo>
                    <a:pt x="11019" y="1475"/>
                    <a:pt x="10939" y="1556"/>
                    <a:pt x="10860" y="1677"/>
                  </a:cubicBezTo>
                  <a:cubicBezTo>
                    <a:pt x="10820" y="1717"/>
                    <a:pt x="10780" y="1758"/>
                    <a:pt x="10740" y="1798"/>
                  </a:cubicBezTo>
                  <a:cubicBezTo>
                    <a:pt x="10700" y="1879"/>
                    <a:pt x="10660" y="1920"/>
                    <a:pt x="10580" y="2000"/>
                  </a:cubicBezTo>
                  <a:cubicBezTo>
                    <a:pt x="10540" y="2081"/>
                    <a:pt x="10500" y="2122"/>
                    <a:pt x="10460" y="2203"/>
                  </a:cubicBezTo>
                  <a:cubicBezTo>
                    <a:pt x="10380" y="2324"/>
                    <a:pt x="10340" y="2405"/>
                    <a:pt x="10301" y="2526"/>
                  </a:cubicBezTo>
                  <a:cubicBezTo>
                    <a:pt x="10301" y="2526"/>
                    <a:pt x="10301" y="2526"/>
                    <a:pt x="10301" y="2526"/>
                  </a:cubicBezTo>
                  <a:cubicBezTo>
                    <a:pt x="10101" y="2526"/>
                    <a:pt x="9901" y="2526"/>
                    <a:pt x="9702" y="2526"/>
                  </a:cubicBezTo>
                  <a:cubicBezTo>
                    <a:pt x="9662" y="2526"/>
                    <a:pt x="9662" y="2526"/>
                    <a:pt x="9622" y="2526"/>
                  </a:cubicBezTo>
                  <a:cubicBezTo>
                    <a:pt x="9542" y="2526"/>
                    <a:pt x="9422" y="2526"/>
                    <a:pt x="9342" y="2526"/>
                  </a:cubicBezTo>
                  <a:cubicBezTo>
                    <a:pt x="9342" y="2526"/>
                    <a:pt x="9342" y="2526"/>
                    <a:pt x="9342" y="2526"/>
                  </a:cubicBezTo>
                  <a:cubicBezTo>
                    <a:pt x="9262" y="2526"/>
                    <a:pt x="9183" y="2526"/>
                    <a:pt x="9143" y="2526"/>
                  </a:cubicBezTo>
                  <a:cubicBezTo>
                    <a:pt x="9143" y="2526"/>
                    <a:pt x="9143" y="2526"/>
                    <a:pt x="9143" y="2526"/>
                  </a:cubicBezTo>
                  <a:cubicBezTo>
                    <a:pt x="9183" y="2486"/>
                    <a:pt x="9262" y="2405"/>
                    <a:pt x="9302" y="2364"/>
                  </a:cubicBezTo>
                  <a:cubicBezTo>
                    <a:pt x="9342" y="2324"/>
                    <a:pt x="9382" y="2284"/>
                    <a:pt x="9422" y="2243"/>
                  </a:cubicBezTo>
                  <a:cubicBezTo>
                    <a:pt x="9502" y="2162"/>
                    <a:pt x="9582" y="2081"/>
                    <a:pt x="9662" y="2000"/>
                  </a:cubicBezTo>
                  <a:cubicBezTo>
                    <a:pt x="9702" y="1960"/>
                    <a:pt x="9742" y="1920"/>
                    <a:pt x="9782" y="1879"/>
                  </a:cubicBezTo>
                  <a:cubicBezTo>
                    <a:pt x="9821" y="1839"/>
                    <a:pt x="9821" y="1839"/>
                    <a:pt x="9861" y="1798"/>
                  </a:cubicBezTo>
                  <a:cubicBezTo>
                    <a:pt x="9861" y="1798"/>
                    <a:pt x="9901" y="1758"/>
                    <a:pt x="9901" y="1758"/>
                  </a:cubicBezTo>
                  <a:cubicBezTo>
                    <a:pt x="9941" y="1717"/>
                    <a:pt x="9941" y="1717"/>
                    <a:pt x="9981" y="1677"/>
                  </a:cubicBezTo>
                  <a:cubicBezTo>
                    <a:pt x="9981" y="1677"/>
                    <a:pt x="9981" y="1677"/>
                    <a:pt x="9981" y="1677"/>
                  </a:cubicBezTo>
                  <a:cubicBezTo>
                    <a:pt x="9981" y="1677"/>
                    <a:pt x="10021" y="1636"/>
                    <a:pt x="10021" y="1636"/>
                  </a:cubicBezTo>
                  <a:cubicBezTo>
                    <a:pt x="10061" y="1596"/>
                    <a:pt x="10101" y="1555"/>
                    <a:pt x="10141" y="1475"/>
                  </a:cubicBezTo>
                  <a:cubicBezTo>
                    <a:pt x="10221" y="1353"/>
                    <a:pt x="10301" y="1272"/>
                    <a:pt x="10380" y="1151"/>
                  </a:cubicBezTo>
                  <a:cubicBezTo>
                    <a:pt x="10380" y="1070"/>
                    <a:pt x="10420" y="1030"/>
                    <a:pt x="10460" y="949"/>
                  </a:cubicBezTo>
                  <a:close/>
                  <a:moveTo>
                    <a:pt x="9223" y="787"/>
                  </a:moveTo>
                  <a:cubicBezTo>
                    <a:pt x="9223" y="787"/>
                    <a:pt x="9223" y="747"/>
                    <a:pt x="9223" y="787"/>
                  </a:cubicBezTo>
                  <a:cubicBezTo>
                    <a:pt x="9382" y="787"/>
                    <a:pt x="9542" y="787"/>
                    <a:pt x="9662" y="827"/>
                  </a:cubicBezTo>
                  <a:cubicBezTo>
                    <a:pt x="9861" y="827"/>
                    <a:pt x="10061" y="827"/>
                    <a:pt x="10261" y="868"/>
                  </a:cubicBezTo>
                  <a:cubicBezTo>
                    <a:pt x="10261" y="868"/>
                    <a:pt x="10301" y="868"/>
                    <a:pt x="10301" y="868"/>
                  </a:cubicBezTo>
                  <a:cubicBezTo>
                    <a:pt x="10261" y="908"/>
                    <a:pt x="10261" y="949"/>
                    <a:pt x="10221" y="989"/>
                  </a:cubicBezTo>
                  <a:cubicBezTo>
                    <a:pt x="10141" y="1111"/>
                    <a:pt x="10101" y="1191"/>
                    <a:pt x="10021" y="1272"/>
                  </a:cubicBezTo>
                  <a:cubicBezTo>
                    <a:pt x="9981" y="1313"/>
                    <a:pt x="9941" y="1394"/>
                    <a:pt x="9901" y="1434"/>
                  </a:cubicBezTo>
                  <a:cubicBezTo>
                    <a:pt x="9861" y="1475"/>
                    <a:pt x="9861" y="1515"/>
                    <a:pt x="9821" y="1515"/>
                  </a:cubicBezTo>
                  <a:cubicBezTo>
                    <a:pt x="9821" y="1515"/>
                    <a:pt x="9782" y="1556"/>
                    <a:pt x="9782" y="1596"/>
                  </a:cubicBezTo>
                  <a:cubicBezTo>
                    <a:pt x="9742" y="1636"/>
                    <a:pt x="9702" y="1677"/>
                    <a:pt x="9662" y="1717"/>
                  </a:cubicBezTo>
                  <a:cubicBezTo>
                    <a:pt x="9622" y="1758"/>
                    <a:pt x="9582" y="1798"/>
                    <a:pt x="9542" y="1879"/>
                  </a:cubicBezTo>
                  <a:cubicBezTo>
                    <a:pt x="9502" y="1920"/>
                    <a:pt x="9462" y="1960"/>
                    <a:pt x="9422" y="2000"/>
                  </a:cubicBezTo>
                  <a:cubicBezTo>
                    <a:pt x="9382" y="2041"/>
                    <a:pt x="9342" y="2081"/>
                    <a:pt x="9302" y="2162"/>
                  </a:cubicBezTo>
                  <a:cubicBezTo>
                    <a:pt x="9262" y="2203"/>
                    <a:pt x="9223" y="2284"/>
                    <a:pt x="9143" y="2324"/>
                  </a:cubicBezTo>
                  <a:cubicBezTo>
                    <a:pt x="9103" y="2364"/>
                    <a:pt x="9063" y="2405"/>
                    <a:pt x="9063" y="2445"/>
                  </a:cubicBezTo>
                  <a:cubicBezTo>
                    <a:pt x="9023" y="2486"/>
                    <a:pt x="8983" y="2526"/>
                    <a:pt x="8983" y="2567"/>
                  </a:cubicBezTo>
                  <a:cubicBezTo>
                    <a:pt x="8544" y="2567"/>
                    <a:pt x="8105" y="2567"/>
                    <a:pt x="7625" y="2567"/>
                  </a:cubicBezTo>
                  <a:cubicBezTo>
                    <a:pt x="7625" y="2526"/>
                    <a:pt x="7665" y="2526"/>
                    <a:pt x="7665" y="2486"/>
                  </a:cubicBezTo>
                  <a:cubicBezTo>
                    <a:pt x="7705" y="2445"/>
                    <a:pt x="7745" y="2364"/>
                    <a:pt x="7785" y="2324"/>
                  </a:cubicBezTo>
                  <a:cubicBezTo>
                    <a:pt x="7825" y="2284"/>
                    <a:pt x="7865" y="2243"/>
                    <a:pt x="7905" y="2203"/>
                  </a:cubicBezTo>
                  <a:cubicBezTo>
                    <a:pt x="7985" y="2122"/>
                    <a:pt x="8025" y="2041"/>
                    <a:pt x="8105" y="2000"/>
                  </a:cubicBezTo>
                  <a:cubicBezTo>
                    <a:pt x="8145" y="1960"/>
                    <a:pt x="8224" y="1879"/>
                    <a:pt x="8264" y="1839"/>
                  </a:cubicBezTo>
                  <a:cubicBezTo>
                    <a:pt x="8304" y="1798"/>
                    <a:pt x="8344" y="1758"/>
                    <a:pt x="8384" y="1717"/>
                  </a:cubicBezTo>
                  <a:cubicBezTo>
                    <a:pt x="8424" y="1677"/>
                    <a:pt x="8424" y="1677"/>
                    <a:pt x="8464" y="1636"/>
                  </a:cubicBezTo>
                  <a:cubicBezTo>
                    <a:pt x="8504" y="1596"/>
                    <a:pt x="8504" y="1596"/>
                    <a:pt x="8544" y="1555"/>
                  </a:cubicBezTo>
                  <a:cubicBezTo>
                    <a:pt x="8584" y="1515"/>
                    <a:pt x="8584" y="1475"/>
                    <a:pt x="8624" y="1475"/>
                  </a:cubicBezTo>
                  <a:cubicBezTo>
                    <a:pt x="8624" y="1434"/>
                    <a:pt x="8664" y="1434"/>
                    <a:pt x="8664" y="1394"/>
                  </a:cubicBezTo>
                  <a:cubicBezTo>
                    <a:pt x="8743" y="1313"/>
                    <a:pt x="8823" y="1191"/>
                    <a:pt x="8903" y="1111"/>
                  </a:cubicBezTo>
                  <a:cubicBezTo>
                    <a:pt x="8943" y="1070"/>
                    <a:pt x="8983" y="1030"/>
                    <a:pt x="9023" y="989"/>
                  </a:cubicBezTo>
                  <a:cubicBezTo>
                    <a:pt x="9103" y="908"/>
                    <a:pt x="9143" y="827"/>
                    <a:pt x="9223" y="787"/>
                  </a:cubicBezTo>
                  <a:close/>
                  <a:moveTo>
                    <a:pt x="6587" y="2486"/>
                  </a:moveTo>
                  <a:cubicBezTo>
                    <a:pt x="6667" y="2405"/>
                    <a:pt x="6707" y="2324"/>
                    <a:pt x="6787" y="2284"/>
                  </a:cubicBezTo>
                  <a:cubicBezTo>
                    <a:pt x="6827" y="2243"/>
                    <a:pt x="6867" y="2243"/>
                    <a:pt x="6907" y="2203"/>
                  </a:cubicBezTo>
                  <a:cubicBezTo>
                    <a:pt x="6987" y="2162"/>
                    <a:pt x="7067" y="2081"/>
                    <a:pt x="7106" y="2041"/>
                  </a:cubicBezTo>
                  <a:cubicBezTo>
                    <a:pt x="7186" y="1960"/>
                    <a:pt x="7306" y="1879"/>
                    <a:pt x="7386" y="1798"/>
                  </a:cubicBezTo>
                  <a:cubicBezTo>
                    <a:pt x="7586" y="1596"/>
                    <a:pt x="7705" y="1353"/>
                    <a:pt x="7865" y="1070"/>
                  </a:cubicBezTo>
                  <a:cubicBezTo>
                    <a:pt x="7945" y="989"/>
                    <a:pt x="7985" y="908"/>
                    <a:pt x="8065" y="827"/>
                  </a:cubicBezTo>
                  <a:cubicBezTo>
                    <a:pt x="8105" y="787"/>
                    <a:pt x="8184" y="706"/>
                    <a:pt x="8224" y="625"/>
                  </a:cubicBezTo>
                  <a:cubicBezTo>
                    <a:pt x="8224" y="625"/>
                    <a:pt x="8264" y="625"/>
                    <a:pt x="8264" y="625"/>
                  </a:cubicBezTo>
                  <a:cubicBezTo>
                    <a:pt x="8344" y="625"/>
                    <a:pt x="8424" y="625"/>
                    <a:pt x="8544" y="625"/>
                  </a:cubicBezTo>
                  <a:cubicBezTo>
                    <a:pt x="8624" y="625"/>
                    <a:pt x="8743" y="625"/>
                    <a:pt x="8823" y="625"/>
                  </a:cubicBezTo>
                  <a:cubicBezTo>
                    <a:pt x="8903" y="625"/>
                    <a:pt x="8983" y="666"/>
                    <a:pt x="9023" y="666"/>
                  </a:cubicBezTo>
                  <a:cubicBezTo>
                    <a:pt x="8983" y="706"/>
                    <a:pt x="8983" y="747"/>
                    <a:pt x="8943" y="747"/>
                  </a:cubicBezTo>
                  <a:cubicBezTo>
                    <a:pt x="8863" y="868"/>
                    <a:pt x="8783" y="949"/>
                    <a:pt x="8703" y="1070"/>
                  </a:cubicBezTo>
                  <a:cubicBezTo>
                    <a:pt x="8664" y="1111"/>
                    <a:pt x="8624" y="1191"/>
                    <a:pt x="8584" y="1232"/>
                  </a:cubicBezTo>
                  <a:cubicBezTo>
                    <a:pt x="8544" y="1272"/>
                    <a:pt x="8504" y="1353"/>
                    <a:pt x="8464" y="1394"/>
                  </a:cubicBezTo>
                  <a:cubicBezTo>
                    <a:pt x="8424" y="1434"/>
                    <a:pt x="8384" y="1515"/>
                    <a:pt x="8304" y="1556"/>
                  </a:cubicBezTo>
                  <a:cubicBezTo>
                    <a:pt x="8264" y="1596"/>
                    <a:pt x="8224" y="1636"/>
                    <a:pt x="8144" y="1717"/>
                  </a:cubicBezTo>
                  <a:cubicBezTo>
                    <a:pt x="8105" y="1758"/>
                    <a:pt x="8065" y="1798"/>
                    <a:pt x="8065" y="1798"/>
                  </a:cubicBezTo>
                  <a:cubicBezTo>
                    <a:pt x="8025" y="1839"/>
                    <a:pt x="7985" y="1920"/>
                    <a:pt x="7905" y="1960"/>
                  </a:cubicBezTo>
                  <a:cubicBezTo>
                    <a:pt x="7865" y="2000"/>
                    <a:pt x="7865" y="2041"/>
                    <a:pt x="7825" y="2081"/>
                  </a:cubicBezTo>
                  <a:cubicBezTo>
                    <a:pt x="7785" y="2122"/>
                    <a:pt x="7785" y="2162"/>
                    <a:pt x="7745" y="2203"/>
                  </a:cubicBezTo>
                  <a:cubicBezTo>
                    <a:pt x="7745" y="2243"/>
                    <a:pt x="7705" y="2284"/>
                    <a:pt x="7705" y="2324"/>
                  </a:cubicBezTo>
                  <a:cubicBezTo>
                    <a:pt x="7705" y="2364"/>
                    <a:pt x="7665" y="2364"/>
                    <a:pt x="7665" y="2405"/>
                  </a:cubicBezTo>
                  <a:cubicBezTo>
                    <a:pt x="7665" y="2445"/>
                    <a:pt x="7625" y="2486"/>
                    <a:pt x="7625" y="2526"/>
                  </a:cubicBezTo>
                  <a:cubicBezTo>
                    <a:pt x="7625" y="2526"/>
                    <a:pt x="7625" y="2567"/>
                    <a:pt x="7586" y="2567"/>
                  </a:cubicBezTo>
                  <a:cubicBezTo>
                    <a:pt x="7226" y="2567"/>
                    <a:pt x="6867" y="2567"/>
                    <a:pt x="6547" y="2567"/>
                  </a:cubicBezTo>
                  <a:cubicBezTo>
                    <a:pt x="6547" y="2526"/>
                    <a:pt x="6547" y="2526"/>
                    <a:pt x="6587" y="2486"/>
                  </a:cubicBezTo>
                  <a:close/>
                  <a:moveTo>
                    <a:pt x="13135" y="20769"/>
                  </a:moveTo>
                  <a:cubicBezTo>
                    <a:pt x="10780" y="20769"/>
                    <a:pt x="8424" y="20769"/>
                    <a:pt x="6068" y="20769"/>
                  </a:cubicBezTo>
                  <a:cubicBezTo>
                    <a:pt x="6028" y="20769"/>
                    <a:pt x="6028" y="20769"/>
                    <a:pt x="5989" y="20769"/>
                  </a:cubicBezTo>
                  <a:cubicBezTo>
                    <a:pt x="4312" y="19070"/>
                    <a:pt x="2635" y="17371"/>
                    <a:pt x="958" y="15713"/>
                  </a:cubicBezTo>
                  <a:cubicBezTo>
                    <a:pt x="958" y="15713"/>
                    <a:pt x="958" y="15713"/>
                    <a:pt x="958" y="15713"/>
                  </a:cubicBezTo>
                  <a:cubicBezTo>
                    <a:pt x="958" y="13326"/>
                    <a:pt x="958" y="10940"/>
                    <a:pt x="958" y="8553"/>
                  </a:cubicBezTo>
                  <a:cubicBezTo>
                    <a:pt x="958" y="8513"/>
                    <a:pt x="958" y="8513"/>
                    <a:pt x="958" y="8472"/>
                  </a:cubicBezTo>
                  <a:cubicBezTo>
                    <a:pt x="1956" y="7461"/>
                    <a:pt x="2954" y="6409"/>
                    <a:pt x="3992" y="5398"/>
                  </a:cubicBezTo>
                  <a:cubicBezTo>
                    <a:pt x="4152" y="5236"/>
                    <a:pt x="4352" y="5075"/>
                    <a:pt x="4511" y="4913"/>
                  </a:cubicBezTo>
                  <a:cubicBezTo>
                    <a:pt x="4671" y="4751"/>
                    <a:pt x="4831" y="4630"/>
                    <a:pt x="4990" y="4468"/>
                  </a:cubicBezTo>
                  <a:cubicBezTo>
                    <a:pt x="5070" y="4387"/>
                    <a:pt x="5150" y="4306"/>
                    <a:pt x="5230" y="4225"/>
                  </a:cubicBezTo>
                  <a:cubicBezTo>
                    <a:pt x="5310" y="4144"/>
                    <a:pt x="5350" y="4104"/>
                    <a:pt x="5430" y="4023"/>
                  </a:cubicBezTo>
                  <a:cubicBezTo>
                    <a:pt x="5549" y="3902"/>
                    <a:pt x="5629" y="3780"/>
                    <a:pt x="5709" y="3659"/>
                  </a:cubicBezTo>
                  <a:cubicBezTo>
                    <a:pt x="5789" y="3538"/>
                    <a:pt x="5869" y="3457"/>
                    <a:pt x="5988" y="3335"/>
                  </a:cubicBezTo>
                  <a:cubicBezTo>
                    <a:pt x="5988" y="3335"/>
                    <a:pt x="6028" y="3295"/>
                    <a:pt x="6028" y="3295"/>
                  </a:cubicBezTo>
                  <a:cubicBezTo>
                    <a:pt x="7146" y="3295"/>
                    <a:pt x="8224" y="3295"/>
                    <a:pt x="9342" y="3295"/>
                  </a:cubicBezTo>
                  <a:cubicBezTo>
                    <a:pt x="9382" y="3295"/>
                    <a:pt x="9382" y="3295"/>
                    <a:pt x="9422" y="3295"/>
                  </a:cubicBezTo>
                  <a:cubicBezTo>
                    <a:pt x="9502" y="3295"/>
                    <a:pt x="9622" y="3295"/>
                    <a:pt x="9702" y="3295"/>
                  </a:cubicBezTo>
                  <a:cubicBezTo>
                    <a:pt x="9702" y="3295"/>
                    <a:pt x="9702" y="3295"/>
                    <a:pt x="9702" y="3295"/>
                  </a:cubicBezTo>
                  <a:cubicBezTo>
                    <a:pt x="10860" y="3295"/>
                    <a:pt x="12017" y="3295"/>
                    <a:pt x="13175" y="3295"/>
                  </a:cubicBezTo>
                  <a:cubicBezTo>
                    <a:pt x="13575" y="3699"/>
                    <a:pt x="13974" y="4104"/>
                    <a:pt x="14373" y="4508"/>
                  </a:cubicBezTo>
                  <a:cubicBezTo>
                    <a:pt x="14373" y="4508"/>
                    <a:pt x="14413" y="4549"/>
                    <a:pt x="14413" y="4549"/>
                  </a:cubicBezTo>
                  <a:cubicBezTo>
                    <a:pt x="14972" y="5115"/>
                    <a:pt x="15491" y="5641"/>
                    <a:pt x="16050" y="6207"/>
                  </a:cubicBezTo>
                  <a:cubicBezTo>
                    <a:pt x="16050" y="6207"/>
                    <a:pt x="16050" y="6207"/>
                    <a:pt x="16050" y="6207"/>
                  </a:cubicBezTo>
                  <a:cubicBezTo>
                    <a:pt x="16769" y="6935"/>
                    <a:pt x="17487" y="7663"/>
                    <a:pt x="18206" y="8391"/>
                  </a:cubicBezTo>
                  <a:cubicBezTo>
                    <a:pt x="18206" y="9403"/>
                    <a:pt x="18206" y="10454"/>
                    <a:pt x="18206" y="11466"/>
                  </a:cubicBezTo>
                  <a:cubicBezTo>
                    <a:pt x="18206" y="11506"/>
                    <a:pt x="18206" y="11506"/>
                    <a:pt x="18206" y="11547"/>
                  </a:cubicBezTo>
                  <a:cubicBezTo>
                    <a:pt x="18206" y="11547"/>
                    <a:pt x="18206" y="11547"/>
                    <a:pt x="18206" y="11547"/>
                  </a:cubicBezTo>
                  <a:cubicBezTo>
                    <a:pt x="18206" y="12881"/>
                    <a:pt x="18206" y="14257"/>
                    <a:pt x="18206" y="15591"/>
                  </a:cubicBezTo>
                  <a:cubicBezTo>
                    <a:pt x="18206" y="15591"/>
                    <a:pt x="18206" y="15591"/>
                    <a:pt x="18206" y="15591"/>
                  </a:cubicBezTo>
                  <a:cubicBezTo>
                    <a:pt x="16489" y="17371"/>
                    <a:pt x="14812" y="19070"/>
                    <a:pt x="13135" y="20769"/>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02" name="Google Shape;202;ge72adf7024_0_20"/>
            <p:cNvSpPr/>
            <p:nvPr/>
          </p:nvSpPr>
          <p:spPr>
            <a:xfrm rot="2593704">
              <a:off x="2333063" y="1253629"/>
              <a:ext cx="351802" cy="368075"/>
            </a:xfrm>
            <a:custGeom>
              <a:rect b="b" l="l" r="r" t="t"/>
              <a:pathLst>
                <a:path extrusionOk="0" h="21600" w="21437">
                  <a:moveTo>
                    <a:pt x="21405" y="1315"/>
                  </a:moveTo>
                  <a:cubicBezTo>
                    <a:pt x="21405" y="1127"/>
                    <a:pt x="21211" y="939"/>
                    <a:pt x="21211" y="939"/>
                  </a:cubicBezTo>
                  <a:cubicBezTo>
                    <a:pt x="21211" y="939"/>
                    <a:pt x="21211" y="939"/>
                    <a:pt x="21211" y="939"/>
                  </a:cubicBezTo>
                  <a:cubicBezTo>
                    <a:pt x="21211" y="751"/>
                    <a:pt x="21016" y="751"/>
                    <a:pt x="21016" y="564"/>
                  </a:cubicBezTo>
                  <a:cubicBezTo>
                    <a:pt x="20822" y="376"/>
                    <a:pt x="20822" y="376"/>
                    <a:pt x="20627" y="188"/>
                  </a:cubicBezTo>
                  <a:cubicBezTo>
                    <a:pt x="20433" y="0"/>
                    <a:pt x="20238" y="0"/>
                    <a:pt x="20043" y="0"/>
                  </a:cubicBezTo>
                  <a:cubicBezTo>
                    <a:pt x="19849" y="0"/>
                    <a:pt x="19654" y="0"/>
                    <a:pt x="19459" y="0"/>
                  </a:cubicBezTo>
                  <a:cubicBezTo>
                    <a:pt x="19265" y="0"/>
                    <a:pt x="19070" y="0"/>
                    <a:pt x="18876" y="0"/>
                  </a:cubicBezTo>
                  <a:cubicBezTo>
                    <a:pt x="18681" y="0"/>
                    <a:pt x="18486" y="188"/>
                    <a:pt x="18097" y="188"/>
                  </a:cubicBezTo>
                  <a:cubicBezTo>
                    <a:pt x="17708" y="376"/>
                    <a:pt x="17513" y="376"/>
                    <a:pt x="17124" y="564"/>
                  </a:cubicBezTo>
                  <a:cubicBezTo>
                    <a:pt x="16346" y="751"/>
                    <a:pt x="15762" y="1127"/>
                    <a:pt x="14984" y="1503"/>
                  </a:cubicBezTo>
                  <a:cubicBezTo>
                    <a:pt x="14595" y="1690"/>
                    <a:pt x="14011" y="2066"/>
                    <a:pt x="13622" y="2254"/>
                  </a:cubicBezTo>
                  <a:cubicBezTo>
                    <a:pt x="13038" y="2630"/>
                    <a:pt x="12454" y="2817"/>
                    <a:pt x="11870" y="3193"/>
                  </a:cubicBezTo>
                  <a:cubicBezTo>
                    <a:pt x="11870" y="3193"/>
                    <a:pt x="11870" y="3193"/>
                    <a:pt x="11870" y="3193"/>
                  </a:cubicBezTo>
                  <a:cubicBezTo>
                    <a:pt x="11870" y="3193"/>
                    <a:pt x="11870" y="3381"/>
                    <a:pt x="11870" y="3381"/>
                  </a:cubicBezTo>
                  <a:cubicBezTo>
                    <a:pt x="11870" y="3381"/>
                    <a:pt x="11870" y="3381"/>
                    <a:pt x="11870" y="3381"/>
                  </a:cubicBezTo>
                  <a:cubicBezTo>
                    <a:pt x="11870" y="3381"/>
                    <a:pt x="11870" y="3381"/>
                    <a:pt x="12065" y="3381"/>
                  </a:cubicBezTo>
                  <a:cubicBezTo>
                    <a:pt x="12065" y="3381"/>
                    <a:pt x="12065" y="3381"/>
                    <a:pt x="12065" y="3381"/>
                  </a:cubicBezTo>
                  <a:cubicBezTo>
                    <a:pt x="12259" y="3381"/>
                    <a:pt x="12259" y="3193"/>
                    <a:pt x="12454" y="3193"/>
                  </a:cubicBezTo>
                  <a:cubicBezTo>
                    <a:pt x="12648" y="3193"/>
                    <a:pt x="13038" y="3005"/>
                    <a:pt x="13232" y="3005"/>
                  </a:cubicBezTo>
                  <a:cubicBezTo>
                    <a:pt x="13427" y="3005"/>
                    <a:pt x="13621" y="3005"/>
                    <a:pt x="13816" y="2817"/>
                  </a:cubicBezTo>
                  <a:cubicBezTo>
                    <a:pt x="14400" y="2817"/>
                    <a:pt x="14789" y="2630"/>
                    <a:pt x="15373" y="2630"/>
                  </a:cubicBezTo>
                  <a:cubicBezTo>
                    <a:pt x="15957" y="2630"/>
                    <a:pt x="16346" y="2442"/>
                    <a:pt x="16930" y="2442"/>
                  </a:cubicBezTo>
                  <a:cubicBezTo>
                    <a:pt x="17514" y="2254"/>
                    <a:pt x="18292" y="2254"/>
                    <a:pt x="18876" y="2066"/>
                  </a:cubicBezTo>
                  <a:cubicBezTo>
                    <a:pt x="18876" y="2066"/>
                    <a:pt x="18876" y="2066"/>
                    <a:pt x="18876" y="2066"/>
                  </a:cubicBezTo>
                  <a:cubicBezTo>
                    <a:pt x="18876" y="2066"/>
                    <a:pt x="18876" y="2066"/>
                    <a:pt x="18876" y="2254"/>
                  </a:cubicBezTo>
                  <a:cubicBezTo>
                    <a:pt x="18876" y="2442"/>
                    <a:pt x="18876" y="2630"/>
                    <a:pt x="18876" y="2817"/>
                  </a:cubicBezTo>
                  <a:cubicBezTo>
                    <a:pt x="18876" y="3005"/>
                    <a:pt x="18876" y="3381"/>
                    <a:pt x="18681" y="3569"/>
                  </a:cubicBezTo>
                  <a:cubicBezTo>
                    <a:pt x="18487" y="4320"/>
                    <a:pt x="18292" y="5259"/>
                    <a:pt x="17903" y="6010"/>
                  </a:cubicBezTo>
                  <a:cubicBezTo>
                    <a:pt x="17708" y="6386"/>
                    <a:pt x="17708" y="6762"/>
                    <a:pt x="17514" y="6950"/>
                  </a:cubicBezTo>
                  <a:cubicBezTo>
                    <a:pt x="17514" y="7137"/>
                    <a:pt x="17514" y="7325"/>
                    <a:pt x="17319" y="7325"/>
                  </a:cubicBezTo>
                  <a:cubicBezTo>
                    <a:pt x="17319" y="7513"/>
                    <a:pt x="17319" y="7513"/>
                    <a:pt x="17319" y="7701"/>
                  </a:cubicBezTo>
                  <a:cubicBezTo>
                    <a:pt x="17319" y="7701"/>
                    <a:pt x="17319" y="7701"/>
                    <a:pt x="17319" y="7701"/>
                  </a:cubicBezTo>
                  <a:cubicBezTo>
                    <a:pt x="17319" y="7701"/>
                    <a:pt x="17125" y="7513"/>
                    <a:pt x="17125" y="7513"/>
                  </a:cubicBezTo>
                  <a:cubicBezTo>
                    <a:pt x="16930" y="7325"/>
                    <a:pt x="16736" y="7137"/>
                    <a:pt x="16736" y="7137"/>
                  </a:cubicBezTo>
                  <a:cubicBezTo>
                    <a:pt x="16541" y="6950"/>
                    <a:pt x="16541" y="6950"/>
                    <a:pt x="16346" y="6762"/>
                  </a:cubicBezTo>
                  <a:cubicBezTo>
                    <a:pt x="16346" y="6574"/>
                    <a:pt x="16346" y="6574"/>
                    <a:pt x="16346" y="6386"/>
                  </a:cubicBezTo>
                  <a:cubicBezTo>
                    <a:pt x="16346" y="6198"/>
                    <a:pt x="16152" y="6010"/>
                    <a:pt x="16152" y="5823"/>
                  </a:cubicBezTo>
                  <a:cubicBezTo>
                    <a:pt x="15957" y="5635"/>
                    <a:pt x="15763" y="5635"/>
                    <a:pt x="15568" y="5447"/>
                  </a:cubicBezTo>
                  <a:cubicBezTo>
                    <a:pt x="15373" y="5447"/>
                    <a:pt x="15179" y="5447"/>
                    <a:pt x="14984" y="5447"/>
                  </a:cubicBezTo>
                  <a:cubicBezTo>
                    <a:pt x="14984" y="5447"/>
                    <a:pt x="14984" y="5447"/>
                    <a:pt x="14984" y="5447"/>
                  </a:cubicBezTo>
                  <a:cubicBezTo>
                    <a:pt x="14400" y="5071"/>
                    <a:pt x="13817" y="4696"/>
                    <a:pt x="13233" y="4132"/>
                  </a:cubicBezTo>
                  <a:cubicBezTo>
                    <a:pt x="12844" y="3944"/>
                    <a:pt x="12649" y="3569"/>
                    <a:pt x="12454" y="3381"/>
                  </a:cubicBezTo>
                  <a:cubicBezTo>
                    <a:pt x="12454" y="3381"/>
                    <a:pt x="12260" y="3381"/>
                    <a:pt x="12260" y="3381"/>
                  </a:cubicBezTo>
                  <a:cubicBezTo>
                    <a:pt x="12260" y="3381"/>
                    <a:pt x="12260" y="3381"/>
                    <a:pt x="12260" y="3569"/>
                  </a:cubicBezTo>
                  <a:cubicBezTo>
                    <a:pt x="12260" y="3756"/>
                    <a:pt x="12260" y="3756"/>
                    <a:pt x="12260" y="3944"/>
                  </a:cubicBezTo>
                  <a:cubicBezTo>
                    <a:pt x="12260" y="4132"/>
                    <a:pt x="12454" y="4320"/>
                    <a:pt x="12454" y="4508"/>
                  </a:cubicBezTo>
                  <a:cubicBezTo>
                    <a:pt x="12649" y="4883"/>
                    <a:pt x="12843" y="5259"/>
                    <a:pt x="13038" y="5447"/>
                  </a:cubicBezTo>
                  <a:cubicBezTo>
                    <a:pt x="13233" y="5823"/>
                    <a:pt x="13427" y="6010"/>
                    <a:pt x="13622" y="6386"/>
                  </a:cubicBezTo>
                  <a:cubicBezTo>
                    <a:pt x="13622" y="6386"/>
                    <a:pt x="13622" y="6386"/>
                    <a:pt x="13622" y="6574"/>
                  </a:cubicBezTo>
                  <a:cubicBezTo>
                    <a:pt x="13622" y="6574"/>
                    <a:pt x="13622" y="6574"/>
                    <a:pt x="13427" y="6762"/>
                  </a:cubicBezTo>
                  <a:cubicBezTo>
                    <a:pt x="13233" y="6950"/>
                    <a:pt x="12844" y="7325"/>
                    <a:pt x="12649" y="7513"/>
                  </a:cubicBezTo>
                  <a:cubicBezTo>
                    <a:pt x="12065" y="8076"/>
                    <a:pt x="11482" y="8640"/>
                    <a:pt x="10898" y="9203"/>
                  </a:cubicBezTo>
                  <a:cubicBezTo>
                    <a:pt x="9730" y="10330"/>
                    <a:pt x="8757" y="11457"/>
                    <a:pt x="7590" y="12584"/>
                  </a:cubicBezTo>
                  <a:cubicBezTo>
                    <a:pt x="7006" y="13148"/>
                    <a:pt x="6422" y="13711"/>
                    <a:pt x="6033" y="14275"/>
                  </a:cubicBezTo>
                  <a:cubicBezTo>
                    <a:pt x="5644" y="14838"/>
                    <a:pt x="5060" y="15214"/>
                    <a:pt x="4671" y="15777"/>
                  </a:cubicBezTo>
                  <a:cubicBezTo>
                    <a:pt x="4087" y="16341"/>
                    <a:pt x="3698" y="16904"/>
                    <a:pt x="3114" y="17468"/>
                  </a:cubicBezTo>
                  <a:cubicBezTo>
                    <a:pt x="2725" y="17843"/>
                    <a:pt x="2530" y="18219"/>
                    <a:pt x="2141" y="18595"/>
                  </a:cubicBezTo>
                  <a:cubicBezTo>
                    <a:pt x="1946" y="18783"/>
                    <a:pt x="1752" y="18970"/>
                    <a:pt x="1557" y="19158"/>
                  </a:cubicBezTo>
                  <a:cubicBezTo>
                    <a:pt x="1362" y="19534"/>
                    <a:pt x="973" y="19910"/>
                    <a:pt x="778" y="20097"/>
                  </a:cubicBezTo>
                  <a:cubicBezTo>
                    <a:pt x="389" y="20473"/>
                    <a:pt x="195" y="21036"/>
                    <a:pt x="0" y="21412"/>
                  </a:cubicBezTo>
                  <a:cubicBezTo>
                    <a:pt x="0" y="21412"/>
                    <a:pt x="0" y="21600"/>
                    <a:pt x="0" y="21600"/>
                  </a:cubicBezTo>
                  <a:lnTo>
                    <a:pt x="0" y="21600"/>
                  </a:lnTo>
                  <a:cubicBezTo>
                    <a:pt x="0" y="21600"/>
                    <a:pt x="195" y="21600"/>
                    <a:pt x="195" y="21600"/>
                  </a:cubicBezTo>
                  <a:cubicBezTo>
                    <a:pt x="389" y="21412"/>
                    <a:pt x="778" y="21037"/>
                    <a:pt x="1168" y="20849"/>
                  </a:cubicBezTo>
                  <a:cubicBezTo>
                    <a:pt x="1362" y="20661"/>
                    <a:pt x="1557" y="20661"/>
                    <a:pt x="1557" y="20473"/>
                  </a:cubicBezTo>
                  <a:cubicBezTo>
                    <a:pt x="1751" y="20285"/>
                    <a:pt x="2141" y="19910"/>
                    <a:pt x="2335" y="19722"/>
                  </a:cubicBezTo>
                  <a:cubicBezTo>
                    <a:pt x="2919" y="19158"/>
                    <a:pt x="3503" y="18595"/>
                    <a:pt x="4281" y="18031"/>
                  </a:cubicBezTo>
                  <a:cubicBezTo>
                    <a:pt x="5449" y="17092"/>
                    <a:pt x="6616" y="16153"/>
                    <a:pt x="7589" y="15026"/>
                  </a:cubicBezTo>
                  <a:cubicBezTo>
                    <a:pt x="8757" y="14087"/>
                    <a:pt x="9924" y="13148"/>
                    <a:pt x="10897" y="12021"/>
                  </a:cubicBezTo>
                  <a:cubicBezTo>
                    <a:pt x="12065" y="10894"/>
                    <a:pt x="13427" y="9955"/>
                    <a:pt x="14595" y="8828"/>
                  </a:cubicBezTo>
                  <a:cubicBezTo>
                    <a:pt x="14789" y="8640"/>
                    <a:pt x="14984" y="8452"/>
                    <a:pt x="14984" y="8452"/>
                  </a:cubicBezTo>
                  <a:cubicBezTo>
                    <a:pt x="14984" y="8452"/>
                    <a:pt x="15178" y="8640"/>
                    <a:pt x="15178" y="8640"/>
                  </a:cubicBezTo>
                  <a:cubicBezTo>
                    <a:pt x="15373" y="8828"/>
                    <a:pt x="15567" y="9016"/>
                    <a:pt x="15567" y="9203"/>
                  </a:cubicBezTo>
                  <a:cubicBezTo>
                    <a:pt x="15762" y="9391"/>
                    <a:pt x="15762" y="9391"/>
                    <a:pt x="15956" y="9579"/>
                  </a:cubicBezTo>
                  <a:cubicBezTo>
                    <a:pt x="16151" y="9767"/>
                    <a:pt x="16345" y="9955"/>
                    <a:pt x="16540" y="10142"/>
                  </a:cubicBezTo>
                  <a:cubicBezTo>
                    <a:pt x="16735" y="10330"/>
                    <a:pt x="16735" y="10330"/>
                    <a:pt x="16929" y="10518"/>
                  </a:cubicBezTo>
                  <a:cubicBezTo>
                    <a:pt x="17124" y="10518"/>
                    <a:pt x="17513" y="10518"/>
                    <a:pt x="17708" y="10518"/>
                  </a:cubicBezTo>
                  <a:cubicBezTo>
                    <a:pt x="17902" y="10330"/>
                    <a:pt x="18097" y="10142"/>
                    <a:pt x="18292" y="9955"/>
                  </a:cubicBezTo>
                  <a:cubicBezTo>
                    <a:pt x="18292" y="9955"/>
                    <a:pt x="18292" y="9767"/>
                    <a:pt x="18292" y="9767"/>
                  </a:cubicBezTo>
                  <a:cubicBezTo>
                    <a:pt x="18292" y="9767"/>
                    <a:pt x="18486" y="9767"/>
                    <a:pt x="18486" y="9767"/>
                  </a:cubicBezTo>
                  <a:cubicBezTo>
                    <a:pt x="18681" y="9767"/>
                    <a:pt x="19070" y="9579"/>
                    <a:pt x="19265" y="9203"/>
                  </a:cubicBezTo>
                  <a:cubicBezTo>
                    <a:pt x="19459" y="9016"/>
                    <a:pt x="19459" y="8828"/>
                    <a:pt x="19654" y="8452"/>
                  </a:cubicBezTo>
                  <a:cubicBezTo>
                    <a:pt x="19654" y="8452"/>
                    <a:pt x="19654" y="8264"/>
                    <a:pt x="19848" y="8264"/>
                  </a:cubicBezTo>
                  <a:cubicBezTo>
                    <a:pt x="19848" y="8076"/>
                    <a:pt x="20043" y="7889"/>
                    <a:pt x="20043" y="7701"/>
                  </a:cubicBezTo>
                  <a:cubicBezTo>
                    <a:pt x="20237" y="7325"/>
                    <a:pt x="20237" y="6949"/>
                    <a:pt x="20432" y="6574"/>
                  </a:cubicBezTo>
                  <a:cubicBezTo>
                    <a:pt x="20821" y="5447"/>
                    <a:pt x="21016" y="4320"/>
                    <a:pt x="21016" y="3005"/>
                  </a:cubicBezTo>
                  <a:cubicBezTo>
                    <a:pt x="21016" y="2629"/>
                    <a:pt x="21016" y="2442"/>
                    <a:pt x="21016" y="2066"/>
                  </a:cubicBezTo>
                  <a:cubicBezTo>
                    <a:pt x="21600" y="1691"/>
                    <a:pt x="21405" y="1503"/>
                    <a:pt x="21405" y="1315"/>
                  </a:cubicBezTo>
                  <a:close/>
                  <a:moveTo>
                    <a:pt x="19265" y="1691"/>
                  </a:moveTo>
                  <a:cubicBezTo>
                    <a:pt x="19265" y="1691"/>
                    <a:pt x="19265" y="1691"/>
                    <a:pt x="19265" y="1691"/>
                  </a:cubicBezTo>
                  <a:cubicBezTo>
                    <a:pt x="19265" y="1691"/>
                    <a:pt x="19265" y="1691"/>
                    <a:pt x="19265" y="1691"/>
                  </a:cubicBezTo>
                  <a:cubicBezTo>
                    <a:pt x="19265" y="1691"/>
                    <a:pt x="19265" y="1691"/>
                    <a:pt x="19265" y="1691"/>
                  </a:cubicBezTo>
                  <a:close/>
                  <a:moveTo>
                    <a:pt x="19265" y="1878"/>
                  </a:moveTo>
                  <a:cubicBezTo>
                    <a:pt x="19265" y="1878"/>
                    <a:pt x="19265" y="1878"/>
                    <a:pt x="19265" y="1878"/>
                  </a:cubicBezTo>
                  <a:cubicBezTo>
                    <a:pt x="19265" y="1878"/>
                    <a:pt x="19265" y="1878"/>
                    <a:pt x="19265" y="1878"/>
                  </a:cubicBezTo>
                  <a:cubicBezTo>
                    <a:pt x="19265" y="1878"/>
                    <a:pt x="19265" y="1878"/>
                    <a:pt x="19265" y="1878"/>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03" name="Google Shape;203;ge72adf7024_0_20"/>
            <p:cNvSpPr txBox="1"/>
            <p:nvPr/>
          </p:nvSpPr>
          <p:spPr>
            <a:xfrm>
              <a:off x="679639" y="1182749"/>
              <a:ext cx="984300" cy="62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1600" u="none" cap="none" strike="noStrike">
                  <a:solidFill>
                    <a:srgbClr val="000000"/>
                  </a:solidFill>
                  <a:latin typeface="Arial"/>
                  <a:ea typeface="Arial"/>
                  <a:cs typeface="Arial"/>
                  <a:sym typeface="Arial"/>
                </a:rPr>
                <a:t>Definisi</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1600" u="none" cap="none" strike="noStrike">
                  <a:solidFill>
                    <a:srgbClr val="000000"/>
                  </a:solidFill>
                  <a:latin typeface="Arial"/>
                  <a:ea typeface="Arial"/>
                  <a:cs typeface="Arial"/>
                  <a:sym typeface="Arial"/>
                </a:rPr>
                <a:t>Debat</a:t>
              </a:r>
              <a:endParaRPr b="1" i="0" sz="1600" u="none" cap="none" strike="noStrike">
                <a:solidFill>
                  <a:srgbClr val="000000"/>
                </a:solidFill>
                <a:latin typeface="Arial"/>
                <a:ea typeface="Arial"/>
                <a:cs typeface="Arial"/>
                <a:sym typeface="Arial"/>
              </a:endParaRPr>
            </a:p>
          </p:txBody>
        </p:sp>
        <p:sp>
          <p:nvSpPr>
            <p:cNvPr id="204" name="Google Shape;204;ge72adf7024_0_20"/>
            <p:cNvSpPr txBox="1"/>
            <p:nvPr/>
          </p:nvSpPr>
          <p:spPr>
            <a:xfrm>
              <a:off x="3710324" y="719138"/>
              <a:ext cx="3499200" cy="1416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Kegiatan adu pendapat antara dua </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belah pihak pro dan kontra mengenai </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suatu permasalahan, serta saling</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mempertahankan pendapatnya </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yang paling benar. </a:t>
              </a:r>
              <a:endParaRPr b="0" i="0" sz="1600" u="none" cap="none" strike="noStrike">
                <a:solidFill>
                  <a:srgbClr val="000000"/>
                </a:solidFill>
                <a:latin typeface="Arial"/>
                <a:ea typeface="Arial"/>
                <a:cs typeface="Arial"/>
                <a:sym typeface="Arial"/>
              </a:endParaRPr>
            </a:p>
          </p:txBody>
        </p:sp>
        <p:sp>
          <p:nvSpPr>
            <p:cNvPr id="205" name="Google Shape;205;ge72adf7024_0_20"/>
            <p:cNvSpPr/>
            <p:nvPr/>
          </p:nvSpPr>
          <p:spPr>
            <a:xfrm>
              <a:off x="2810410" y="195943"/>
              <a:ext cx="4799805" cy="2304537"/>
            </a:xfrm>
            <a:custGeom>
              <a:rect b="b" l="l" r="r" t="t"/>
              <a:pathLst>
                <a:path extrusionOk="0" h="21144" w="21479">
                  <a:moveTo>
                    <a:pt x="0" y="12543"/>
                  </a:moveTo>
                  <a:cubicBezTo>
                    <a:pt x="255" y="11502"/>
                    <a:pt x="543" y="10461"/>
                    <a:pt x="750" y="9398"/>
                  </a:cubicBezTo>
                  <a:cubicBezTo>
                    <a:pt x="814" y="9028"/>
                    <a:pt x="718" y="8519"/>
                    <a:pt x="607" y="8126"/>
                  </a:cubicBezTo>
                  <a:cubicBezTo>
                    <a:pt x="176" y="6576"/>
                    <a:pt x="591" y="5327"/>
                    <a:pt x="1197" y="4125"/>
                  </a:cubicBezTo>
                  <a:cubicBezTo>
                    <a:pt x="1804" y="2899"/>
                    <a:pt x="2666" y="2344"/>
                    <a:pt x="3688" y="2252"/>
                  </a:cubicBezTo>
                  <a:cubicBezTo>
                    <a:pt x="3831" y="2252"/>
                    <a:pt x="4039" y="2090"/>
                    <a:pt x="4119" y="1905"/>
                  </a:cubicBezTo>
                  <a:cubicBezTo>
                    <a:pt x="4678" y="656"/>
                    <a:pt x="6338" y="32"/>
                    <a:pt x="6992" y="679"/>
                  </a:cubicBezTo>
                  <a:cubicBezTo>
                    <a:pt x="7248" y="933"/>
                    <a:pt x="7471" y="1280"/>
                    <a:pt x="7663" y="1627"/>
                  </a:cubicBezTo>
                  <a:cubicBezTo>
                    <a:pt x="7823" y="1928"/>
                    <a:pt x="7918" y="2020"/>
                    <a:pt x="8142" y="1720"/>
                  </a:cubicBezTo>
                  <a:cubicBezTo>
                    <a:pt x="8988" y="587"/>
                    <a:pt x="9914" y="-246"/>
                    <a:pt x="11143" y="78"/>
                  </a:cubicBezTo>
                  <a:cubicBezTo>
                    <a:pt x="11478" y="170"/>
                    <a:pt x="11798" y="355"/>
                    <a:pt x="12117" y="494"/>
                  </a:cubicBezTo>
                  <a:cubicBezTo>
                    <a:pt x="12420" y="633"/>
                    <a:pt x="12660" y="748"/>
                    <a:pt x="12963" y="355"/>
                  </a:cubicBezTo>
                  <a:cubicBezTo>
                    <a:pt x="13187" y="78"/>
                    <a:pt x="13586" y="32"/>
                    <a:pt x="13905" y="8"/>
                  </a:cubicBezTo>
                  <a:cubicBezTo>
                    <a:pt x="15039" y="-61"/>
                    <a:pt x="16044" y="286"/>
                    <a:pt x="16811" y="1720"/>
                  </a:cubicBezTo>
                  <a:cubicBezTo>
                    <a:pt x="17066" y="2205"/>
                    <a:pt x="17577" y="2367"/>
                    <a:pt x="17960" y="2737"/>
                  </a:cubicBezTo>
                  <a:cubicBezTo>
                    <a:pt x="18439" y="3177"/>
                    <a:pt x="19014" y="3547"/>
                    <a:pt x="19349" y="4171"/>
                  </a:cubicBezTo>
                  <a:cubicBezTo>
                    <a:pt x="19812" y="5027"/>
                    <a:pt x="20307" y="6067"/>
                    <a:pt x="20419" y="7108"/>
                  </a:cubicBezTo>
                  <a:cubicBezTo>
                    <a:pt x="20546" y="8426"/>
                    <a:pt x="21281" y="9236"/>
                    <a:pt x="21424" y="10508"/>
                  </a:cubicBezTo>
                  <a:cubicBezTo>
                    <a:pt x="21600" y="12173"/>
                    <a:pt x="21361" y="13537"/>
                    <a:pt x="20546" y="14694"/>
                  </a:cubicBezTo>
                  <a:cubicBezTo>
                    <a:pt x="19876" y="15665"/>
                    <a:pt x="19189" y="16590"/>
                    <a:pt x="18487" y="17538"/>
                  </a:cubicBezTo>
                  <a:cubicBezTo>
                    <a:pt x="17864" y="18371"/>
                    <a:pt x="17082" y="18671"/>
                    <a:pt x="16284" y="18856"/>
                  </a:cubicBezTo>
                  <a:cubicBezTo>
                    <a:pt x="15917" y="18949"/>
                    <a:pt x="15549" y="18903"/>
                    <a:pt x="15166" y="18949"/>
                  </a:cubicBezTo>
                  <a:cubicBezTo>
                    <a:pt x="15086" y="18949"/>
                    <a:pt x="14975" y="19041"/>
                    <a:pt x="14927" y="19134"/>
                  </a:cubicBezTo>
                  <a:cubicBezTo>
                    <a:pt x="14448" y="19990"/>
                    <a:pt x="13793" y="20383"/>
                    <a:pt x="13091" y="20637"/>
                  </a:cubicBezTo>
                  <a:cubicBezTo>
                    <a:pt x="12388" y="20868"/>
                    <a:pt x="11670" y="21007"/>
                    <a:pt x="10968" y="21123"/>
                  </a:cubicBezTo>
                  <a:cubicBezTo>
                    <a:pt x="10153" y="21261"/>
                    <a:pt x="9499" y="20706"/>
                    <a:pt x="8860" y="20059"/>
                  </a:cubicBezTo>
                  <a:cubicBezTo>
                    <a:pt x="8796" y="19990"/>
                    <a:pt x="8637" y="19943"/>
                    <a:pt x="8573" y="20013"/>
                  </a:cubicBezTo>
                  <a:cubicBezTo>
                    <a:pt x="7328" y="21123"/>
                    <a:pt x="6003" y="21354"/>
                    <a:pt x="4598" y="20891"/>
                  </a:cubicBezTo>
                  <a:cubicBezTo>
                    <a:pt x="3784" y="20614"/>
                    <a:pt x="3289" y="19689"/>
                    <a:pt x="3097" y="18579"/>
                  </a:cubicBezTo>
                  <a:cubicBezTo>
                    <a:pt x="2937" y="17654"/>
                    <a:pt x="2714" y="17238"/>
                    <a:pt x="1996" y="17191"/>
                  </a:cubicBezTo>
                  <a:cubicBezTo>
                    <a:pt x="1133" y="17145"/>
                    <a:pt x="303" y="15572"/>
                    <a:pt x="223" y="14185"/>
                  </a:cubicBezTo>
                  <a:cubicBezTo>
                    <a:pt x="192" y="13676"/>
                    <a:pt x="144" y="13144"/>
                    <a:pt x="96" y="12635"/>
                  </a:cubicBezTo>
                  <a:cubicBezTo>
                    <a:pt x="80" y="12589"/>
                    <a:pt x="32" y="12566"/>
                    <a:pt x="0" y="12543"/>
                  </a:cubicBezTo>
                  <a:close/>
                  <a:moveTo>
                    <a:pt x="3736" y="3061"/>
                  </a:moveTo>
                  <a:cubicBezTo>
                    <a:pt x="3784" y="3015"/>
                    <a:pt x="3831" y="2969"/>
                    <a:pt x="3863" y="2922"/>
                  </a:cubicBezTo>
                  <a:cubicBezTo>
                    <a:pt x="3800" y="2922"/>
                    <a:pt x="3752" y="2899"/>
                    <a:pt x="3688" y="2899"/>
                  </a:cubicBezTo>
                  <a:cubicBezTo>
                    <a:pt x="2634" y="3061"/>
                    <a:pt x="1852" y="3824"/>
                    <a:pt x="1341" y="5142"/>
                  </a:cubicBezTo>
                  <a:cubicBezTo>
                    <a:pt x="1006" y="5998"/>
                    <a:pt x="782" y="6900"/>
                    <a:pt x="1054" y="7894"/>
                  </a:cubicBezTo>
                  <a:cubicBezTo>
                    <a:pt x="1149" y="8264"/>
                    <a:pt x="1261" y="8473"/>
                    <a:pt x="1580" y="8195"/>
                  </a:cubicBezTo>
                  <a:cubicBezTo>
                    <a:pt x="1740" y="8056"/>
                    <a:pt x="2059" y="7941"/>
                    <a:pt x="2187" y="8056"/>
                  </a:cubicBezTo>
                  <a:cubicBezTo>
                    <a:pt x="2459" y="8311"/>
                    <a:pt x="2842" y="8704"/>
                    <a:pt x="2858" y="9097"/>
                  </a:cubicBezTo>
                  <a:cubicBezTo>
                    <a:pt x="2906" y="9698"/>
                    <a:pt x="2459" y="9745"/>
                    <a:pt x="2107" y="9698"/>
                  </a:cubicBezTo>
                  <a:cubicBezTo>
                    <a:pt x="1964" y="9675"/>
                    <a:pt x="1820" y="9560"/>
                    <a:pt x="1676" y="9583"/>
                  </a:cubicBezTo>
                  <a:cubicBezTo>
                    <a:pt x="1517" y="9629"/>
                    <a:pt x="1245" y="9721"/>
                    <a:pt x="1213" y="9883"/>
                  </a:cubicBezTo>
                  <a:cubicBezTo>
                    <a:pt x="1022" y="11040"/>
                    <a:pt x="766" y="12196"/>
                    <a:pt x="734" y="13352"/>
                  </a:cubicBezTo>
                  <a:cubicBezTo>
                    <a:pt x="686" y="14555"/>
                    <a:pt x="942" y="15734"/>
                    <a:pt x="1836" y="16289"/>
                  </a:cubicBezTo>
                  <a:cubicBezTo>
                    <a:pt x="2123" y="16451"/>
                    <a:pt x="2443" y="16544"/>
                    <a:pt x="2746" y="16544"/>
                  </a:cubicBezTo>
                  <a:cubicBezTo>
                    <a:pt x="2842" y="16544"/>
                    <a:pt x="2922" y="16081"/>
                    <a:pt x="3049" y="15919"/>
                  </a:cubicBezTo>
                  <a:cubicBezTo>
                    <a:pt x="3289" y="15619"/>
                    <a:pt x="3560" y="15341"/>
                    <a:pt x="3863" y="15202"/>
                  </a:cubicBezTo>
                  <a:cubicBezTo>
                    <a:pt x="3975" y="15156"/>
                    <a:pt x="4263" y="15526"/>
                    <a:pt x="4310" y="15757"/>
                  </a:cubicBezTo>
                  <a:cubicBezTo>
                    <a:pt x="4470" y="16428"/>
                    <a:pt x="3991" y="16590"/>
                    <a:pt x="3752" y="16914"/>
                  </a:cubicBezTo>
                  <a:cubicBezTo>
                    <a:pt x="3656" y="17029"/>
                    <a:pt x="3480" y="17168"/>
                    <a:pt x="3480" y="17284"/>
                  </a:cubicBezTo>
                  <a:cubicBezTo>
                    <a:pt x="3464" y="18186"/>
                    <a:pt x="4087" y="19828"/>
                    <a:pt x="4710" y="20105"/>
                  </a:cubicBezTo>
                  <a:cubicBezTo>
                    <a:pt x="5891" y="20614"/>
                    <a:pt x="6961" y="20383"/>
                    <a:pt x="7998" y="19504"/>
                  </a:cubicBezTo>
                  <a:cubicBezTo>
                    <a:pt x="8094" y="19434"/>
                    <a:pt x="8158" y="19088"/>
                    <a:pt x="8126" y="18926"/>
                  </a:cubicBezTo>
                  <a:cubicBezTo>
                    <a:pt x="8014" y="18371"/>
                    <a:pt x="8142" y="17931"/>
                    <a:pt x="8429" y="17677"/>
                  </a:cubicBezTo>
                  <a:cubicBezTo>
                    <a:pt x="8573" y="17538"/>
                    <a:pt x="8956" y="17584"/>
                    <a:pt x="9004" y="17723"/>
                  </a:cubicBezTo>
                  <a:cubicBezTo>
                    <a:pt x="9116" y="18024"/>
                    <a:pt x="9068" y="18440"/>
                    <a:pt x="9100" y="18810"/>
                  </a:cubicBezTo>
                  <a:cubicBezTo>
                    <a:pt x="9116" y="19018"/>
                    <a:pt x="9116" y="19365"/>
                    <a:pt x="9212" y="19434"/>
                  </a:cubicBezTo>
                  <a:cubicBezTo>
                    <a:pt x="9675" y="19804"/>
                    <a:pt x="10153" y="20336"/>
                    <a:pt x="10616" y="20336"/>
                  </a:cubicBezTo>
                  <a:cubicBezTo>
                    <a:pt x="11510" y="20313"/>
                    <a:pt x="12404" y="20013"/>
                    <a:pt x="13282" y="19735"/>
                  </a:cubicBezTo>
                  <a:cubicBezTo>
                    <a:pt x="13586" y="19643"/>
                    <a:pt x="13873" y="19319"/>
                    <a:pt x="14113" y="19018"/>
                  </a:cubicBezTo>
                  <a:cubicBezTo>
                    <a:pt x="14544" y="18509"/>
                    <a:pt x="13985" y="18163"/>
                    <a:pt x="13969" y="17746"/>
                  </a:cubicBezTo>
                  <a:cubicBezTo>
                    <a:pt x="13969" y="17422"/>
                    <a:pt x="14001" y="16983"/>
                    <a:pt x="14145" y="16775"/>
                  </a:cubicBezTo>
                  <a:cubicBezTo>
                    <a:pt x="14272" y="16613"/>
                    <a:pt x="14639" y="16590"/>
                    <a:pt x="14767" y="16729"/>
                  </a:cubicBezTo>
                  <a:cubicBezTo>
                    <a:pt x="14959" y="16937"/>
                    <a:pt x="15086" y="17353"/>
                    <a:pt x="15118" y="17677"/>
                  </a:cubicBezTo>
                  <a:cubicBezTo>
                    <a:pt x="15150" y="18093"/>
                    <a:pt x="15198" y="18301"/>
                    <a:pt x="15502" y="18209"/>
                  </a:cubicBezTo>
                  <a:cubicBezTo>
                    <a:pt x="16108" y="18001"/>
                    <a:pt x="16779" y="17931"/>
                    <a:pt x="17322" y="17538"/>
                  </a:cubicBezTo>
                  <a:cubicBezTo>
                    <a:pt x="17928" y="17099"/>
                    <a:pt x="18407" y="16359"/>
                    <a:pt x="18950" y="15757"/>
                  </a:cubicBezTo>
                  <a:cubicBezTo>
                    <a:pt x="18934" y="15688"/>
                    <a:pt x="18918" y="15619"/>
                    <a:pt x="18902" y="15526"/>
                  </a:cubicBezTo>
                  <a:cubicBezTo>
                    <a:pt x="18375" y="15387"/>
                    <a:pt x="18056" y="14994"/>
                    <a:pt x="18184" y="14208"/>
                  </a:cubicBezTo>
                  <a:cubicBezTo>
                    <a:pt x="18231" y="13954"/>
                    <a:pt x="18391" y="13653"/>
                    <a:pt x="18551" y="13537"/>
                  </a:cubicBezTo>
                  <a:cubicBezTo>
                    <a:pt x="19141" y="13167"/>
                    <a:pt x="19493" y="13722"/>
                    <a:pt x="19780" y="14393"/>
                  </a:cubicBezTo>
                  <a:cubicBezTo>
                    <a:pt x="21169" y="12936"/>
                    <a:pt x="21105" y="10577"/>
                    <a:pt x="20259" y="8981"/>
                  </a:cubicBezTo>
                  <a:cubicBezTo>
                    <a:pt x="20147" y="9097"/>
                    <a:pt x="20067" y="9282"/>
                    <a:pt x="19940" y="9351"/>
                  </a:cubicBezTo>
                  <a:cubicBezTo>
                    <a:pt x="19636" y="9490"/>
                    <a:pt x="19285" y="9745"/>
                    <a:pt x="19030" y="9629"/>
                  </a:cubicBezTo>
                  <a:cubicBezTo>
                    <a:pt x="18854" y="9536"/>
                    <a:pt x="18663" y="8820"/>
                    <a:pt x="18742" y="8519"/>
                  </a:cubicBezTo>
                  <a:cubicBezTo>
                    <a:pt x="18838" y="8149"/>
                    <a:pt x="19189" y="7686"/>
                    <a:pt x="19445" y="7663"/>
                  </a:cubicBezTo>
                  <a:cubicBezTo>
                    <a:pt x="19956" y="7617"/>
                    <a:pt x="19892" y="7293"/>
                    <a:pt x="19796" y="6831"/>
                  </a:cubicBezTo>
                  <a:cubicBezTo>
                    <a:pt x="19541" y="5628"/>
                    <a:pt x="19014" y="4680"/>
                    <a:pt x="18343" y="3940"/>
                  </a:cubicBezTo>
                  <a:cubicBezTo>
                    <a:pt x="17784" y="3315"/>
                    <a:pt x="17178" y="2622"/>
                    <a:pt x="16427" y="3500"/>
                  </a:cubicBezTo>
                  <a:cubicBezTo>
                    <a:pt x="16380" y="3547"/>
                    <a:pt x="16300" y="3593"/>
                    <a:pt x="16268" y="3547"/>
                  </a:cubicBezTo>
                  <a:cubicBezTo>
                    <a:pt x="16108" y="3385"/>
                    <a:pt x="15901" y="3246"/>
                    <a:pt x="15821" y="3015"/>
                  </a:cubicBezTo>
                  <a:cubicBezTo>
                    <a:pt x="15773" y="2876"/>
                    <a:pt x="15917" y="2483"/>
                    <a:pt x="16028" y="2414"/>
                  </a:cubicBezTo>
                  <a:cubicBezTo>
                    <a:pt x="16412" y="2182"/>
                    <a:pt x="16284" y="1928"/>
                    <a:pt x="16092" y="1650"/>
                  </a:cubicBezTo>
                  <a:cubicBezTo>
                    <a:pt x="15422" y="702"/>
                    <a:pt x="14592" y="494"/>
                    <a:pt x="13714" y="772"/>
                  </a:cubicBezTo>
                  <a:cubicBezTo>
                    <a:pt x="13203" y="933"/>
                    <a:pt x="13139" y="1165"/>
                    <a:pt x="13346" y="1859"/>
                  </a:cubicBezTo>
                  <a:cubicBezTo>
                    <a:pt x="13522" y="2437"/>
                    <a:pt x="13378" y="3362"/>
                    <a:pt x="13011" y="3639"/>
                  </a:cubicBezTo>
                  <a:cubicBezTo>
                    <a:pt x="12867" y="3732"/>
                    <a:pt x="12580" y="3639"/>
                    <a:pt x="12452" y="3477"/>
                  </a:cubicBezTo>
                  <a:cubicBezTo>
                    <a:pt x="12261" y="3223"/>
                    <a:pt x="12101" y="2853"/>
                    <a:pt x="12053" y="2506"/>
                  </a:cubicBezTo>
                  <a:cubicBezTo>
                    <a:pt x="12021" y="2159"/>
                    <a:pt x="12165" y="1789"/>
                    <a:pt x="12229" y="1396"/>
                  </a:cubicBezTo>
                  <a:cubicBezTo>
                    <a:pt x="12117" y="1327"/>
                    <a:pt x="11973" y="1234"/>
                    <a:pt x="11846" y="1142"/>
                  </a:cubicBezTo>
                  <a:cubicBezTo>
                    <a:pt x="10920" y="494"/>
                    <a:pt x="10026" y="540"/>
                    <a:pt x="9212" y="1512"/>
                  </a:cubicBezTo>
                  <a:cubicBezTo>
                    <a:pt x="8892" y="1882"/>
                    <a:pt x="8525" y="2229"/>
                    <a:pt x="8733" y="3015"/>
                  </a:cubicBezTo>
                  <a:cubicBezTo>
                    <a:pt x="8780" y="3177"/>
                    <a:pt x="8589" y="3570"/>
                    <a:pt x="8461" y="3662"/>
                  </a:cubicBezTo>
                  <a:cubicBezTo>
                    <a:pt x="8158" y="3871"/>
                    <a:pt x="7615" y="3339"/>
                    <a:pt x="7551" y="2853"/>
                  </a:cubicBezTo>
                  <a:cubicBezTo>
                    <a:pt x="7535" y="2784"/>
                    <a:pt x="7503" y="2691"/>
                    <a:pt x="7487" y="2622"/>
                  </a:cubicBezTo>
                  <a:cubicBezTo>
                    <a:pt x="6913" y="887"/>
                    <a:pt x="6178" y="980"/>
                    <a:pt x="5220" y="1581"/>
                  </a:cubicBezTo>
                  <a:cubicBezTo>
                    <a:pt x="4997" y="1720"/>
                    <a:pt x="4821" y="2067"/>
                    <a:pt x="4630" y="2298"/>
                  </a:cubicBezTo>
                  <a:cubicBezTo>
                    <a:pt x="4805" y="2483"/>
                    <a:pt x="4981" y="2691"/>
                    <a:pt x="5173" y="2853"/>
                  </a:cubicBezTo>
                  <a:cubicBezTo>
                    <a:pt x="5444" y="3107"/>
                    <a:pt x="5604" y="4056"/>
                    <a:pt x="5428" y="4472"/>
                  </a:cubicBezTo>
                  <a:cubicBezTo>
                    <a:pt x="5268" y="4865"/>
                    <a:pt x="4662" y="5050"/>
                    <a:pt x="4406" y="4657"/>
                  </a:cubicBezTo>
                  <a:cubicBezTo>
                    <a:pt x="4151" y="4171"/>
                    <a:pt x="3975" y="3593"/>
                    <a:pt x="3736" y="3061"/>
                  </a:cubicBezTo>
                  <a:close/>
                  <a:moveTo>
                    <a:pt x="4566" y="2992"/>
                  </a:moveTo>
                  <a:cubicBezTo>
                    <a:pt x="4486" y="3200"/>
                    <a:pt x="4422" y="3315"/>
                    <a:pt x="4438" y="3362"/>
                  </a:cubicBezTo>
                  <a:cubicBezTo>
                    <a:pt x="4534" y="3616"/>
                    <a:pt x="4662" y="3824"/>
                    <a:pt x="4757" y="4055"/>
                  </a:cubicBezTo>
                  <a:cubicBezTo>
                    <a:pt x="4821" y="3963"/>
                    <a:pt x="4949" y="3801"/>
                    <a:pt x="4933" y="3755"/>
                  </a:cubicBezTo>
                  <a:cubicBezTo>
                    <a:pt x="4853" y="3547"/>
                    <a:pt x="4725" y="3315"/>
                    <a:pt x="4566" y="2992"/>
                  </a:cubicBezTo>
                  <a:close/>
                  <a:moveTo>
                    <a:pt x="18966" y="13977"/>
                  </a:moveTo>
                  <a:cubicBezTo>
                    <a:pt x="18902" y="14231"/>
                    <a:pt x="18822" y="14393"/>
                    <a:pt x="18838" y="14462"/>
                  </a:cubicBezTo>
                  <a:cubicBezTo>
                    <a:pt x="18886" y="14601"/>
                    <a:pt x="18998" y="14670"/>
                    <a:pt x="19078" y="14786"/>
                  </a:cubicBezTo>
                  <a:cubicBezTo>
                    <a:pt x="19126" y="14717"/>
                    <a:pt x="19205" y="14624"/>
                    <a:pt x="19189" y="14578"/>
                  </a:cubicBezTo>
                  <a:cubicBezTo>
                    <a:pt x="19157" y="14393"/>
                    <a:pt x="19094" y="14254"/>
                    <a:pt x="18966" y="13977"/>
                  </a:cubicBezTo>
                  <a:close/>
                  <a:moveTo>
                    <a:pt x="19317" y="8843"/>
                  </a:moveTo>
                  <a:cubicBezTo>
                    <a:pt x="19365" y="8889"/>
                    <a:pt x="19397" y="8912"/>
                    <a:pt x="19445" y="8958"/>
                  </a:cubicBezTo>
                  <a:cubicBezTo>
                    <a:pt x="19525" y="8819"/>
                    <a:pt x="19588" y="8681"/>
                    <a:pt x="19668" y="8542"/>
                  </a:cubicBezTo>
                  <a:cubicBezTo>
                    <a:pt x="19620" y="8496"/>
                    <a:pt x="19573" y="8449"/>
                    <a:pt x="19525" y="8403"/>
                  </a:cubicBezTo>
                  <a:cubicBezTo>
                    <a:pt x="19461" y="8542"/>
                    <a:pt x="19381" y="8704"/>
                    <a:pt x="19317" y="8843"/>
                  </a:cubicBezTo>
                  <a:close/>
                  <a:moveTo>
                    <a:pt x="1948" y="8773"/>
                  </a:moveTo>
                  <a:cubicBezTo>
                    <a:pt x="1948" y="8819"/>
                    <a:pt x="1948" y="8866"/>
                    <a:pt x="1932" y="8889"/>
                  </a:cubicBezTo>
                  <a:cubicBezTo>
                    <a:pt x="2043" y="8912"/>
                    <a:pt x="2139" y="8912"/>
                    <a:pt x="2251" y="8935"/>
                  </a:cubicBezTo>
                  <a:cubicBezTo>
                    <a:pt x="2251" y="8889"/>
                    <a:pt x="2251" y="8843"/>
                    <a:pt x="2251" y="8796"/>
                  </a:cubicBezTo>
                  <a:cubicBezTo>
                    <a:pt x="2155" y="8796"/>
                    <a:pt x="2059" y="8773"/>
                    <a:pt x="1948" y="8773"/>
                  </a:cubicBezTo>
                  <a:close/>
                  <a:moveTo>
                    <a:pt x="12708" y="2622"/>
                  </a:moveTo>
                  <a:cubicBezTo>
                    <a:pt x="12740" y="2622"/>
                    <a:pt x="12772" y="2645"/>
                    <a:pt x="12804" y="2645"/>
                  </a:cubicBezTo>
                  <a:cubicBezTo>
                    <a:pt x="12820" y="2529"/>
                    <a:pt x="12820" y="2390"/>
                    <a:pt x="12835" y="2275"/>
                  </a:cubicBezTo>
                  <a:cubicBezTo>
                    <a:pt x="12804" y="2275"/>
                    <a:pt x="12788" y="2275"/>
                    <a:pt x="12756" y="2252"/>
                  </a:cubicBezTo>
                  <a:cubicBezTo>
                    <a:pt x="12740" y="2367"/>
                    <a:pt x="12724" y="2506"/>
                    <a:pt x="12708" y="2622"/>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e5669b8a30_1_195"/>
          <p:cNvSpPr txBox="1"/>
          <p:nvPr>
            <p:ph type="title"/>
          </p:nvPr>
        </p:nvSpPr>
        <p:spPr>
          <a:xfrm>
            <a:off x="0" y="10150"/>
            <a:ext cx="12192000" cy="1325700"/>
          </a:xfrm>
          <a:prstGeom prst="rect">
            <a:avLst/>
          </a:prstGeom>
          <a:noFill/>
          <a:ln>
            <a:noFill/>
          </a:ln>
        </p:spPr>
        <p:txBody>
          <a:bodyPr anchorCtr="0" anchor="ctr" bIns="45700" lIns="91425" spcFirstLastPara="1" rIns="91425" wrap="square" tIns="45700">
            <a:normAutofit/>
          </a:bodyPr>
          <a:lstStyle/>
          <a:p>
            <a:pPr indent="457200" lvl="0" marL="0" rtl="0" algn="l">
              <a:lnSpc>
                <a:spcPct val="90000"/>
              </a:lnSpc>
              <a:spcBef>
                <a:spcPts val="0"/>
              </a:spcBef>
              <a:spcAft>
                <a:spcPts val="0"/>
              </a:spcAft>
              <a:buClr>
                <a:schemeClr val="dk1"/>
              </a:buClr>
              <a:buSzPts val="1100"/>
              <a:buFont typeface="Arial"/>
              <a:buNone/>
            </a:pPr>
            <a:r>
              <a:rPr b="1" lang="en-US">
                <a:solidFill>
                  <a:srgbClr val="3F365C"/>
                </a:solidFill>
              </a:rPr>
              <a:t>B. Hubungan Unsur-Unsur Debat</a:t>
            </a:r>
            <a:endParaRPr b="1">
              <a:solidFill>
                <a:srgbClr val="3F365C"/>
              </a:solidFill>
            </a:endParaRPr>
          </a:p>
        </p:txBody>
      </p:sp>
      <p:grpSp>
        <p:nvGrpSpPr>
          <p:cNvPr id="211" name="Google Shape;211;ge5669b8a30_1_195"/>
          <p:cNvGrpSpPr/>
          <p:nvPr/>
        </p:nvGrpSpPr>
        <p:grpSpPr>
          <a:xfrm>
            <a:off x="260883" y="1370068"/>
            <a:ext cx="5782547" cy="3684421"/>
            <a:chOff x="333263" y="796811"/>
            <a:chExt cx="7249933" cy="4938901"/>
          </a:xfrm>
        </p:grpSpPr>
        <p:grpSp>
          <p:nvGrpSpPr>
            <p:cNvPr id="212" name="Google Shape;212;ge5669b8a30_1_195"/>
            <p:cNvGrpSpPr/>
            <p:nvPr/>
          </p:nvGrpSpPr>
          <p:grpSpPr>
            <a:xfrm>
              <a:off x="333263" y="796811"/>
              <a:ext cx="7249933" cy="4938901"/>
              <a:chOff x="1657350" y="1708497"/>
              <a:chExt cx="5829326" cy="3436236"/>
            </a:xfrm>
          </p:grpSpPr>
          <p:sp>
            <p:nvSpPr>
              <p:cNvPr id="213" name="Google Shape;213;ge5669b8a30_1_195"/>
              <p:cNvSpPr/>
              <p:nvPr/>
            </p:nvSpPr>
            <p:spPr>
              <a:xfrm>
                <a:off x="3746810" y="3134357"/>
                <a:ext cx="1760125" cy="811782"/>
              </a:xfrm>
              <a:custGeom>
                <a:rect b="b" l="l" r="r" t="t"/>
                <a:pathLst>
                  <a:path extrusionOk="0" h="21600" w="21590">
                    <a:moveTo>
                      <a:pt x="13034" y="0"/>
                    </a:moveTo>
                    <a:cubicBezTo>
                      <a:pt x="12009" y="0"/>
                      <a:pt x="10984" y="45"/>
                      <a:pt x="9960" y="136"/>
                    </a:cubicBezTo>
                    <a:cubicBezTo>
                      <a:pt x="8976" y="226"/>
                      <a:pt x="7992" y="317"/>
                      <a:pt x="7009" y="408"/>
                    </a:cubicBezTo>
                    <a:cubicBezTo>
                      <a:pt x="6517" y="453"/>
                      <a:pt x="6025" y="498"/>
                      <a:pt x="5533" y="543"/>
                    </a:cubicBezTo>
                    <a:cubicBezTo>
                      <a:pt x="4959" y="589"/>
                      <a:pt x="4386" y="679"/>
                      <a:pt x="3771" y="770"/>
                    </a:cubicBezTo>
                    <a:cubicBezTo>
                      <a:pt x="3525" y="815"/>
                      <a:pt x="3279" y="860"/>
                      <a:pt x="3033" y="906"/>
                    </a:cubicBezTo>
                    <a:cubicBezTo>
                      <a:pt x="2787" y="951"/>
                      <a:pt x="2541" y="996"/>
                      <a:pt x="2295" y="1087"/>
                    </a:cubicBezTo>
                    <a:cubicBezTo>
                      <a:pt x="2213" y="1132"/>
                      <a:pt x="2090" y="1132"/>
                      <a:pt x="2008" y="1177"/>
                    </a:cubicBezTo>
                    <a:cubicBezTo>
                      <a:pt x="1844" y="1223"/>
                      <a:pt x="1680" y="1313"/>
                      <a:pt x="1476" y="1404"/>
                    </a:cubicBezTo>
                    <a:cubicBezTo>
                      <a:pt x="1271" y="1494"/>
                      <a:pt x="1107" y="1585"/>
                      <a:pt x="902" y="1721"/>
                    </a:cubicBezTo>
                    <a:cubicBezTo>
                      <a:pt x="738" y="1857"/>
                      <a:pt x="615" y="1992"/>
                      <a:pt x="451" y="2128"/>
                    </a:cubicBezTo>
                    <a:cubicBezTo>
                      <a:pt x="410" y="2219"/>
                      <a:pt x="328" y="2309"/>
                      <a:pt x="287" y="2400"/>
                    </a:cubicBezTo>
                    <a:cubicBezTo>
                      <a:pt x="287" y="2445"/>
                      <a:pt x="246" y="2445"/>
                      <a:pt x="246" y="2491"/>
                    </a:cubicBezTo>
                    <a:cubicBezTo>
                      <a:pt x="205" y="2581"/>
                      <a:pt x="164" y="2717"/>
                      <a:pt x="123" y="2808"/>
                    </a:cubicBezTo>
                    <a:cubicBezTo>
                      <a:pt x="82" y="2898"/>
                      <a:pt x="82" y="2943"/>
                      <a:pt x="82" y="3034"/>
                    </a:cubicBezTo>
                    <a:cubicBezTo>
                      <a:pt x="41" y="3215"/>
                      <a:pt x="41" y="3396"/>
                      <a:pt x="41" y="3532"/>
                    </a:cubicBezTo>
                    <a:cubicBezTo>
                      <a:pt x="41" y="3623"/>
                      <a:pt x="41" y="3713"/>
                      <a:pt x="82" y="3758"/>
                    </a:cubicBezTo>
                    <a:cubicBezTo>
                      <a:pt x="82" y="3804"/>
                      <a:pt x="82" y="3849"/>
                      <a:pt x="82" y="3940"/>
                    </a:cubicBezTo>
                    <a:cubicBezTo>
                      <a:pt x="41" y="4166"/>
                      <a:pt x="41" y="4438"/>
                      <a:pt x="41" y="4709"/>
                    </a:cubicBezTo>
                    <a:cubicBezTo>
                      <a:pt x="41" y="5253"/>
                      <a:pt x="0" y="5842"/>
                      <a:pt x="0" y="6385"/>
                    </a:cubicBezTo>
                    <a:cubicBezTo>
                      <a:pt x="0" y="6928"/>
                      <a:pt x="0" y="7517"/>
                      <a:pt x="0" y="8060"/>
                    </a:cubicBezTo>
                    <a:cubicBezTo>
                      <a:pt x="0" y="8649"/>
                      <a:pt x="0" y="9238"/>
                      <a:pt x="0" y="9826"/>
                    </a:cubicBezTo>
                    <a:cubicBezTo>
                      <a:pt x="0" y="10370"/>
                      <a:pt x="41" y="10913"/>
                      <a:pt x="82" y="11502"/>
                    </a:cubicBezTo>
                    <a:cubicBezTo>
                      <a:pt x="123" y="12091"/>
                      <a:pt x="164" y="12679"/>
                      <a:pt x="246" y="13268"/>
                    </a:cubicBezTo>
                    <a:cubicBezTo>
                      <a:pt x="369" y="14355"/>
                      <a:pt x="369" y="15442"/>
                      <a:pt x="410" y="16483"/>
                    </a:cubicBezTo>
                    <a:cubicBezTo>
                      <a:pt x="410" y="16755"/>
                      <a:pt x="451" y="17072"/>
                      <a:pt x="451" y="17343"/>
                    </a:cubicBezTo>
                    <a:cubicBezTo>
                      <a:pt x="492" y="17660"/>
                      <a:pt x="533" y="18023"/>
                      <a:pt x="574" y="18340"/>
                    </a:cubicBezTo>
                    <a:cubicBezTo>
                      <a:pt x="615" y="18475"/>
                      <a:pt x="615" y="18611"/>
                      <a:pt x="656" y="18747"/>
                    </a:cubicBezTo>
                    <a:cubicBezTo>
                      <a:pt x="697" y="18838"/>
                      <a:pt x="738" y="18974"/>
                      <a:pt x="738" y="19064"/>
                    </a:cubicBezTo>
                    <a:cubicBezTo>
                      <a:pt x="779" y="19200"/>
                      <a:pt x="820" y="19291"/>
                      <a:pt x="861" y="19426"/>
                    </a:cubicBezTo>
                    <a:cubicBezTo>
                      <a:pt x="902" y="19562"/>
                      <a:pt x="1025" y="19698"/>
                      <a:pt x="1107" y="19789"/>
                    </a:cubicBezTo>
                    <a:cubicBezTo>
                      <a:pt x="1312" y="20106"/>
                      <a:pt x="1639" y="20332"/>
                      <a:pt x="1967" y="20513"/>
                    </a:cubicBezTo>
                    <a:cubicBezTo>
                      <a:pt x="2213" y="20649"/>
                      <a:pt x="2459" y="20785"/>
                      <a:pt x="2746" y="20875"/>
                    </a:cubicBezTo>
                    <a:cubicBezTo>
                      <a:pt x="3238" y="21057"/>
                      <a:pt x="3730" y="21192"/>
                      <a:pt x="4263" y="21283"/>
                    </a:cubicBezTo>
                    <a:cubicBezTo>
                      <a:pt x="4836" y="21374"/>
                      <a:pt x="5410" y="21464"/>
                      <a:pt x="5984" y="21509"/>
                    </a:cubicBezTo>
                    <a:cubicBezTo>
                      <a:pt x="6476" y="21555"/>
                      <a:pt x="7009" y="21600"/>
                      <a:pt x="7501" y="21600"/>
                    </a:cubicBezTo>
                    <a:cubicBezTo>
                      <a:pt x="7992" y="21600"/>
                      <a:pt x="8525" y="21600"/>
                      <a:pt x="9017" y="21600"/>
                    </a:cubicBezTo>
                    <a:cubicBezTo>
                      <a:pt x="10042" y="21600"/>
                      <a:pt x="11066" y="21600"/>
                      <a:pt x="12091" y="21555"/>
                    </a:cubicBezTo>
                    <a:cubicBezTo>
                      <a:pt x="13116" y="21509"/>
                      <a:pt x="14140" y="21464"/>
                      <a:pt x="15165" y="21374"/>
                    </a:cubicBezTo>
                    <a:cubicBezTo>
                      <a:pt x="15698" y="21328"/>
                      <a:pt x="16190" y="21328"/>
                      <a:pt x="16723" y="21283"/>
                    </a:cubicBezTo>
                    <a:cubicBezTo>
                      <a:pt x="17296" y="21238"/>
                      <a:pt x="17911" y="21147"/>
                      <a:pt x="18485" y="21057"/>
                    </a:cubicBezTo>
                    <a:cubicBezTo>
                      <a:pt x="18895" y="20966"/>
                      <a:pt x="19264" y="20830"/>
                      <a:pt x="19592" y="20604"/>
                    </a:cubicBezTo>
                    <a:cubicBezTo>
                      <a:pt x="19674" y="20559"/>
                      <a:pt x="19715" y="20513"/>
                      <a:pt x="19797" y="20468"/>
                    </a:cubicBezTo>
                    <a:cubicBezTo>
                      <a:pt x="19920" y="20377"/>
                      <a:pt x="20002" y="20287"/>
                      <a:pt x="20083" y="20196"/>
                    </a:cubicBezTo>
                    <a:cubicBezTo>
                      <a:pt x="20247" y="20060"/>
                      <a:pt x="20370" y="19879"/>
                      <a:pt x="20452" y="19698"/>
                    </a:cubicBezTo>
                    <a:cubicBezTo>
                      <a:pt x="20534" y="19562"/>
                      <a:pt x="20616" y="19381"/>
                      <a:pt x="20698" y="19245"/>
                    </a:cubicBezTo>
                    <a:cubicBezTo>
                      <a:pt x="20821" y="19019"/>
                      <a:pt x="20903" y="18747"/>
                      <a:pt x="20985" y="18521"/>
                    </a:cubicBezTo>
                    <a:cubicBezTo>
                      <a:pt x="21108" y="18113"/>
                      <a:pt x="21149" y="17706"/>
                      <a:pt x="21231" y="17343"/>
                    </a:cubicBezTo>
                    <a:cubicBezTo>
                      <a:pt x="21272" y="17072"/>
                      <a:pt x="21313" y="16800"/>
                      <a:pt x="21354" y="16483"/>
                    </a:cubicBezTo>
                    <a:cubicBezTo>
                      <a:pt x="21354" y="16483"/>
                      <a:pt x="21354" y="16483"/>
                      <a:pt x="21354" y="16483"/>
                    </a:cubicBezTo>
                    <a:cubicBezTo>
                      <a:pt x="21436" y="15849"/>
                      <a:pt x="21518" y="15215"/>
                      <a:pt x="21559" y="14626"/>
                    </a:cubicBezTo>
                    <a:cubicBezTo>
                      <a:pt x="21600" y="14038"/>
                      <a:pt x="21600" y="13449"/>
                      <a:pt x="21559" y="12860"/>
                    </a:cubicBezTo>
                    <a:cubicBezTo>
                      <a:pt x="21559" y="12317"/>
                      <a:pt x="21518" y="11774"/>
                      <a:pt x="21436" y="11230"/>
                    </a:cubicBezTo>
                    <a:cubicBezTo>
                      <a:pt x="21354" y="10642"/>
                      <a:pt x="21313" y="10053"/>
                      <a:pt x="21272" y="9509"/>
                    </a:cubicBezTo>
                    <a:cubicBezTo>
                      <a:pt x="21231" y="8966"/>
                      <a:pt x="21190" y="8377"/>
                      <a:pt x="21108" y="7834"/>
                    </a:cubicBezTo>
                    <a:cubicBezTo>
                      <a:pt x="21026" y="7200"/>
                      <a:pt x="20944" y="6611"/>
                      <a:pt x="20821" y="5977"/>
                    </a:cubicBezTo>
                    <a:cubicBezTo>
                      <a:pt x="20739" y="5434"/>
                      <a:pt x="20575" y="4936"/>
                      <a:pt x="20452" y="4392"/>
                    </a:cubicBezTo>
                    <a:cubicBezTo>
                      <a:pt x="20370" y="4076"/>
                      <a:pt x="20247" y="3713"/>
                      <a:pt x="20124" y="3396"/>
                    </a:cubicBezTo>
                    <a:cubicBezTo>
                      <a:pt x="20043" y="3170"/>
                      <a:pt x="19961" y="2898"/>
                      <a:pt x="19838" y="2672"/>
                    </a:cubicBezTo>
                    <a:cubicBezTo>
                      <a:pt x="19715" y="2400"/>
                      <a:pt x="19551" y="2174"/>
                      <a:pt x="19428" y="1947"/>
                    </a:cubicBezTo>
                    <a:cubicBezTo>
                      <a:pt x="19346" y="1811"/>
                      <a:pt x="19223" y="1676"/>
                      <a:pt x="19100" y="1540"/>
                    </a:cubicBezTo>
                    <a:cubicBezTo>
                      <a:pt x="18977" y="1404"/>
                      <a:pt x="18813" y="1268"/>
                      <a:pt x="18649" y="1132"/>
                    </a:cubicBezTo>
                    <a:cubicBezTo>
                      <a:pt x="18403" y="951"/>
                      <a:pt x="18116" y="815"/>
                      <a:pt x="17829" y="679"/>
                    </a:cubicBezTo>
                    <a:cubicBezTo>
                      <a:pt x="17583" y="589"/>
                      <a:pt x="17337" y="498"/>
                      <a:pt x="17091" y="408"/>
                    </a:cubicBezTo>
                    <a:cubicBezTo>
                      <a:pt x="16846" y="362"/>
                      <a:pt x="16600" y="317"/>
                      <a:pt x="16354" y="272"/>
                    </a:cubicBezTo>
                    <a:cubicBezTo>
                      <a:pt x="16026" y="226"/>
                      <a:pt x="15698" y="181"/>
                      <a:pt x="15411" y="181"/>
                    </a:cubicBezTo>
                    <a:cubicBezTo>
                      <a:pt x="15165" y="181"/>
                      <a:pt x="14919" y="136"/>
                      <a:pt x="14714" y="136"/>
                    </a:cubicBezTo>
                    <a:cubicBezTo>
                      <a:pt x="14591" y="136"/>
                      <a:pt x="14509" y="136"/>
                      <a:pt x="14386" y="136"/>
                    </a:cubicBezTo>
                    <a:cubicBezTo>
                      <a:pt x="13854" y="0"/>
                      <a:pt x="13444" y="0"/>
                      <a:pt x="13034" y="0"/>
                    </a:cubicBezTo>
                    <a:lnTo>
                      <a:pt x="13034" y="0"/>
                    </a:lnTo>
                    <a:lnTo>
                      <a:pt x="13034" y="0"/>
                    </a:lnTo>
                    <a:close/>
                    <a:moveTo>
                      <a:pt x="7173" y="1494"/>
                    </a:moveTo>
                    <a:cubicBezTo>
                      <a:pt x="8197" y="1404"/>
                      <a:pt x="9263" y="1268"/>
                      <a:pt x="10288" y="1177"/>
                    </a:cubicBezTo>
                    <a:cubicBezTo>
                      <a:pt x="11271" y="1087"/>
                      <a:pt x="12255" y="1042"/>
                      <a:pt x="13239" y="1042"/>
                    </a:cubicBezTo>
                    <a:cubicBezTo>
                      <a:pt x="14263" y="1042"/>
                      <a:pt x="15288" y="996"/>
                      <a:pt x="16313" y="1132"/>
                    </a:cubicBezTo>
                    <a:cubicBezTo>
                      <a:pt x="16559" y="1177"/>
                      <a:pt x="16805" y="1223"/>
                      <a:pt x="17050" y="1268"/>
                    </a:cubicBezTo>
                    <a:cubicBezTo>
                      <a:pt x="17214" y="1313"/>
                      <a:pt x="17378" y="1358"/>
                      <a:pt x="17542" y="1449"/>
                    </a:cubicBezTo>
                    <a:cubicBezTo>
                      <a:pt x="17665" y="1494"/>
                      <a:pt x="17747" y="1540"/>
                      <a:pt x="17829" y="1585"/>
                    </a:cubicBezTo>
                    <a:cubicBezTo>
                      <a:pt x="17993" y="1675"/>
                      <a:pt x="18157" y="1766"/>
                      <a:pt x="18280" y="1902"/>
                    </a:cubicBezTo>
                    <a:cubicBezTo>
                      <a:pt x="18362" y="1992"/>
                      <a:pt x="18444" y="2083"/>
                      <a:pt x="18485" y="2128"/>
                    </a:cubicBezTo>
                    <a:cubicBezTo>
                      <a:pt x="18567" y="2309"/>
                      <a:pt x="18690" y="2445"/>
                      <a:pt x="18772" y="2626"/>
                    </a:cubicBezTo>
                    <a:cubicBezTo>
                      <a:pt x="18854" y="2808"/>
                      <a:pt x="18936" y="3034"/>
                      <a:pt x="19018" y="3215"/>
                    </a:cubicBezTo>
                    <a:cubicBezTo>
                      <a:pt x="19264" y="3894"/>
                      <a:pt x="19428" y="4574"/>
                      <a:pt x="19592" y="5298"/>
                    </a:cubicBezTo>
                    <a:cubicBezTo>
                      <a:pt x="19756" y="5977"/>
                      <a:pt x="19838" y="6702"/>
                      <a:pt x="19920" y="7426"/>
                    </a:cubicBezTo>
                    <a:cubicBezTo>
                      <a:pt x="19961" y="8015"/>
                      <a:pt x="20002" y="8558"/>
                      <a:pt x="20043" y="9147"/>
                    </a:cubicBezTo>
                    <a:cubicBezTo>
                      <a:pt x="20084" y="9781"/>
                      <a:pt x="20165" y="10415"/>
                      <a:pt x="20206" y="11049"/>
                    </a:cubicBezTo>
                    <a:cubicBezTo>
                      <a:pt x="20329" y="12272"/>
                      <a:pt x="20370" y="13494"/>
                      <a:pt x="20329" y="14717"/>
                    </a:cubicBezTo>
                    <a:cubicBezTo>
                      <a:pt x="20288" y="15577"/>
                      <a:pt x="20206" y="16392"/>
                      <a:pt x="20084" y="17253"/>
                    </a:cubicBezTo>
                    <a:cubicBezTo>
                      <a:pt x="20043" y="17751"/>
                      <a:pt x="19920" y="18249"/>
                      <a:pt x="19797" y="18702"/>
                    </a:cubicBezTo>
                    <a:cubicBezTo>
                      <a:pt x="19715" y="18883"/>
                      <a:pt x="19633" y="19109"/>
                      <a:pt x="19551" y="19245"/>
                    </a:cubicBezTo>
                    <a:cubicBezTo>
                      <a:pt x="19510" y="19290"/>
                      <a:pt x="19428" y="19381"/>
                      <a:pt x="19387" y="19426"/>
                    </a:cubicBezTo>
                    <a:cubicBezTo>
                      <a:pt x="19305" y="19472"/>
                      <a:pt x="19264" y="19517"/>
                      <a:pt x="19182" y="19562"/>
                    </a:cubicBezTo>
                    <a:cubicBezTo>
                      <a:pt x="18977" y="19653"/>
                      <a:pt x="18772" y="19698"/>
                      <a:pt x="18567" y="19743"/>
                    </a:cubicBezTo>
                    <a:cubicBezTo>
                      <a:pt x="18403" y="19789"/>
                      <a:pt x="18198" y="19834"/>
                      <a:pt x="18034" y="19834"/>
                    </a:cubicBezTo>
                    <a:cubicBezTo>
                      <a:pt x="17010" y="19970"/>
                      <a:pt x="16026" y="20015"/>
                      <a:pt x="15001" y="20060"/>
                    </a:cubicBezTo>
                    <a:cubicBezTo>
                      <a:pt x="13895" y="20106"/>
                      <a:pt x="12829" y="20196"/>
                      <a:pt x="11722" y="20287"/>
                    </a:cubicBezTo>
                    <a:cubicBezTo>
                      <a:pt x="11189" y="20332"/>
                      <a:pt x="10657" y="20332"/>
                      <a:pt x="10124" y="20332"/>
                    </a:cubicBezTo>
                    <a:cubicBezTo>
                      <a:pt x="9591" y="20332"/>
                      <a:pt x="9058" y="20332"/>
                      <a:pt x="8484" y="20377"/>
                    </a:cubicBezTo>
                    <a:cubicBezTo>
                      <a:pt x="7951" y="20377"/>
                      <a:pt x="7419" y="20377"/>
                      <a:pt x="6886" y="20332"/>
                    </a:cubicBezTo>
                    <a:cubicBezTo>
                      <a:pt x="6353" y="20332"/>
                      <a:pt x="5861" y="20241"/>
                      <a:pt x="5328" y="20196"/>
                    </a:cubicBezTo>
                    <a:cubicBezTo>
                      <a:pt x="5205" y="20196"/>
                      <a:pt x="5041" y="20151"/>
                      <a:pt x="4918" y="20151"/>
                    </a:cubicBezTo>
                    <a:cubicBezTo>
                      <a:pt x="4754" y="20106"/>
                      <a:pt x="4591" y="20106"/>
                      <a:pt x="4468" y="20060"/>
                    </a:cubicBezTo>
                    <a:cubicBezTo>
                      <a:pt x="4304" y="20015"/>
                      <a:pt x="4140" y="19970"/>
                      <a:pt x="3976" y="19924"/>
                    </a:cubicBezTo>
                    <a:cubicBezTo>
                      <a:pt x="3812" y="19879"/>
                      <a:pt x="3648" y="19834"/>
                      <a:pt x="3484" y="19789"/>
                    </a:cubicBezTo>
                    <a:cubicBezTo>
                      <a:pt x="3402" y="19743"/>
                      <a:pt x="3320" y="19743"/>
                      <a:pt x="3279" y="19698"/>
                    </a:cubicBezTo>
                    <a:cubicBezTo>
                      <a:pt x="3197" y="19653"/>
                      <a:pt x="3115" y="19607"/>
                      <a:pt x="3033" y="19607"/>
                    </a:cubicBezTo>
                    <a:cubicBezTo>
                      <a:pt x="2869" y="19517"/>
                      <a:pt x="2746" y="19426"/>
                      <a:pt x="2582" y="19336"/>
                    </a:cubicBezTo>
                    <a:cubicBezTo>
                      <a:pt x="2541" y="19291"/>
                      <a:pt x="2500" y="19245"/>
                      <a:pt x="2459" y="19200"/>
                    </a:cubicBezTo>
                    <a:cubicBezTo>
                      <a:pt x="2418" y="19155"/>
                      <a:pt x="2377" y="19064"/>
                      <a:pt x="2377" y="19019"/>
                    </a:cubicBezTo>
                    <a:cubicBezTo>
                      <a:pt x="2213" y="18566"/>
                      <a:pt x="2172" y="18068"/>
                      <a:pt x="2090" y="17570"/>
                    </a:cubicBezTo>
                    <a:cubicBezTo>
                      <a:pt x="2049" y="17026"/>
                      <a:pt x="1967" y="16438"/>
                      <a:pt x="1926" y="15894"/>
                    </a:cubicBezTo>
                    <a:cubicBezTo>
                      <a:pt x="1885" y="15215"/>
                      <a:pt x="1844" y="14581"/>
                      <a:pt x="1762" y="13902"/>
                    </a:cubicBezTo>
                    <a:cubicBezTo>
                      <a:pt x="1721" y="13585"/>
                      <a:pt x="1680" y="13268"/>
                      <a:pt x="1599" y="12951"/>
                    </a:cubicBezTo>
                    <a:cubicBezTo>
                      <a:pt x="1558" y="12679"/>
                      <a:pt x="1476" y="12408"/>
                      <a:pt x="1435" y="12136"/>
                    </a:cubicBezTo>
                    <a:cubicBezTo>
                      <a:pt x="1353" y="11502"/>
                      <a:pt x="1230" y="10868"/>
                      <a:pt x="1148" y="10234"/>
                    </a:cubicBezTo>
                    <a:cubicBezTo>
                      <a:pt x="1107" y="10053"/>
                      <a:pt x="1107" y="9872"/>
                      <a:pt x="1066" y="9691"/>
                    </a:cubicBezTo>
                    <a:cubicBezTo>
                      <a:pt x="1025" y="9057"/>
                      <a:pt x="943" y="8468"/>
                      <a:pt x="902" y="7834"/>
                    </a:cubicBezTo>
                    <a:cubicBezTo>
                      <a:pt x="861" y="7245"/>
                      <a:pt x="779" y="6611"/>
                      <a:pt x="738" y="6023"/>
                    </a:cubicBezTo>
                    <a:cubicBezTo>
                      <a:pt x="656" y="5389"/>
                      <a:pt x="615" y="4800"/>
                      <a:pt x="533" y="4166"/>
                    </a:cubicBezTo>
                    <a:cubicBezTo>
                      <a:pt x="533" y="4166"/>
                      <a:pt x="533" y="4166"/>
                      <a:pt x="533" y="4121"/>
                    </a:cubicBezTo>
                    <a:cubicBezTo>
                      <a:pt x="656" y="4211"/>
                      <a:pt x="779" y="4211"/>
                      <a:pt x="902" y="4211"/>
                    </a:cubicBezTo>
                    <a:cubicBezTo>
                      <a:pt x="1230" y="4211"/>
                      <a:pt x="1517" y="3940"/>
                      <a:pt x="1640" y="3577"/>
                    </a:cubicBezTo>
                    <a:cubicBezTo>
                      <a:pt x="1680" y="3442"/>
                      <a:pt x="1680" y="3351"/>
                      <a:pt x="1721" y="3215"/>
                    </a:cubicBezTo>
                    <a:cubicBezTo>
                      <a:pt x="1762" y="3079"/>
                      <a:pt x="1762" y="2943"/>
                      <a:pt x="1762" y="2808"/>
                    </a:cubicBezTo>
                    <a:cubicBezTo>
                      <a:pt x="1762" y="2762"/>
                      <a:pt x="1762" y="2672"/>
                      <a:pt x="1762" y="2626"/>
                    </a:cubicBezTo>
                    <a:cubicBezTo>
                      <a:pt x="1762" y="2626"/>
                      <a:pt x="1762" y="2626"/>
                      <a:pt x="1762" y="2581"/>
                    </a:cubicBezTo>
                    <a:cubicBezTo>
                      <a:pt x="1762" y="2581"/>
                      <a:pt x="1762" y="2581"/>
                      <a:pt x="1762" y="2581"/>
                    </a:cubicBezTo>
                    <a:cubicBezTo>
                      <a:pt x="1885" y="2491"/>
                      <a:pt x="2049" y="2400"/>
                      <a:pt x="2172" y="2309"/>
                    </a:cubicBezTo>
                    <a:cubicBezTo>
                      <a:pt x="2500" y="2174"/>
                      <a:pt x="2828" y="2083"/>
                      <a:pt x="3156" y="1992"/>
                    </a:cubicBezTo>
                    <a:cubicBezTo>
                      <a:pt x="3484" y="1902"/>
                      <a:pt x="3812" y="1857"/>
                      <a:pt x="4181" y="1811"/>
                    </a:cubicBezTo>
                    <a:cubicBezTo>
                      <a:pt x="5205" y="1675"/>
                      <a:pt x="6189" y="1585"/>
                      <a:pt x="7173" y="1494"/>
                    </a:cubicBezTo>
                    <a:lnTo>
                      <a:pt x="7173" y="1494"/>
                    </a:lnTo>
                    <a:lnTo>
                      <a:pt x="7173" y="1494"/>
                    </a:lnTo>
                    <a:close/>
                    <a:moveTo>
                      <a:pt x="1762" y="3306"/>
                    </a:moveTo>
                    <a:cubicBezTo>
                      <a:pt x="1762" y="3351"/>
                      <a:pt x="1762" y="3351"/>
                      <a:pt x="1721" y="3396"/>
                    </a:cubicBezTo>
                    <a:cubicBezTo>
                      <a:pt x="1762" y="3351"/>
                      <a:pt x="1762" y="3351"/>
                      <a:pt x="1762" y="3306"/>
                    </a:cubicBezTo>
                    <a:lnTo>
                      <a:pt x="1762" y="3306"/>
                    </a:lnTo>
                    <a:lnTo>
                      <a:pt x="1762" y="3306"/>
                    </a:lnTo>
                    <a:close/>
                    <a:moveTo>
                      <a:pt x="1148" y="9600"/>
                    </a:moveTo>
                    <a:cubicBezTo>
                      <a:pt x="1148" y="9645"/>
                      <a:pt x="1148" y="9645"/>
                      <a:pt x="1148" y="9691"/>
                    </a:cubicBezTo>
                    <a:cubicBezTo>
                      <a:pt x="1148" y="9645"/>
                      <a:pt x="1148" y="9645"/>
                      <a:pt x="1148" y="9600"/>
                    </a:cubicBezTo>
                    <a:lnTo>
                      <a:pt x="1148" y="9600"/>
                    </a:lnTo>
                    <a:lnTo>
                      <a:pt x="1148" y="9600"/>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14" name="Google Shape;214;ge5669b8a30_1_195"/>
              <p:cNvSpPr/>
              <p:nvPr/>
            </p:nvSpPr>
            <p:spPr>
              <a:xfrm>
                <a:off x="5564398" y="2456218"/>
                <a:ext cx="1897992" cy="567702"/>
              </a:xfrm>
              <a:custGeom>
                <a:rect b="b" l="l" r="r" t="t"/>
                <a:pathLst>
                  <a:path extrusionOk="0" h="21600" w="21600">
                    <a:moveTo>
                      <a:pt x="19502" y="93"/>
                    </a:moveTo>
                    <a:cubicBezTo>
                      <a:pt x="18970" y="0"/>
                      <a:pt x="18438" y="0"/>
                      <a:pt x="17879" y="0"/>
                    </a:cubicBezTo>
                    <a:cubicBezTo>
                      <a:pt x="17375" y="0"/>
                      <a:pt x="16872" y="0"/>
                      <a:pt x="16368" y="0"/>
                    </a:cubicBezTo>
                    <a:cubicBezTo>
                      <a:pt x="15836" y="0"/>
                      <a:pt x="15277" y="0"/>
                      <a:pt x="14745" y="0"/>
                    </a:cubicBezTo>
                    <a:cubicBezTo>
                      <a:pt x="14213" y="0"/>
                      <a:pt x="13710" y="0"/>
                      <a:pt x="13178" y="0"/>
                    </a:cubicBezTo>
                    <a:cubicBezTo>
                      <a:pt x="12675" y="0"/>
                      <a:pt x="12199" y="0"/>
                      <a:pt x="11695" y="0"/>
                    </a:cubicBezTo>
                    <a:cubicBezTo>
                      <a:pt x="10660" y="0"/>
                      <a:pt x="9625" y="187"/>
                      <a:pt x="8618" y="281"/>
                    </a:cubicBezTo>
                    <a:cubicBezTo>
                      <a:pt x="7554" y="374"/>
                      <a:pt x="6519" y="374"/>
                      <a:pt x="5456" y="374"/>
                    </a:cubicBezTo>
                    <a:cubicBezTo>
                      <a:pt x="4924" y="374"/>
                      <a:pt x="4421" y="281"/>
                      <a:pt x="3889" y="281"/>
                    </a:cubicBezTo>
                    <a:cubicBezTo>
                      <a:pt x="3637" y="281"/>
                      <a:pt x="3385" y="187"/>
                      <a:pt x="3162" y="187"/>
                    </a:cubicBezTo>
                    <a:cubicBezTo>
                      <a:pt x="2910" y="187"/>
                      <a:pt x="2630" y="187"/>
                      <a:pt x="2378" y="187"/>
                    </a:cubicBezTo>
                    <a:cubicBezTo>
                      <a:pt x="2098" y="187"/>
                      <a:pt x="1819" y="281"/>
                      <a:pt x="1567" y="374"/>
                    </a:cubicBezTo>
                    <a:cubicBezTo>
                      <a:pt x="1427" y="468"/>
                      <a:pt x="1287" y="561"/>
                      <a:pt x="1147" y="748"/>
                    </a:cubicBezTo>
                    <a:cubicBezTo>
                      <a:pt x="1119" y="842"/>
                      <a:pt x="1063" y="842"/>
                      <a:pt x="1035" y="935"/>
                    </a:cubicBezTo>
                    <a:cubicBezTo>
                      <a:pt x="951" y="1029"/>
                      <a:pt x="867" y="1216"/>
                      <a:pt x="783" y="1403"/>
                    </a:cubicBezTo>
                    <a:cubicBezTo>
                      <a:pt x="699" y="1590"/>
                      <a:pt x="644" y="1870"/>
                      <a:pt x="588" y="2057"/>
                    </a:cubicBezTo>
                    <a:cubicBezTo>
                      <a:pt x="504" y="2338"/>
                      <a:pt x="476" y="2712"/>
                      <a:pt x="420" y="2992"/>
                    </a:cubicBezTo>
                    <a:cubicBezTo>
                      <a:pt x="364" y="3366"/>
                      <a:pt x="336" y="3740"/>
                      <a:pt x="308" y="4114"/>
                    </a:cubicBezTo>
                    <a:cubicBezTo>
                      <a:pt x="280" y="4395"/>
                      <a:pt x="252" y="4769"/>
                      <a:pt x="252" y="5049"/>
                    </a:cubicBezTo>
                    <a:cubicBezTo>
                      <a:pt x="224" y="5423"/>
                      <a:pt x="224" y="5891"/>
                      <a:pt x="196" y="6265"/>
                    </a:cubicBezTo>
                    <a:cubicBezTo>
                      <a:pt x="168" y="7107"/>
                      <a:pt x="140" y="8042"/>
                      <a:pt x="140" y="8883"/>
                    </a:cubicBezTo>
                    <a:cubicBezTo>
                      <a:pt x="140" y="9725"/>
                      <a:pt x="112" y="10566"/>
                      <a:pt x="112" y="11408"/>
                    </a:cubicBezTo>
                    <a:cubicBezTo>
                      <a:pt x="112" y="12249"/>
                      <a:pt x="84" y="13091"/>
                      <a:pt x="84" y="13932"/>
                    </a:cubicBezTo>
                    <a:cubicBezTo>
                      <a:pt x="84" y="14774"/>
                      <a:pt x="56" y="15616"/>
                      <a:pt x="28" y="16457"/>
                    </a:cubicBezTo>
                    <a:cubicBezTo>
                      <a:pt x="28" y="16831"/>
                      <a:pt x="0" y="17299"/>
                      <a:pt x="0" y="17673"/>
                    </a:cubicBezTo>
                    <a:cubicBezTo>
                      <a:pt x="0" y="17953"/>
                      <a:pt x="0" y="18234"/>
                      <a:pt x="28" y="18514"/>
                    </a:cubicBezTo>
                    <a:cubicBezTo>
                      <a:pt x="56" y="18888"/>
                      <a:pt x="112" y="19169"/>
                      <a:pt x="168" y="19449"/>
                    </a:cubicBezTo>
                    <a:cubicBezTo>
                      <a:pt x="196" y="19543"/>
                      <a:pt x="252" y="19730"/>
                      <a:pt x="280" y="19823"/>
                    </a:cubicBezTo>
                    <a:cubicBezTo>
                      <a:pt x="308" y="19917"/>
                      <a:pt x="336" y="20010"/>
                      <a:pt x="364" y="20010"/>
                    </a:cubicBezTo>
                    <a:cubicBezTo>
                      <a:pt x="392" y="20104"/>
                      <a:pt x="420" y="20104"/>
                      <a:pt x="448" y="20197"/>
                    </a:cubicBezTo>
                    <a:cubicBezTo>
                      <a:pt x="504" y="20291"/>
                      <a:pt x="588" y="20384"/>
                      <a:pt x="644" y="20478"/>
                    </a:cubicBezTo>
                    <a:cubicBezTo>
                      <a:pt x="895" y="20852"/>
                      <a:pt x="1147" y="20946"/>
                      <a:pt x="1399" y="21133"/>
                    </a:cubicBezTo>
                    <a:cubicBezTo>
                      <a:pt x="1539" y="21226"/>
                      <a:pt x="1651" y="21226"/>
                      <a:pt x="1791" y="21320"/>
                    </a:cubicBezTo>
                    <a:cubicBezTo>
                      <a:pt x="1903" y="21413"/>
                      <a:pt x="2042" y="21413"/>
                      <a:pt x="2154" y="21413"/>
                    </a:cubicBezTo>
                    <a:cubicBezTo>
                      <a:pt x="2266" y="21413"/>
                      <a:pt x="2378" y="21507"/>
                      <a:pt x="2490" y="21507"/>
                    </a:cubicBezTo>
                    <a:cubicBezTo>
                      <a:pt x="2630" y="21507"/>
                      <a:pt x="2770" y="21600"/>
                      <a:pt x="2882" y="21600"/>
                    </a:cubicBezTo>
                    <a:cubicBezTo>
                      <a:pt x="3050" y="21600"/>
                      <a:pt x="3190" y="21600"/>
                      <a:pt x="3358" y="21600"/>
                    </a:cubicBezTo>
                    <a:cubicBezTo>
                      <a:pt x="3581" y="21600"/>
                      <a:pt x="3833" y="21600"/>
                      <a:pt x="4057" y="21600"/>
                    </a:cubicBezTo>
                    <a:cubicBezTo>
                      <a:pt x="4617" y="21600"/>
                      <a:pt x="5148" y="21600"/>
                      <a:pt x="5708" y="21507"/>
                    </a:cubicBezTo>
                    <a:cubicBezTo>
                      <a:pt x="5932" y="21507"/>
                      <a:pt x="6183" y="21507"/>
                      <a:pt x="6407" y="21413"/>
                    </a:cubicBezTo>
                    <a:cubicBezTo>
                      <a:pt x="6687" y="21413"/>
                      <a:pt x="6967" y="21320"/>
                      <a:pt x="7275" y="21320"/>
                    </a:cubicBezTo>
                    <a:cubicBezTo>
                      <a:pt x="7778" y="21226"/>
                      <a:pt x="8282" y="21226"/>
                      <a:pt x="8813" y="21226"/>
                    </a:cubicBezTo>
                    <a:cubicBezTo>
                      <a:pt x="9317" y="21226"/>
                      <a:pt x="9821" y="21133"/>
                      <a:pt x="10324" y="21039"/>
                    </a:cubicBezTo>
                    <a:cubicBezTo>
                      <a:pt x="10856" y="21039"/>
                      <a:pt x="11388" y="20946"/>
                      <a:pt x="11919" y="20946"/>
                    </a:cubicBezTo>
                    <a:cubicBezTo>
                      <a:pt x="12171" y="20946"/>
                      <a:pt x="12395" y="20946"/>
                      <a:pt x="12647" y="20946"/>
                    </a:cubicBezTo>
                    <a:cubicBezTo>
                      <a:pt x="12926" y="20946"/>
                      <a:pt x="13206" y="20946"/>
                      <a:pt x="13458" y="20946"/>
                    </a:cubicBezTo>
                    <a:cubicBezTo>
                      <a:pt x="13962" y="20946"/>
                      <a:pt x="14493" y="20946"/>
                      <a:pt x="14997" y="20852"/>
                    </a:cubicBezTo>
                    <a:cubicBezTo>
                      <a:pt x="15501" y="20759"/>
                      <a:pt x="16032" y="20759"/>
                      <a:pt x="16536" y="20665"/>
                    </a:cubicBezTo>
                    <a:cubicBezTo>
                      <a:pt x="17039" y="20665"/>
                      <a:pt x="17571" y="20572"/>
                      <a:pt x="18075" y="20665"/>
                    </a:cubicBezTo>
                    <a:cubicBezTo>
                      <a:pt x="18326" y="20665"/>
                      <a:pt x="18578" y="20665"/>
                      <a:pt x="18830" y="20759"/>
                    </a:cubicBezTo>
                    <a:cubicBezTo>
                      <a:pt x="19110" y="20759"/>
                      <a:pt x="19390" y="20852"/>
                      <a:pt x="19641" y="20759"/>
                    </a:cubicBezTo>
                    <a:cubicBezTo>
                      <a:pt x="19753" y="20759"/>
                      <a:pt x="19865" y="20665"/>
                      <a:pt x="19977" y="20572"/>
                    </a:cubicBezTo>
                    <a:cubicBezTo>
                      <a:pt x="20089" y="20478"/>
                      <a:pt x="20173" y="20384"/>
                      <a:pt x="20285" y="20291"/>
                    </a:cubicBezTo>
                    <a:cubicBezTo>
                      <a:pt x="20369" y="20198"/>
                      <a:pt x="20481" y="19917"/>
                      <a:pt x="20565" y="19730"/>
                    </a:cubicBezTo>
                    <a:cubicBezTo>
                      <a:pt x="20593" y="19637"/>
                      <a:pt x="20649" y="19543"/>
                      <a:pt x="20677" y="19449"/>
                    </a:cubicBezTo>
                    <a:cubicBezTo>
                      <a:pt x="20761" y="19169"/>
                      <a:pt x="20845" y="18888"/>
                      <a:pt x="20929" y="18608"/>
                    </a:cubicBezTo>
                    <a:cubicBezTo>
                      <a:pt x="20984" y="18421"/>
                      <a:pt x="21012" y="18234"/>
                      <a:pt x="21040" y="18047"/>
                    </a:cubicBezTo>
                    <a:cubicBezTo>
                      <a:pt x="21124" y="17579"/>
                      <a:pt x="21180" y="17112"/>
                      <a:pt x="21264" y="16738"/>
                    </a:cubicBezTo>
                    <a:cubicBezTo>
                      <a:pt x="21320" y="16364"/>
                      <a:pt x="21348" y="15896"/>
                      <a:pt x="21404" y="15522"/>
                    </a:cubicBezTo>
                    <a:cubicBezTo>
                      <a:pt x="21460" y="14961"/>
                      <a:pt x="21488" y="14494"/>
                      <a:pt x="21516" y="13933"/>
                    </a:cubicBezTo>
                    <a:cubicBezTo>
                      <a:pt x="21544" y="13559"/>
                      <a:pt x="21544" y="13185"/>
                      <a:pt x="21572" y="12717"/>
                    </a:cubicBezTo>
                    <a:cubicBezTo>
                      <a:pt x="21600" y="12250"/>
                      <a:pt x="21600" y="11875"/>
                      <a:pt x="21600" y="11408"/>
                    </a:cubicBezTo>
                    <a:cubicBezTo>
                      <a:pt x="21600" y="10847"/>
                      <a:pt x="21600" y="10192"/>
                      <a:pt x="21600" y="9631"/>
                    </a:cubicBezTo>
                    <a:cubicBezTo>
                      <a:pt x="21600" y="9070"/>
                      <a:pt x="21600" y="8416"/>
                      <a:pt x="21600" y="7855"/>
                    </a:cubicBezTo>
                    <a:cubicBezTo>
                      <a:pt x="21600" y="7107"/>
                      <a:pt x="21572" y="6452"/>
                      <a:pt x="21544" y="5704"/>
                    </a:cubicBezTo>
                    <a:cubicBezTo>
                      <a:pt x="21516" y="5143"/>
                      <a:pt x="21516" y="4675"/>
                      <a:pt x="21488" y="4114"/>
                    </a:cubicBezTo>
                    <a:cubicBezTo>
                      <a:pt x="21488" y="3834"/>
                      <a:pt x="21488" y="3647"/>
                      <a:pt x="21488" y="3366"/>
                    </a:cubicBezTo>
                    <a:cubicBezTo>
                      <a:pt x="21488" y="3179"/>
                      <a:pt x="21488" y="3086"/>
                      <a:pt x="21488" y="2899"/>
                    </a:cubicBezTo>
                    <a:cubicBezTo>
                      <a:pt x="21488" y="2712"/>
                      <a:pt x="21488" y="2525"/>
                      <a:pt x="21460" y="2338"/>
                    </a:cubicBezTo>
                    <a:cubicBezTo>
                      <a:pt x="21432" y="2057"/>
                      <a:pt x="21404" y="1870"/>
                      <a:pt x="21376" y="1683"/>
                    </a:cubicBezTo>
                    <a:cubicBezTo>
                      <a:pt x="21376" y="1683"/>
                      <a:pt x="21376" y="1590"/>
                      <a:pt x="21348" y="1590"/>
                    </a:cubicBezTo>
                    <a:cubicBezTo>
                      <a:pt x="21292" y="1403"/>
                      <a:pt x="21236" y="1216"/>
                      <a:pt x="21180" y="1216"/>
                    </a:cubicBezTo>
                    <a:cubicBezTo>
                      <a:pt x="21124" y="1122"/>
                      <a:pt x="21068" y="1122"/>
                      <a:pt x="20984" y="1216"/>
                    </a:cubicBezTo>
                    <a:cubicBezTo>
                      <a:pt x="20956" y="1216"/>
                      <a:pt x="20928" y="1216"/>
                      <a:pt x="20928" y="1309"/>
                    </a:cubicBezTo>
                    <a:cubicBezTo>
                      <a:pt x="20901" y="1309"/>
                      <a:pt x="20901" y="1216"/>
                      <a:pt x="20873" y="1216"/>
                    </a:cubicBezTo>
                    <a:cubicBezTo>
                      <a:pt x="20817" y="1122"/>
                      <a:pt x="20761" y="1029"/>
                      <a:pt x="20705" y="935"/>
                    </a:cubicBezTo>
                    <a:cubicBezTo>
                      <a:pt x="20649" y="842"/>
                      <a:pt x="20593" y="842"/>
                      <a:pt x="20537" y="748"/>
                    </a:cubicBezTo>
                    <a:cubicBezTo>
                      <a:pt x="20453" y="655"/>
                      <a:pt x="20397" y="655"/>
                      <a:pt x="20313" y="561"/>
                    </a:cubicBezTo>
                    <a:cubicBezTo>
                      <a:pt x="20229" y="468"/>
                      <a:pt x="20173" y="468"/>
                      <a:pt x="20089" y="468"/>
                    </a:cubicBezTo>
                    <a:cubicBezTo>
                      <a:pt x="20033" y="468"/>
                      <a:pt x="19977" y="374"/>
                      <a:pt x="19921" y="374"/>
                    </a:cubicBezTo>
                    <a:cubicBezTo>
                      <a:pt x="19865" y="374"/>
                      <a:pt x="19781" y="374"/>
                      <a:pt x="19725" y="281"/>
                    </a:cubicBezTo>
                    <a:cubicBezTo>
                      <a:pt x="19613" y="93"/>
                      <a:pt x="19558" y="93"/>
                      <a:pt x="19502" y="93"/>
                    </a:cubicBezTo>
                    <a:lnTo>
                      <a:pt x="19502" y="93"/>
                    </a:lnTo>
                    <a:lnTo>
                      <a:pt x="19502" y="93"/>
                    </a:lnTo>
                    <a:close/>
                    <a:moveTo>
                      <a:pt x="3553" y="2338"/>
                    </a:moveTo>
                    <a:cubicBezTo>
                      <a:pt x="4085" y="2431"/>
                      <a:pt x="4589" y="2431"/>
                      <a:pt x="5120" y="2525"/>
                    </a:cubicBezTo>
                    <a:cubicBezTo>
                      <a:pt x="6127" y="2618"/>
                      <a:pt x="7163" y="2618"/>
                      <a:pt x="8170" y="2525"/>
                    </a:cubicBezTo>
                    <a:cubicBezTo>
                      <a:pt x="8674" y="2525"/>
                      <a:pt x="9205" y="2431"/>
                      <a:pt x="9709" y="2338"/>
                    </a:cubicBezTo>
                    <a:cubicBezTo>
                      <a:pt x="10240" y="2244"/>
                      <a:pt x="10744" y="2151"/>
                      <a:pt x="11276" y="2151"/>
                    </a:cubicBezTo>
                    <a:cubicBezTo>
                      <a:pt x="11835" y="2151"/>
                      <a:pt x="12367" y="2151"/>
                      <a:pt x="12926" y="2057"/>
                    </a:cubicBezTo>
                    <a:cubicBezTo>
                      <a:pt x="13458" y="2057"/>
                      <a:pt x="13962" y="1964"/>
                      <a:pt x="14493" y="1964"/>
                    </a:cubicBezTo>
                    <a:cubicBezTo>
                      <a:pt x="15528" y="1870"/>
                      <a:pt x="16564" y="1964"/>
                      <a:pt x="17599" y="1777"/>
                    </a:cubicBezTo>
                    <a:cubicBezTo>
                      <a:pt x="18131" y="1683"/>
                      <a:pt x="18662" y="1683"/>
                      <a:pt x="19194" y="1590"/>
                    </a:cubicBezTo>
                    <a:cubicBezTo>
                      <a:pt x="19446" y="1590"/>
                      <a:pt x="19697" y="1496"/>
                      <a:pt x="19949" y="1496"/>
                    </a:cubicBezTo>
                    <a:cubicBezTo>
                      <a:pt x="20201" y="1496"/>
                      <a:pt x="20453" y="1496"/>
                      <a:pt x="20705" y="1403"/>
                    </a:cubicBezTo>
                    <a:cubicBezTo>
                      <a:pt x="20705" y="1403"/>
                      <a:pt x="20733" y="1403"/>
                      <a:pt x="20733" y="1403"/>
                    </a:cubicBezTo>
                    <a:cubicBezTo>
                      <a:pt x="20677" y="1590"/>
                      <a:pt x="20649" y="1777"/>
                      <a:pt x="20649" y="2057"/>
                    </a:cubicBezTo>
                    <a:cubicBezTo>
                      <a:pt x="20621" y="2431"/>
                      <a:pt x="20621" y="2899"/>
                      <a:pt x="20621" y="3366"/>
                    </a:cubicBezTo>
                    <a:cubicBezTo>
                      <a:pt x="20621" y="4675"/>
                      <a:pt x="20705" y="5984"/>
                      <a:pt x="20733" y="7294"/>
                    </a:cubicBezTo>
                    <a:cubicBezTo>
                      <a:pt x="20733" y="8322"/>
                      <a:pt x="20733" y="9444"/>
                      <a:pt x="20733" y="10473"/>
                    </a:cubicBezTo>
                    <a:cubicBezTo>
                      <a:pt x="20733" y="11034"/>
                      <a:pt x="20733" y="11501"/>
                      <a:pt x="20705" y="12062"/>
                    </a:cubicBezTo>
                    <a:cubicBezTo>
                      <a:pt x="20677" y="12623"/>
                      <a:pt x="20677" y="13091"/>
                      <a:pt x="20621" y="13652"/>
                    </a:cubicBezTo>
                    <a:cubicBezTo>
                      <a:pt x="20565" y="14400"/>
                      <a:pt x="20509" y="15148"/>
                      <a:pt x="20397" y="15803"/>
                    </a:cubicBezTo>
                    <a:cubicBezTo>
                      <a:pt x="20341" y="16177"/>
                      <a:pt x="20285" y="16457"/>
                      <a:pt x="20201" y="16738"/>
                    </a:cubicBezTo>
                    <a:cubicBezTo>
                      <a:pt x="20145" y="16925"/>
                      <a:pt x="20089" y="17112"/>
                      <a:pt x="20033" y="17299"/>
                    </a:cubicBezTo>
                    <a:cubicBezTo>
                      <a:pt x="20005" y="17392"/>
                      <a:pt x="19949" y="17486"/>
                      <a:pt x="19921" y="17486"/>
                    </a:cubicBezTo>
                    <a:cubicBezTo>
                      <a:pt x="19781" y="17579"/>
                      <a:pt x="19669" y="17673"/>
                      <a:pt x="19530" y="17673"/>
                    </a:cubicBezTo>
                    <a:cubicBezTo>
                      <a:pt x="19306" y="17673"/>
                      <a:pt x="19110" y="17673"/>
                      <a:pt x="18886" y="17673"/>
                    </a:cubicBezTo>
                    <a:cubicBezTo>
                      <a:pt x="18634" y="17673"/>
                      <a:pt x="18382" y="17673"/>
                      <a:pt x="18131" y="17673"/>
                    </a:cubicBezTo>
                    <a:cubicBezTo>
                      <a:pt x="17599" y="17673"/>
                      <a:pt x="17067" y="17673"/>
                      <a:pt x="16536" y="17766"/>
                    </a:cubicBezTo>
                    <a:cubicBezTo>
                      <a:pt x="16032" y="17860"/>
                      <a:pt x="15501" y="17953"/>
                      <a:pt x="14997" y="17953"/>
                    </a:cubicBezTo>
                    <a:cubicBezTo>
                      <a:pt x="14493" y="18047"/>
                      <a:pt x="14018" y="18047"/>
                      <a:pt x="13514" y="18047"/>
                    </a:cubicBezTo>
                    <a:cubicBezTo>
                      <a:pt x="12982" y="18047"/>
                      <a:pt x="12451" y="18047"/>
                      <a:pt x="11919" y="18047"/>
                    </a:cubicBezTo>
                    <a:cubicBezTo>
                      <a:pt x="11388" y="18047"/>
                      <a:pt x="10856" y="18047"/>
                      <a:pt x="10352" y="18140"/>
                    </a:cubicBezTo>
                    <a:cubicBezTo>
                      <a:pt x="9849" y="18140"/>
                      <a:pt x="9373" y="18234"/>
                      <a:pt x="8869" y="18327"/>
                    </a:cubicBezTo>
                    <a:cubicBezTo>
                      <a:pt x="8366" y="18327"/>
                      <a:pt x="7834" y="18421"/>
                      <a:pt x="7331" y="18514"/>
                    </a:cubicBezTo>
                    <a:cubicBezTo>
                      <a:pt x="6799" y="18608"/>
                      <a:pt x="6295" y="18701"/>
                      <a:pt x="5764" y="18701"/>
                    </a:cubicBezTo>
                    <a:cubicBezTo>
                      <a:pt x="5204" y="18701"/>
                      <a:pt x="4673" y="18795"/>
                      <a:pt x="4113" y="18795"/>
                    </a:cubicBezTo>
                    <a:cubicBezTo>
                      <a:pt x="3889" y="18795"/>
                      <a:pt x="3693" y="18795"/>
                      <a:pt x="3469" y="18795"/>
                    </a:cubicBezTo>
                    <a:cubicBezTo>
                      <a:pt x="3330" y="18795"/>
                      <a:pt x="3162" y="18795"/>
                      <a:pt x="3022" y="18795"/>
                    </a:cubicBezTo>
                    <a:cubicBezTo>
                      <a:pt x="2910" y="18795"/>
                      <a:pt x="2798" y="18795"/>
                      <a:pt x="2686" y="18795"/>
                    </a:cubicBezTo>
                    <a:cubicBezTo>
                      <a:pt x="2574" y="18795"/>
                      <a:pt x="2490" y="18795"/>
                      <a:pt x="2378" y="18701"/>
                    </a:cubicBezTo>
                    <a:cubicBezTo>
                      <a:pt x="2322" y="18701"/>
                      <a:pt x="2294" y="18701"/>
                      <a:pt x="2238" y="18701"/>
                    </a:cubicBezTo>
                    <a:cubicBezTo>
                      <a:pt x="2154" y="18701"/>
                      <a:pt x="2070" y="18701"/>
                      <a:pt x="1987" y="18608"/>
                    </a:cubicBezTo>
                    <a:cubicBezTo>
                      <a:pt x="1847" y="18514"/>
                      <a:pt x="1735" y="18514"/>
                      <a:pt x="1595" y="18421"/>
                    </a:cubicBezTo>
                    <a:cubicBezTo>
                      <a:pt x="1539" y="18421"/>
                      <a:pt x="1483" y="18327"/>
                      <a:pt x="1455" y="18327"/>
                    </a:cubicBezTo>
                    <a:cubicBezTo>
                      <a:pt x="1399" y="18327"/>
                      <a:pt x="1343" y="18234"/>
                      <a:pt x="1287" y="18234"/>
                    </a:cubicBezTo>
                    <a:cubicBezTo>
                      <a:pt x="1147" y="18140"/>
                      <a:pt x="979" y="17953"/>
                      <a:pt x="839" y="17766"/>
                    </a:cubicBezTo>
                    <a:cubicBezTo>
                      <a:pt x="811" y="17673"/>
                      <a:pt x="783" y="17673"/>
                      <a:pt x="755" y="17579"/>
                    </a:cubicBezTo>
                    <a:cubicBezTo>
                      <a:pt x="755" y="17579"/>
                      <a:pt x="755" y="17579"/>
                      <a:pt x="755" y="17579"/>
                    </a:cubicBezTo>
                    <a:cubicBezTo>
                      <a:pt x="755" y="17205"/>
                      <a:pt x="783" y="16831"/>
                      <a:pt x="783" y="16457"/>
                    </a:cubicBezTo>
                    <a:cubicBezTo>
                      <a:pt x="783" y="16083"/>
                      <a:pt x="811" y="15709"/>
                      <a:pt x="811" y="15242"/>
                    </a:cubicBezTo>
                    <a:cubicBezTo>
                      <a:pt x="839" y="14400"/>
                      <a:pt x="839" y="13559"/>
                      <a:pt x="839" y="12623"/>
                    </a:cubicBezTo>
                    <a:cubicBezTo>
                      <a:pt x="867" y="10940"/>
                      <a:pt x="867" y="9257"/>
                      <a:pt x="895" y="7574"/>
                    </a:cubicBezTo>
                    <a:cubicBezTo>
                      <a:pt x="895" y="7107"/>
                      <a:pt x="923" y="6546"/>
                      <a:pt x="923" y="6078"/>
                    </a:cubicBezTo>
                    <a:cubicBezTo>
                      <a:pt x="923" y="5611"/>
                      <a:pt x="951" y="5236"/>
                      <a:pt x="979" y="4769"/>
                    </a:cubicBezTo>
                    <a:cubicBezTo>
                      <a:pt x="1007" y="4301"/>
                      <a:pt x="1035" y="3927"/>
                      <a:pt x="1091" y="3553"/>
                    </a:cubicBezTo>
                    <a:cubicBezTo>
                      <a:pt x="1119" y="3366"/>
                      <a:pt x="1147" y="3273"/>
                      <a:pt x="1175" y="3086"/>
                    </a:cubicBezTo>
                    <a:cubicBezTo>
                      <a:pt x="1203" y="2992"/>
                      <a:pt x="1231" y="2899"/>
                      <a:pt x="1259" y="2899"/>
                    </a:cubicBezTo>
                    <a:cubicBezTo>
                      <a:pt x="1315" y="2805"/>
                      <a:pt x="1371" y="2712"/>
                      <a:pt x="1427" y="2618"/>
                    </a:cubicBezTo>
                    <a:cubicBezTo>
                      <a:pt x="1539" y="2525"/>
                      <a:pt x="1651" y="2431"/>
                      <a:pt x="1763" y="2338"/>
                    </a:cubicBezTo>
                    <a:cubicBezTo>
                      <a:pt x="1875" y="2244"/>
                      <a:pt x="1987" y="2244"/>
                      <a:pt x="2098" y="2244"/>
                    </a:cubicBezTo>
                    <a:cubicBezTo>
                      <a:pt x="2574" y="2244"/>
                      <a:pt x="3050" y="2338"/>
                      <a:pt x="3553" y="2338"/>
                    </a:cubicBezTo>
                    <a:lnTo>
                      <a:pt x="3553" y="2338"/>
                    </a:lnTo>
                    <a:lnTo>
                      <a:pt x="3553" y="2338"/>
                    </a:lnTo>
                    <a:close/>
                    <a:moveTo>
                      <a:pt x="20425" y="15803"/>
                    </a:moveTo>
                    <a:cubicBezTo>
                      <a:pt x="20397" y="15896"/>
                      <a:pt x="20397" y="15896"/>
                      <a:pt x="20425" y="15803"/>
                    </a:cubicBezTo>
                    <a:cubicBezTo>
                      <a:pt x="20397" y="15896"/>
                      <a:pt x="20397" y="15896"/>
                      <a:pt x="20425" y="15803"/>
                    </a:cubicBezTo>
                    <a:lnTo>
                      <a:pt x="20425" y="15803"/>
                    </a:lnTo>
                    <a:lnTo>
                      <a:pt x="20425" y="15803"/>
                    </a:lnTo>
                    <a:close/>
                    <a:moveTo>
                      <a:pt x="20369" y="16177"/>
                    </a:moveTo>
                    <a:cubicBezTo>
                      <a:pt x="20369" y="16177"/>
                      <a:pt x="20369" y="16177"/>
                      <a:pt x="20369" y="16177"/>
                    </a:cubicBezTo>
                    <a:cubicBezTo>
                      <a:pt x="20341" y="16270"/>
                      <a:pt x="20341" y="16270"/>
                      <a:pt x="20369" y="16177"/>
                    </a:cubicBezTo>
                    <a:cubicBezTo>
                      <a:pt x="20369" y="16177"/>
                      <a:pt x="20369" y="16177"/>
                      <a:pt x="20369" y="16177"/>
                    </a:cubicBezTo>
                    <a:lnTo>
                      <a:pt x="20369" y="16177"/>
                    </a:lnTo>
                    <a:lnTo>
                      <a:pt x="20369" y="16177"/>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15" name="Google Shape;215;ge5669b8a30_1_195"/>
              <p:cNvSpPr/>
              <p:nvPr/>
            </p:nvSpPr>
            <p:spPr>
              <a:xfrm>
                <a:off x="5589926" y="4003568"/>
                <a:ext cx="1896750" cy="567702"/>
              </a:xfrm>
              <a:custGeom>
                <a:rect b="b" l="l" r="r" t="t"/>
                <a:pathLst>
                  <a:path extrusionOk="0" h="21600" w="21600">
                    <a:moveTo>
                      <a:pt x="2098" y="21507"/>
                    </a:moveTo>
                    <a:cubicBezTo>
                      <a:pt x="2630" y="21600"/>
                      <a:pt x="3162" y="21600"/>
                      <a:pt x="3721" y="21600"/>
                    </a:cubicBezTo>
                    <a:cubicBezTo>
                      <a:pt x="4225" y="21600"/>
                      <a:pt x="4728" y="21600"/>
                      <a:pt x="5232" y="21600"/>
                    </a:cubicBezTo>
                    <a:cubicBezTo>
                      <a:pt x="5764" y="21600"/>
                      <a:pt x="6323" y="21600"/>
                      <a:pt x="6855" y="21600"/>
                    </a:cubicBezTo>
                    <a:cubicBezTo>
                      <a:pt x="7386" y="21600"/>
                      <a:pt x="7890" y="21600"/>
                      <a:pt x="8422" y="21600"/>
                    </a:cubicBezTo>
                    <a:cubicBezTo>
                      <a:pt x="8925" y="21600"/>
                      <a:pt x="9401" y="21600"/>
                      <a:pt x="9905" y="21600"/>
                    </a:cubicBezTo>
                    <a:cubicBezTo>
                      <a:pt x="10940" y="21600"/>
                      <a:pt x="11975" y="21413"/>
                      <a:pt x="12982" y="21319"/>
                    </a:cubicBezTo>
                    <a:cubicBezTo>
                      <a:pt x="14046" y="21226"/>
                      <a:pt x="15081" y="21226"/>
                      <a:pt x="16144" y="21226"/>
                    </a:cubicBezTo>
                    <a:cubicBezTo>
                      <a:pt x="16676" y="21226"/>
                      <a:pt x="17179" y="21319"/>
                      <a:pt x="17711" y="21319"/>
                    </a:cubicBezTo>
                    <a:cubicBezTo>
                      <a:pt x="17963" y="21319"/>
                      <a:pt x="18214" y="21413"/>
                      <a:pt x="18438" y="21413"/>
                    </a:cubicBezTo>
                    <a:cubicBezTo>
                      <a:pt x="18690" y="21413"/>
                      <a:pt x="18970" y="21413"/>
                      <a:pt x="19222" y="21413"/>
                    </a:cubicBezTo>
                    <a:cubicBezTo>
                      <a:pt x="19502" y="21413"/>
                      <a:pt x="19781" y="21319"/>
                      <a:pt x="20033" y="21226"/>
                    </a:cubicBezTo>
                    <a:cubicBezTo>
                      <a:pt x="20173" y="21132"/>
                      <a:pt x="20313" y="21039"/>
                      <a:pt x="20453" y="20852"/>
                    </a:cubicBezTo>
                    <a:cubicBezTo>
                      <a:pt x="20481" y="20758"/>
                      <a:pt x="20537" y="20758"/>
                      <a:pt x="20565" y="20665"/>
                    </a:cubicBezTo>
                    <a:cubicBezTo>
                      <a:pt x="20649" y="20571"/>
                      <a:pt x="20733" y="20384"/>
                      <a:pt x="20817" y="20197"/>
                    </a:cubicBezTo>
                    <a:cubicBezTo>
                      <a:pt x="20900" y="20010"/>
                      <a:pt x="20956" y="19730"/>
                      <a:pt x="21012" y="19543"/>
                    </a:cubicBezTo>
                    <a:cubicBezTo>
                      <a:pt x="21096" y="19262"/>
                      <a:pt x="21124" y="18888"/>
                      <a:pt x="21180" y="18608"/>
                    </a:cubicBezTo>
                    <a:cubicBezTo>
                      <a:pt x="21236" y="18234"/>
                      <a:pt x="21264" y="17860"/>
                      <a:pt x="21292" y="17486"/>
                    </a:cubicBezTo>
                    <a:cubicBezTo>
                      <a:pt x="21320" y="17205"/>
                      <a:pt x="21348" y="16831"/>
                      <a:pt x="21348" y="16551"/>
                    </a:cubicBezTo>
                    <a:cubicBezTo>
                      <a:pt x="21376" y="16177"/>
                      <a:pt x="21376" y="15709"/>
                      <a:pt x="21404" y="15335"/>
                    </a:cubicBezTo>
                    <a:cubicBezTo>
                      <a:pt x="21432" y="14493"/>
                      <a:pt x="21460" y="13558"/>
                      <a:pt x="21460" y="12717"/>
                    </a:cubicBezTo>
                    <a:cubicBezTo>
                      <a:pt x="21460" y="11875"/>
                      <a:pt x="21488" y="11034"/>
                      <a:pt x="21488" y="10192"/>
                    </a:cubicBezTo>
                    <a:cubicBezTo>
                      <a:pt x="21488" y="9351"/>
                      <a:pt x="21516" y="8509"/>
                      <a:pt x="21516" y="7667"/>
                    </a:cubicBezTo>
                    <a:cubicBezTo>
                      <a:pt x="21516" y="6826"/>
                      <a:pt x="21544" y="5984"/>
                      <a:pt x="21572" y="5143"/>
                    </a:cubicBezTo>
                    <a:cubicBezTo>
                      <a:pt x="21572" y="4769"/>
                      <a:pt x="21600" y="4301"/>
                      <a:pt x="21600" y="3927"/>
                    </a:cubicBezTo>
                    <a:cubicBezTo>
                      <a:pt x="21600" y="3647"/>
                      <a:pt x="21600" y="3366"/>
                      <a:pt x="21572" y="3086"/>
                    </a:cubicBezTo>
                    <a:cubicBezTo>
                      <a:pt x="21544" y="2712"/>
                      <a:pt x="21488" y="2431"/>
                      <a:pt x="21432" y="2150"/>
                    </a:cubicBezTo>
                    <a:cubicBezTo>
                      <a:pt x="21404" y="2057"/>
                      <a:pt x="21348" y="1870"/>
                      <a:pt x="21320" y="1776"/>
                    </a:cubicBezTo>
                    <a:cubicBezTo>
                      <a:pt x="21292" y="1683"/>
                      <a:pt x="21264" y="1589"/>
                      <a:pt x="21236" y="1589"/>
                    </a:cubicBezTo>
                    <a:cubicBezTo>
                      <a:pt x="21208" y="1496"/>
                      <a:pt x="21180" y="1496"/>
                      <a:pt x="21152" y="1402"/>
                    </a:cubicBezTo>
                    <a:cubicBezTo>
                      <a:pt x="21096" y="1309"/>
                      <a:pt x="21012" y="1216"/>
                      <a:pt x="20956" y="1122"/>
                    </a:cubicBezTo>
                    <a:cubicBezTo>
                      <a:pt x="20705" y="748"/>
                      <a:pt x="20453" y="654"/>
                      <a:pt x="20201" y="467"/>
                    </a:cubicBezTo>
                    <a:cubicBezTo>
                      <a:pt x="20061" y="374"/>
                      <a:pt x="19949" y="374"/>
                      <a:pt x="19809" y="280"/>
                    </a:cubicBezTo>
                    <a:cubicBezTo>
                      <a:pt x="19697" y="187"/>
                      <a:pt x="19558" y="187"/>
                      <a:pt x="19446" y="187"/>
                    </a:cubicBezTo>
                    <a:cubicBezTo>
                      <a:pt x="19334" y="187"/>
                      <a:pt x="19222" y="93"/>
                      <a:pt x="19110" y="93"/>
                    </a:cubicBezTo>
                    <a:cubicBezTo>
                      <a:pt x="18970" y="93"/>
                      <a:pt x="18830" y="0"/>
                      <a:pt x="18718" y="0"/>
                    </a:cubicBezTo>
                    <a:cubicBezTo>
                      <a:pt x="18550" y="0"/>
                      <a:pt x="18410" y="0"/>
                      <a:pt x="18242" y="0"/>
                    </a:cubicBezTo>
                    <a:cubicBezTo>
                      <a:pt x="18019" y="0"/>
                      <a:pt x="17767" y="0"/>
                      <a:pt x="17543" y="0"/>
                    </a:cubicBezTo>
                    <a:cubicBezTo>
                      <a:pt x="16983" y="0"/>
                      <a:pt x="16452" y="0"/>
                      <a:pt x="15892" y="93"/>
                    </a:cubicBezTo>
                    <a:cubicBezTo>
                      <a:pt x="15668" y="93"/>
                      <a:pt x="15417" y="93"/>
                      <a:pt x="15193" y="187"/>
                    </a:cubicBezTo>
                    <a:cubicBezTo>
                      <a:pt x="14913" y="187"/>
                      <a:pt x="14633" y="280"/>
                      <a:pt x="14325" y="280"/>
                    </a:cubicBezTo>
                    <a:cubicBezTo>
                      <a:pt x="13822" y="374"/>
                      <a:pt x="13318" y="374"/>
                      <a:pt x="12787" y="374"/>
                    </a:cubicBezTo>
                    <a:cubicBezTo>
                      <a:pt x="12283" y="374"/>
                      <a:pt x="11779" y="467"/>
                      <a:pt x="11276" y="561"/>
                    </a:cubicBezTo>
                    <a:cubicBezTo>
                      <a:pt x="10744" y="561"/>
                      <a:pt x="10212" y="654"/>
                      <a:pt x="9681" y="654"/>
                    </a:cubicBezTo>
                    <a:cubicBezTo>
                      <a:pt x="9429" y="654"/>
                      <a:pt x="9205" y="654"/>
                      <a:pt x="8953" y="654"/>
                    </a:cubicBezTo>
                    <a:cubicBezTo>
                      <a:pt x="8674" y="654"/>
                      <a:pt x="8394" y="654"/>
                      <a:pt x="8142" y="654"/>
                    </a:cubicBezTo>
                    <a:cubicBezTo>
                      <a:pt x="7638" y="654"/>
                      <a:pt x="7107" y="654"/>
                      <a:pt x="6603" y="748"/>
                    </a:cubicBezTo>
                    <a:cubicBezTo>
                      <a:pt x="6099" y="841"/>
                      <a:pt x="5568" y="841"/>
                      <a:pt x="5064" y="935"/>
                    </a:cubicBezTo>
                    <a:cubicBezTo>
                      <a:pt x="4561" y="935"/>
                      <a:pt x="4029" y="1028"/>
                      <a:pt x="3525" y="935"/>
                    </a:cubicBezTo>
                    <a:cubicBezTo>
                      <a:pt x="3274" y="935"/>
                      <a:pt x="3022" y="935"/>
                      <a:pt x="2770" y="841"/>
                    </a:cubicBezTo>
                    <a:cubicBezTo>
                      <a:pt x="2490" y="841"/>
                      <a:pt x="2210" y="748"/>
                      <a:pt x="1959" y="841"/>
                    </a:cubicBezTo>
                    <a:cubicBezTo>
                      <a:pt x="1847" y="841"/>
                      <a:pt x="1735" y="935"/>
                      <a:pt x="1623" y="1028"/>
                    </a:cubicBezTo>
                    <a:cubicBezTo>
                      <a:pt x="1511" y="1122"/>
                      <a:pt x="1427" y="1215"/>
                      <a:pt x="1315" y="1309"/>
                    </a:cubicBezTo>
                    <a:cubicBezTo>
                      <a:pt x="1231" y="1402"/>
                      <a:pt x="1119" y="1683"/>
                      <a:pt x="1035" y="1870"/>
                    </a:cubicBezTo>
                    <a:cubicBezTo>
                      <a:pt x="1007" y="1963"/>
                      <a:pt x="951" y="2057"/>
                      <a:pt x="923" y="2150"/>
                    </a:cubicBezTo>
                    <a:cubicBezTo>
                      <a:pt x="839" y="2431"/>
                      <a:pt x="755" y="2712"/>
                      <a:pt x="672" y="2992"/>
                    </a:cubicBezTo>
                    <a:cubicBezTo>
                      <a:pt x="616" y="3179"/>
                      <a:pt x="588" y="3366"/>
                      <a:pt x="560" y="3553"/>
                    </a:cubicBezTo>
                    <a:cubicBezTo>
                      <a:pt x="476" y="4021"/>
                      <a:pt x="420" y="4488"/>
                      <a:pt x="336" y="4862"/>
                    </a:cubicBezTo>
                    <a:cubicBezTo>
                      <a:pt x="280" y="5236"/>
                      <a:pt x="252" y="5704"/>
                      <a:pt x="196" y="6078"/>
                    </a:cubicBezTo>
                    <a:cubicBezTo>
                      <a:pt x="140" y="6639"/>
                      <a:pt x="112" y="7106"/>
                      <a:pt x="84" y="7667"/>
                    </a:cubicBezTo>
                    <a:cubicBezTo>
                      <a:pt x="56" y="8042"/>
                      <a:pt x="56" y="8416"/>
                      <a:pt x="28" y="8883"/>
                    </a:cubicBezTo>
                    <a:cubicBezTo>
                      <a:pt x="0" y="9351"/>
                      <a:pt x="0" y="9725"/>
                      <a:pt x="0" y="10192"/>
                    </a:cubicBezTo>
                    <a:cubicBezTo>
                      <a:pt x="0" y="10753"/>
                      <a:pt x="0" y="11408"/>
                      <a:pt x="0" y="11969"/>
                    </a:cubicBezTo>
                    <a:cubicBezTo>
                      <a:pt x="0" y="12530"/>
                      <a:pt x="0" y="13185"/>
                      <a:pt x="0" y="13746"/>
                    </a:cubicBezTo>
                    <a:cubicBezTo>
                      <a:pt x="0" y="14494"/>
                      <a:pt x="28" y="15148"/>
                      <a:pt x="56" y="15896"/>
                    </a:cubicBezTo>
                    <a:cubicBezTo>
                      <a:pt x="84" y="16457"/>
                      <a:pt x="84" y="16925"/>
                      <a:pt x="112" y="17486"/>
                    </a:cubicBezTo>
                    <a:cubicBezTo>
                      <a:pt x="112" y="17766"/>
                      <a:pt x="112" y="17953"/>
                      <a:pt x="112" y="18234"/>
                    </a:cubicBezTo>
                    <a:cubicBezTo>
                      <a:pt x="112" y="18421"/>
                      <a:pt x="112" y="18515"/>
                      <a:pt x="112" y="18702"/>
                    </a:cubicBezTo>
                    <a:cubicBezTo>
                      <a:pt x="112" y="18888"/>
                      <a:pt x="112" y="19076"/>
                      <a:pt x="140" y="19263"/>
                    </a:cubicBezTo>
                    <a:cubicBezTo>
                      <a:pt x="168" y="19543"/>
                      <a:pt x="196" y="19730"/>
                      <a:pt x="224" y="19917"/>
                    </a:cubicBezTo>
                    <a:cubicBezTo>
                      <a:pt x="224" y="19917"/>
                      <a:pt x="224" y="20011"/>
                      <a:pt x="252" y="20011"/>
                    </a:cubicBezTo>
                    <a:cubicBezTo>
                      <a:pt x="308" y="20198"/>
                      <a:pt x="364" y="20385"/>
                      <a:pt x="420" y="20385"/>
                    </a:cubicBezTo>
                    <a:cubicBezTo>
                      <a:pt x="476" y="20478"/>
                      <a:pt x="532" y="20478"/>
                      <a:pt x="616" y="20385"/>
                    </a:cubicBezTo>
                    <a:cubicBezTo>
                      <a:pt x="644" y="20385"/>
                      <a:pt x="672" y="20385"/>
                      <a:pt x="672" y="20291"/>
                    </a:cubicBezTo>
                    <a:cubicBezTo>
                      <a:pt x="699" y="20291"/>
                      <a:pt x="699" y="20385"/>
                      <a:pt x="727" y="20385"/>
                    </a:cubicBezTo>
                    <a:cubicBezTo>
                      <a:pt x="783" y="20478"/>
                      <a:pt x="839" y="20572"/>
                      <a:pt x="895" y="20665"/>
                    </a:cubicBezTo>
                    <a:cubicBezTo>
                      <a:pt x="951" y="20759"/>
                      <a:pt x="1007" y="20759"/>
                      <a:pt x="1063" y="20852"/>
                    </a:cubicBezTo>
                    <a:cubicBezTo>
                      <a:pt x="1147" y="20946"/>
                      <a:pt x="1203" y="20946"/>
                      <a:pt x="1287" y="21039"/>
                    </a:cubicBezTo>
                    <a:cubicBezTo>
                      <a:pt x="1371" y="21133"/>
                      <a:pt x="1427" y="21133"/>
                      <a:pt x="1511" y="21133"/>
                    </a:cubicBezTo>
                    <a:cubicBezTo>
                      <a:pt x="1567" y="21133"/>
                      <a:pt x="1623" y="21226"/>
                      <a:pt x="1679" y="21226"/>
                    </a:cubicBezTo>
                    <a:cubicBezTo>
                      <a:pt x="1735" y="21226"/>
                      <a:pt x="1819" y="21226"/>
                      <a:pt x="1875" y="21320"/>
                    </a:cubicBezTo>
                    <a:cubicBezTo>
                      <a:pt x="1931" y="21413"/>
                      <a:pt x="2042" y="21507"/>
                      <a:pt x="2098" y="21507"/>
                    </a:cubicBezTo>
                    <a:lnTo>
                      <a:pt x="2098" y="21507"/>
                    </a:lnTo>
                    <a:lnTo>
                      <a:pt x="2098" y="21507"/>
                    </a:lnTo>
                    <a:close/>
                    <a:moveTo>
                      <a:pt x="18047" y="19262"/>
                    </a:moveTo>
                    <a:cubicBezTo>
                      <a:pt x="17515" y="19169"/>
                      <a:pt x="17011" y="19169"/>
                      <a:pt x="16480" y="19075"/>
                    </a:cubicBezTo>
                    <a:cubicBezTo>
                      <a:pt x="15473" y="18982"/>
                      <a:pt x="14437" y="18982"/>
                      <a:pt x="13430" y="19075"/>
                    </a:cubicBezTo>
                    <a:cubicBezTo>
                      <a:pt x="12926" y="19075"/>
                      <a:pt x="12395" y="19169"/>
                      <a:pt x="11891" y="19262"/>
                    </a:cubicBezTo>
                    <a:cubicBezTo>
                      <a:pt x="11360" y="19356"/>
                      <a:pt x="10856" y="19449"/>
                      <a:pt x="10324" y="19449"/>
                    </a:cubicBezTo>
                    <a:cubicBezTo>
                      <a:pt x="9765" y="19449"/>
                      <a:pt x="9233" y="19449"/>
                      <a:pt x="8674" y="19543"/>
                    </a:cubicBezTo>
                    <a:cubicBezTo>
                      <a:pt x="8142" y="19543"/>
                      <a:pt x="7638" y="19636"/>
                      <a:pt x="7107" y="19636"/>
                    </a:cubicBezTo>
                    <a:cubicBezTo>
                      <a:pt x="6071" y="19730"/>
                      <a:pt x="5036" y="19636"/>
                      <a:pt x="4001" y="19823"/>
                    </a:cubicBezTo>
                    <a:cubicBezTo>
                      <a:pt x="3469" y="19917"/>
                      <a:pt x="2938" y="19917"/>
                      <a:pt x="2406" y="20010"/>
                    </a:cubicBezTo>
                    <a:cubicBezTo>
                      <a:pt x="2154" y="20010"/>
                      <a:pt x="1903" y="20104"/>
                      <a:pt x="1651" y="20104"/>
                    </a:cubicBezTo>
                    <a:cubicBezTo>
                      <a:pt x="1399" y="20104"/>
                      <a:pt x="1147" y="20104"/>
                      <a:pt x="895" y="20197"/>
                    </a:cubicBezTo>
                    <a:cubicBezTo>
                      <a:pt x="895" y="20197"/>
                      <a:pt x="867" y="20197"/>
                      <a:pt x="867" y="20197"/>
                    </a:cubicBezTo>
                    <a:cubicBezTo>
                      <a:pt x="923" y="20010"/>
                      <a:pt x="951" y="19823"/>
                      <a:pt x="951" y="19543"/>
                    </a:cubicBezTo>
                    <a:cubicBezTo>
                      <a:pt x="979" y="19169"/>
                      <a:pt x="979" y="18701"/>
                      <a:pt x="979" y="18234"/>
                    </a:cubicBezTo>
                    <a:cubicBezTo>
                      <a:pt x="979" y="16925"/>
                      <a:pt x="895" y="15615"/>
                      <a:pt x="867" y="14306"/>
                    </a:cubicBezTo>
                    <a:cubicBezTo>
                      <a:pt x="867" y="13278"/>
                      <a:pt x="867" y="12156"/>
                      <a:pt x="867" y="11127"/>
                    </a:cubicBezTo>
                    <a:cubicBezTo>
                      <a:pt x="867" y="10566"/>
                      <a:pt x="867" y="10099"/>
                      <a:pt x="895" y="9537"/>
                    </a:cubicBezTo>
                    <a:cubicBezTo>
                      <a:pt x="923" y="8976"/>
                      <a:pt x="923" y="8509"/>
                      <a:pt x="979" y="7948"/>
                    </a:cubicBezTo>
                    <a:cubicBezTo>
                      <a:pt x="1035" y="7200"/>
                      <a:pt x="1091" y="6452"/>
                      <a:pt x="1203" y="5797"/>
                    </a:cubicBezTo>
                    <a:cubicBezTo>
                      <a:pt x="1259" y="5423"/>
                      <a:pt x="1315" y="5143"/>
                      <a:pt x="1399" y="4862"/>
                    </a:cubicBezTo>
                    <a:cubicBezTo>
                      <a:pt x="1455" y="4675"/>
                      <a:pt x="1511" y="4488"/>
                      <a:pt x="1567" y="4301"/>
                    </a:cubicBezTo>
                    <a:cubicBezTo>
                      <a:pt x="1595" y="4208"/>
                      <a:pt x="1651" y="4114"/>
                      <a:pt x="1679" y="4114"/>
                    </a:cubicBezTo>
                    <a:cubicBezTo>
                      <a:pt x="1819" y="4021"/>
                      <a:pt x="1931" y="3927"/>
                      <a:pt x="2070" y="3927"/>
                    </a:cubicBezTo>
                    <a:cubicBezTo>
                      <a:pt x="2294" y="3927"/>
                      <a:pt x="2490" y="3927"/>
                      <a:pt x="2714" y="3927"/>
                    </a:cubicBezTo>
                    <a:cubicBezTo>
                      <a:pt x="2966" y="3927"/>
                      <a:pt x="3218" y="3927"/>
                      <a:pt x="3469" y="3927"/>
                    </a:cubicBezTo>
                    <a:cubicBezTo>
                      <a:pt x="4001" y="3927"/>
                      <a:pt x="4533" y="3927"/>
                      <a:pt x="5064" y="3834"/>
                    </a:cubicBezTo>
                    <a:cubicBezTo>
                      <a:pt x="5568" y="3740"/>
                      <a:pt x="6099" y="3647"/>
                      <a:pt x="6603" y="3647"/>
                    </a:cubicBezTo>
                    <a:cubicBezTo>
                      <a:pt x="7107" y="3553"/>
                      <a:pt x="7582" y="3553"/>
                      <a:pt x="8086" y="3553"/>
                    </a:cubicBezTo>
                    <a:cubicBezTo>
                      <a:pt x="8618" y="3553"/>
                      <a:pt x="9149" y="3553"/>
                      <a:pt x="9681" y="3553"/>
                    </a:cubicBezTo>
                    <a:cubicBezTo>
                      <a:pt x="10212" y="3553"/>
                      <a:pt x="10744" y="3553"/>
                      <a:pt x="11248" y="3460"/>
                    </a:cubicBezTo>
                    <a:cubicBezTo>
                      <a:pt x="11751" y="3460"/>
                      <a:pt x="12227" y="3366"/>
                      <a:pt x="12731" y="3273"/>
                    </a:cubicBezTo>
                    <a:cubicBezTo>
                      <a:pt x="13234" y="3273"/>
                      <a:pt x="13766" y="3179"/>
                      <a:pt x="14269" y="3086"/>
                    </a:cubicBezTo>
                    <a:cubicBezTo>
                      <a:pt x="14801" y="2992"/>
                      <a:pt x="15305" y="2899"/>
                      <a:pt x="15836" y="2899"/>
                    </a:cubicBezTo>
                    <a:cubicBezTo>
                      <a:pt x="16396" y="2899"/>
                      <a:pt x="16927" y="2805"/>
                      <a:pt x="17487" y="2805"/>
                    </a:cubicBezTo>
                    <a:cubicBezTo>
                      <a:pt x="17711" y="2805"/>
                      <a:pt x="17907" y="2805"/>
                      <a:pt x="18131" y="2805"/>
                    </a:cubicBezTo>
                    <a:cubicBezTo>
                      <a:pt x="18270" y="2805"/>
                      <a:pt x="18438" y="2805"/>
                      <a:pt x="18578" y="2805"/>
                    </a:cubicBezTo>
                    <a:cubicBezTo>
                      <a:pt x="18690" y="2805"/>
                      <a:pt x="18802" y="2805"/>
                      <a:pt x="18914" y="2805"/>
                    </a:cubicBezTo>
                    <a:cubicBezTo>
                      <a:pt x="19026" y="2805"/>
                      <a:pt x="19110" y="2805"/>
                      <a:pt x="19222" y="2899"/>
                    </a:cubicBezTo>
                    <a:cubicBezTo>
                      <a:pt x="19278" y="2899"/>
                      <a:pt x="19306" y="2899"/>
                      <a:pt x="19362" y="2899"/>
                    </a:cubicBezTo>
                    <a:cubicBezTo>
                      <a:pt x="19446" y="2899"/>
                      <a:pt x="19530" y="2899"/>
                      <a:pt x="19613" y="2992"/>
                    </a:cubicBezTo>
                    <a:cubicBezTo>
                      <a:pt x="19753" y="3086"/>
                      <a:pt x="19865" y="3086"/>
                      <a:pt x="20005" y="3179"/>
                    </a:cubicBezTo>
                    <a:cubicBezTo>
                      <a:pt x="20061" y="3179"/>
                      <a:pt x="20117" y="3273"/>
                      <a:pt x="20145" y="3273"/>
                    </a:cubicBezTo>
                    <a:cubicBezTo>
                      <a:pt x="20201" y="3273"/>
                      <a:pt x="20257" y="3366"/>
                      <a:pt x="20313" y="3366"/>
                    </a:cubicBezTo>
                    <a:cubicBezTo>
                      <a:pt x="20453" y="3460"/>
                      <a:pt x="20621" y="3647"/>
                      <a:pt x="20761" y="3834"/>
                    </a:cubicBezTo>
                    <a:cubicBezTo>
                      <a:pt x="20789" y="3927"/>
                      <a:pt x="20817" y="3927"/>
                      <a:pt x="20845" y="4021"/>
                    </a:cubicBezTo>
                    <a:cubicBezTo>
                      <a:pt x="20845" y="4021"/>
                      <a:pt x="20845" y="4021"/>
                      <a:pt x="20845" y="4021"/>
                    </a:cubicBezTo>
                    <a:cubicBezTo>
                      <a:pt x="20845" y="4395"/>
                      <a:pt x="20817" y="4769"/>
                      <a:pt x="20817" y="5143"/>
                    </a:cubicBezTo>
                    <a:cubicBezTo>
                      <a:pt x="20817" y="5517"/>
                      <a:pt x="20789" y="5891"/>
                      <a:pt x="20789" y="6358"/>
                    </a:cubicBezTo>
                    <a:cubicBezTo>
                      <a:pt x="20761" y="7200"/>
                      <a:pt x="20761" y="8042"/>
                      <a:pt x="20761" y="8977"/>
                    </a:cubicBezTo>
                    <a:cubicBezTo>
                      <a:pt x="20733" y="10660"/>
                      <a:pt x="20733" y="12343"/>
                      <a:pt x="20705" y="14026"/>
                    </a:cubicBezTo>
                    <a:cubicBezTo>
                      <a:pt x="20705" y="14494"/>
                      <a:pt x="20677" y="15055"/>
                      <a:pt x="20677" y="15522"/>
                    </a:cubicBezTo>
                    <a:cubicBezTo>
                      <a:pt x="20677" y="15990"/>
                      <a:pt x="20649" y="16364"/>
                      <a:pt x="20621" y="16831"/>
                    </a:cubicBezTo>
                    <a:cubicBezTo>
                      <a:pt x="20593" y="17299"/>
                      <a:pt x="20565" y="17673"/>
                      <a:pt x="20509" y="18047"/>
                    </a:cubicBezTo>
                    <a:cubicBezTo>
                      <a:pt x="20481" y="18234"/>
                      <a:pt x="20453" y="18328"/>
                      <a:pt x="20425" y="18515"/>
                    </a:cubicBezTo>
                    <a:cubicBezTo>
                      <a:pt x="20397" y="18608"/>
                      <a:pt x="20369" y="18702"/>
                      <a:pt x="20341" y="18702"/>
                    </a:cubicBezTo>
                    <a:cubicBezTo>
                      <a:pt x="20285" y="18795"/>
                      <a:pt x="20229" y="18888"/>
                      <a:pt x="20173" y="18982"/>
                    </a:cubicBezTo>
                    <a:cubicBezTo>
                      <a:pt x="20061" y="19076"/>
                      <a:pt x="19949" y="19169"/>
                      <a:pt x="19837" y="19263"/>
                    </a:cubicBezTo>
                    <a:cubicBezTo>
                      <a:pt x="19725" y="19356"/>
                      <a:pt x="19613" y="19356"/>
                      <a:pt x="19502" y="19356"/>
                    </a:cubicBezTo>
                    <a:cubicBezTo>
                      <a:pt x="19026" y="19262"/>
                      <a:pt x="18522" y="19262"/>
                      <a:pt x="18047" y="19262"/>
                    </a:cubicBezTo>
                    <a:lnTo>
                      <a:pt x="18047" y="19262"/>
                    </a:lnTo>
                    <a:lnTo>
                      <a:pt x="18047" y="19262"/>
                    </a:lnTo>
                    <a:close/>
                    <a:moveTo>
                      <a:pt x="1175" y="5704"/>
                    </a:moveTo>
                    <a:cubicBezTo>
                      <a:pt x="1175" y="5704"/>
                      <a:pt x="1175" y="5704"/>
                      <a:pt x="1175" y="5704"/>
                    </a:cubicBezTo>
                    <a:cubicBezTo>
                      <a:pt x="1175" y="5704"/>
                      <a:pt x="1175" y="5704"/>
                      <a:pt x="1175" y="5704"/>
                    </a:cubicBezTo>
                    <a:lnTo>
                      <a:pt x="1175" y="5704"/>
                    </a:lnTo>
                    <a:lnTo>
                      <a:pt x="1175" y="5704"/>
                    </a:lnTo>
                    <a:close/>
                    <a:moveTo>
                      <a:pt x="1231" y="5423"/>
                    </a:moveTo>
                    <a:cubicBezTo>
                      <a:pt x="1231" y="5423"/>
                      <a:pt x="1231" y="5423"/>
                      <a:pt x="1231" y="5423"/>
                    </a:cubicBezTo>
                    <a:cubicBezTo>
                      <a:pt x="1231" y="5330"/>
                      <a:pt x="1231" y="5330"/>
                      <a:pt x="1231" y="5423"/>
                    </a:cubicBezTo>
                    <a:cubicBezTo>
                      <a:pt x="1231" y="5423"/>
                      <a:pt x="1231" y="5423"/>
                      <a:pt x="1231" y="5423"/>
                    </a:cubicBezTo>
                    <a:lnTo>
                      <a:pt x="1231" y="5423"/>
                    </a:lnTo>
                    <a:lnTo>
                      <a:pt x="1231" y="5423"/>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16" name="Google Shape;216;ge5669b8a30_1_195"/>
              <p:cNvSpPr/>
              <p:nvPr/>
            </p:nvSpPr>
            <p:spPr>
              <a:xfrm>
                <a:off x="5638429" y="3242594"/>
                <a:ext cx="1788206" cy="542313"/>
              </a:xfrm>
              <a:custGeom>
                <a:rect b="b" l="l" r="r" t="t"/>
                <a:pathLst>
                  <a:path extrusionOk="0" h="21482" w="21583">
                    <a:moveTo>
                      <a:pt x="20129" y="97"/>
                    </a:moveTo>
                    <a:cubicBezTo>
                      <a:pt x="19536" y="97"/>
                      <a:pt x="18942" y="195"/>
                      <a:pt x="18349" y="292"/>
                    </a:cubicBezTo>
                    <a:cubicBezTo>
                      <a:pt x="17756" y="389"/>
                      <a:pt x="17162" y="389"/>
                      <a:pt x="16569" y="389"/>
                    </a:cubicBezTo>
                    <a:cubicBezTo>
                      <a:pt x="16005" y="389"/>
                      <a:pt x="15441" y="389"/>
                      <a:pt x="14878" y="389"/>
                    </a:cubicBezTo>
                    <a:cubicBezTo>
                      <a:pt x="14284" y="389"/>
                      <a:pt x="13661" y="389"/>
                      <a:pt x="13068" y="389"/>
                    </a:cubicBezTo>
                    <a:cubicBezTo>
                      <a:pt x="12474" y="389"/>
                      <a:pt x="11881" y="389"/>
                      <a:pt x="11287" y="486"/>
                    </a:cubicBezTo>
                    <a:cubicBezTo>
                      <a:pt x="10041" y="584"/>
                      <a:pt x="8825" y="778"/>
                      <a:pt x="7579" y="973"/>
                    </a:cubicBezTo>
                    <a:cubicBezTo>
                      <a:pt x="7015" y="1070"/>
                      <a:pt x="6451" y="1070"/>
                      <a:pt x="5887" y="1167"/>
                    </a:cubicBezTo>
                    <a:cubicBezTo>
                      <a:pt x="5561" y="1167"/>
                      <a:pt x="5205" y="1265"/>
                      <a:pt x="4879" y="1265"/>
                    </a:cubicBezTo>
                    <a:cubicBezTo>
                      <a:pt x="4641" y="1265"/>
                      <a:pt x="4404" y="1265"/>
                      <a:pt x="4137" y="1362"/>
                    </a:cubicBezTo>
                    <a:cubicBezTo>
                      <a:pt x="3781" y="1459"/>
                      <a:pt x="3425" y="1459"/>
                      <a:pt x="3098" y="1556"/>
                    </a:cubicBezTo>
                    <a:cubicBezTo>
                      <a:pt x="2772" y="1654"/>
                      <a:pt x="2446" y="1751"/>
                      <a:pt x="2119" y="1848"/>
                    </a:cubicBezTo>
                    <a:cubicBezTo>
                      <a:pt x="1852" y="1946"/>
                      <a:pt x="1585" y="2043"/>
                      <a:pt x="1318" y="2140"/>
                    </a:cubicBezTo>
                    <a:cubicBezTo>
                      <a:pt x="1140" y="2238"/>
                      <a:pt x="932" y="2238"/>
                      <a:pt x="754" y="2335"/>
                    </a:cubicBezTo>
                    <a:cubicBezTo>
                      <a:pt x="636" y="2335"/>
                      <a:pt x="517" y="2529"/>
                      <a:pt x="428" y="2627"/>
                    </a:cubicBezTo>
                    <a:cubicBezTo>
                      <a:pt x="369" y="2724"/>
                      <a:pt x="309" y="2821"/>
                      <a:pt x="250" y="2919"/>
                    </a:cubicBezTo>
                    <a:cubicBezTo>
                      <a:pt x="161" y="3016"/>
                      <a:pt x="72" y="3113"/>
                      <a:pt x="13" y="3308"/>
                    </a:cubicBezTo>
                    <a:cubicBezTo>
                      <a:pt x="-17" y="3405"/>
                      <a:pt x="13" y="3600"/>
                      <a:pt x="42" y="3600"/>
                    </a:cubicBezTo>
                    <a:cubicBezTo>
                      <a:pt x="72" y="3600"/>
                      <a:pt x="72" y="3600"/>
                      <a:pt x="102" y="3600"/>
                    </a:cubicBezTo>
                    <a:cubicBezTo>
                      <a:pt x="280" y="3600"/>
                      <a:pt x="458" y="3600"/>
                      <a:pt x="636" y="3600"/>
                    </a:cubicBezTo>
                    <a:cubicBezTo>
                      <a:pt x="754" y="3600"/>
                      <a:pt x="873" y="3600"/>
                      <a:pt x="992" y="3600"/>
                    </a:cubicBezTo>
                    <a:cubicBezTo>
                      <a:pt x="1288" y="3600"/>
                      <a:pt x="1585" y="3503"/>
                      <a:pt x="1882" y="3503"/>
                    </a:cubicBezTo>
                    <a:cubicBezTo>
                      <a:pt x="2238" y="3503"/>
                      <a:pt x="2624" y="3405"/>
                      <a:pt x="2980" y="3405"/>
                    </a:cubicBezTo>
                    <a:cubicBezTo>
                      <a:pt x="3247" y="3405"/>
                      <a:pt x="3543" y="3405"/>
                      <a:pt x="3810" y="3405"/>
                    </a:cubicBezTo>
                    <a:cubicBezTo>
                      <a:pt x="4463" y="3405"/>
                      <a:pt x="5086" y="3405"/>
                      <a:pt x="5739" y="3405"/>
                    </a:cubicBezTo>
                    <a:cubicBezTo>
                      <a:pt x="6273" y="3405"/>
                      <a:pt x="6807" y="3405"/>
                      <a:pt x="7341" y="3405"/>
                    </a:cubicBezTo>
                    <a:cubicBezTo>
                      <a:pt x="7935" y="3405"/>
                      <a:pt x="8528" y="3405"/>
                      <a:pt x="9121" y="3405"/>
                    </a:cubicBezTo>
                    <a:cubicBezTo>
                      <a:pt x="9715" y="3405"/>
                      <a:pt x="10338" y="3308"/>
                      <a:pt x="10931" y="3211"/>
                    </a:cubicBezTo>
                    <a:cubicBezTo>
                      <a:pt x="12148" y="3114"/>
                      <a:pt x="13335" y="3114"/>
                      <a:pt x="14551" y="3114"/>
                    </a:cubicBezTo>
                    <a:cubicBezTo>
                      <a:pt x="15174" y="3114"/>
                      <a:pt x="15797" y="3114"/>
                      <a:pt x="16391" y="3114"/>
                    </a:cubicBezTo>
                    <a:cubicBezTo>
                      <a:pt x="16984" y="3114"/>
                      <a:pt x="17577" y="3016"/>
                      <a:pt x="18171" y="3016"/>
                    </a:cubicBezTo>
                    <a:cubicBezTo>
                      <a:pt x="18586" y="3016"/>
                      <a:pt x="19002" y="2919"/>
                      <a:pt x="19417" y="2822"/>
                    </a:cubicBezTo>
                    <a:cubicBezTo>
                      <a:pt x="19625" y="2822"/>
                      <a:pt x="19803" y="2822"/>
                      <a:pt x="20010" y="2822"/>
                    </a:cubicBezTo>
                    <a:cubicBezTo>
                      <a:pt x="20159" y="2822"/>
                      <a:pt x="20337" y="2822"/>
                      <a:pt x="20485" y="2822"/>
                    </a:cubicBezTo>
                    <a:cubicBezTo>
                      <a:pt x="20545" y="3600"/>
                      <a:pt x="20574" y="4378"/>
                      <a:pt x="20604" y="5060"/>
                    </a:cubicBezTo>
                    <a:cubicBezTo>
                      <a:pt x="20604" y="5449"/>
                      <a:pt x="20604" y="5935"/>
                      <a:pt x="20604" y="6325"/>
                    </a:cubicBezTo>
                    <a:cubicBezTo>
                      <a:pt x="20604" y="6811"/>
                      <a:pt x="20604" y="7395"/>
                      <a:pt x="20604" y="7881"/>
                    </a:cubicBezTo>
                    <a:cubicBezTo>
                      <a:pt x="20604" y="8757"/>
                      <a:pt x="20604" y="9730"/>
                      <a:pt x="20604" y="10606"/>
                    </a:cubicBezTo>
                    <a:cubicBezTo>
                      <a:pt x="20604" y="11579"/>
                      <a:pt x="20604" y="12552"/>
                      <a:pt x="20574" y="13524"/>
                    </a:cubicBezTo>
                    <a:cubicBezTo>
                      <a:pt x="20574" y="14400"/>
                      <a:pt x="20574" y="15373"/>
                      <a:pt x="20574" y="16249"/>
                    </a:cubicBezTo>
                    <a:cubicBezTo>
                      <a:pt x="20574" y="16346"/>
                      <a:pt x="20574" y="16443"/>
                      <a:pt x="20574" y="16541"/>
                    </a:cubicBezTo>
                    <a:cubicBezTo>
                      <a:pt x="20367" y="16541"/>
                      <a:pt x="20159" y="16541"/>
                      <a:pt x="19951" y="16541"/>
                    </a:cubicBezTo>
                    <a:cubicBezTo>
                      <a:pt x="19654" y="16541"/>
                      <a:pt x="19358" y="16541"/>
                      <a:pt x="19091" y="16541"/>
                    </a:cubicBezTo>
                    <a:cubicBezTo>
                      <a:pt x="18497" y="16443"/>
                      <a:pt x="17934" y="16443"/>
                      <a:pt x="17340" y="16443"/>
                    </a:cubicBezTo>
                    <a:cubicBezTo>
                      <a:pt x="16153" y="16443"/>
                      <a:pt x="14937" y="16541"/>
                      <a:pt x="13750" y="16638"/>
                    </a:cubicBezTo>
                    <a:cubicBezTo>
                      <a:pt x="12534" y="16735"/>
                      <a:pt x="11317" y="16930"/>
                      <a:pt x="10101" y="17125"/>
                    </a:cubicBezTo>
                    <a:cubicBezTo>
                      <a:pt x="9507" y="17222"/>
                      <a:pt x="8943" y="17416"/>
                      <a:pt x="8380" y="17514"/>
                    </a:cubicBezTo>
                    <a:cubicBezTo>
                      <a:pt x="7786" y="17611"/>
                      <a:pt x="7193" y="17708"/>
                      <a:pt x="6599" y="17903"/>
                    </a:cubicBezTo>
                    <a:cubicBezTo>
                      <a:pt x="6006" y="18000"/>
                      <a:pt x="5413" y="18097"/>
                      <a:pt x="4849" y="18195"/>
                    </a:cubicBezTo>
                    <a:cubicBezTo>
                      <a:pt x="4256" y="18292"/>
                      <a:pt x="3692" y="18389"/>
                      <a:pt x="3098" y="18487"/>
                    </a:cubicBezTo>
                    <a:cubicBezTo>
                      <a:pt x="2772" y="18487"/>
                      <a:pt x="2446" y="18584"/>
                      <a:pt x="2090" y="18584"/>
                    </a:cubicBezTo>
                    <a:cubicBezTo>
                      <a:pt x="1941" y="18584"/>
                      <a:pt x="1823" y="18584"/>
                      <a:pt x="1674" y="18584"/>
                    </a:cubicBezTo>
                    <a:cubicBezTo>
                      <a:pt x="1674" y="18195"/>
                      <a:pt x="1674" y="17708"/>
                      <a:pt x="1674" y="17319"/>
                    </a:cubicBezTo>
                    <a:cubicBezTo>
                      <a:pt x="1674" y="16346"/>
                      <a:pt x="1645" y="15373"/>
                      <a:pt x="1615" y="14400"/>
                    </a:cubicBezTo>
                    <a:cubicBezTo>
                      <a:pt x="1585" y="13427"/>
                      <a:pt x="1556" y="12552"/>
                      <a:pt x="1556" y="11579"/>
                    </a:cubicBezTo>
                    <a:cubicBezTo>
                      <a:pt x="1526" y="10703"/>
                      <a:pt x="1526" y="9730"/>
                      <a:pt x="1526" y="8854"/>
                    </a:cubicBezTo>
                    <a:cubicBezTo>
                      <a:pt x="1526" y="8562"/>
                      <a:pt x="1526" y="8368"/>
                      <a:pt x="1526" y="8076"/>
                    </a:cubicBezTo>
                    <a:cubicBezTo>
                      <a:pt x="1526" y="7784"/>
                      <a:pt x="1526" y="7589"/>
                      <a:pt x="1496" y="7297"/>
                    </a:cubicBezTo>
                    <a:cubicBezTo>
                      <a:pt x="1467" y="7006"/>
                      <a:pt x="1437" y="6714"/>
                      <a:pt x="1407" y="6422"/>
                    </a:cubicBezTo>
                    <a:cubicBezTo>
                      <a:pt x="1348" y="5935"/>
                      <a:pt x="1199" y="5643"/>
                      <a:pt x="1051" y="5643"/>
                    </a:cubicBezTo>
                    <a:cubicBezTo>
                      <a:pt x="962" y="5643"/>
                      <a:pt x="903" y="5643"/>
                      <a:pt x="843" y="5838"/>
                    </a:cubicBezTo>
                    <a:cubicBezTo>
                      <a:pt x="725" y="6032"/>
                      <a:pt x="665" y="6324"/>
                      <a:pt x="636" y="6714"/>
                    </a:cubicBezTo>
                    <a:cubicBezTo>
                      <a:pt x="636" y="6811"/>
                      <a:pt x="606" y="6908"/>
                      <a:pt x="606" y="7006"/>
                    </a:cubicBezTo>
                    <a:cubicBezTo>
                      <a:pt x="606" y="7200"/>
                      <a:pt x="576" y="7492"/>
                      <a:pt x="576" y="7687"/>
                    </a:cubicBezTo>
                    <a:cubicBezTo>
                      <a:pt x="576" y="7881"/>
                      <a:pt x="576" y="7978"/>
                      <a:pt x="576" y="8173"/>
                    </a:cubicBezTo>
                    <a:cubicBezTo>
                      <a:pt x="576" y="8562"/>
                      <a:pt x="576" y="8951"/>
                      <a:pt x="576" y="9341"/>
                    </a:cubicBezTo>
                    <a:cubicBezTo>
                      <a:pt x="576" y="10119"/>
                      <a:pt x="606" y="10897"/>
                      <a:pt x="636" y="11773"/>
                    </a:cubicBezTo>
                    <a:cubicBezTo>
                      <a:pt x="665" y="13135"/>
                      <a:pt x="725" y="14497"/>
                      <a:pt x="784" y="15859"/>
                    </a:cubicBezTo>
                    <a:cubicBezTo>
                      <a:pt x="814" y="16638"/>
                      <a:pt x="814" y="17416"/>
                      <a:pt x="843" y="18195"/>
                    </a:cubicBezTo>
                    <a:cubicBezTo>
                      <a:pt x="843" y="18778"/>
                      <a:pt x="873" y="19362"/>
                      <a:pt x="903" y="19946"/>
                    </a:cubicBezTo>
                    <a:cubicBezTo>
                      <a:pt x="903" y="20043"/>
                      <a:pt x="903" y="20140"/>
                      <a:pt x="903" y="20238"/>
                    </a:cubicBezTo>
                    <a:cubicBezTo>
                      <a:pt x="903" y="20530"/>
                      <a:pt x="962" y="20822"/>
                      <a:pt x="1021" y="21016"/>
                    </a:cubicBezTo>
                    <a:cubicBezTo>
                      <a:pt x="1140" y="21405"/>
                      <a:pt x="1288" y="21600"/>
                      <a:pt x="1467" y="21405"/>
                    </a:cubicBezTo>
                    <a:cubicBezTo>
                      <a:pt x="1467" y="21405"/>
                      <a:pt x="1467" y="21405"/>
                      <a:pt x="1467" y="21405"/>
                    </a:cubicBezTo>
                    <a:cubicBezTo>
                      <a:pt x="1526" y="21405"/>
                      <a:pt x="1585" y="21405"/>
                      <a:pt x="1645" y="21405"/>
                    </a:cubicBezTo>
                    <a:cubicBezTo>
                      <a:pt x="1674" y="21405"/>
                      <a:pt x="1704" y="21405"/>
                      <a:pt x="1734" y="21405"/>
                    </a:cubicBezTo>
                    <a:cubicBezTo>
                      <a:pt x="1882" y="21405"/>
                      <a:pt x="2001" y="21405"/>
                      <a:pt x="2149" y="21405"/>
                    </a:cubicBezTo>
                    <a:cubicBezTo>
                      <a:pt x="2416" y="21405"/>
                      <a:pt x="2713" y="21405"/>
                      <a:pt x="2980" y="21308"/>
                    </a:cubicBezTo>
                    <a:cubicBezTo>
                      <a:pt x="3276" y="21308"/>
                      <a:pt x="3573" y="21211"/>
                      <a:pt x="3840" y="21211"/>
                    </a:cubicBezTo>
                    <a:cubicBezTo>
                      <a:pt x="4137" y="21211"/>
                      <a:pt x="4434" y="21114"/>
                      <a:pt x="4730" y="21016"/>
                    </a:cubicBezTo>
                    <a:cubicBezTo>
                      <a:pt x="5027" y="20919"/>
                      <a:pt x="5324" y="20919"/>
                      <a:pt x="5620" y="20822"/>
                    </a:cubicBezTo>
                    <a:cubicBezTo>
                      <a:pt x="5917" y="20822"/>
                      <a:pt x="6184" y="20725"/>
                      <a:pt x="6481" y="20725"/>
                    </a:cubicBezTo>
                    <a:cubicBezTo>
                      <a:pt x="7074" y="20627"/>
                      <a:pt x="7668" y="20530"/>
                      <a:pt x="8261" y="20335"/>
                    </a:cubicBezTo>
                    <a:cubicBezTo>
                      <a:pt x="8884" y="20238"/>
                      <a:pt x="9507" y="20043"/>
                      <a:pt x="10130" y="19946"/>
                    </a:cubicBezTo>
                    <a:cubicBezTo>
                      <a:pt x="10724" y="19849"/>
                      <a:pt x="11347" y="19752"/>
                      <a:pt x="11940" y="19654"/>
                    </a:cubicBezTo>
                    <a:cubicBezTo>
                      <a:pt x="12504" y="19557"/>
                      <a:pt x="13068" y="19460"/>
                      <a:pt x="13661" y="19460"/>
                    </a:cubicBezTo>
                    <a:cubicBezTo>
                      <a:pt x="14254" y="19362"/>
                      <a:pt x="14848" y="19362"/>
                      <a:pt x="15471" y="19362"/>
                    </a:cubicBezTo>
                    <a:cubicBezTo>
                      <a:pt x="16094" y="19362"/>
                      <a:pt x="16717" y="19265"/>
                      <a:pt x="17340" y="19265"/>
                    </a:cubicBezTo>
                    <a:cubicBezTo>
                      <a:pt x="17607" y="19265"/>
                      <a:pt x="17874" y="19265"/>
                      <a:pt x="18141" y="19265"/>
                    </a:cubicBezTo>
                    <a:cubicBezTo>
                      <a:pt x="18438" y="19265"/>
                      <a:pt x="18735" y="19265"/>
                      <a:pt x="19031" y="19362"/>
                    </a:cubicBezTo>
                    <a:cubicBezTo>
                      <a:pt x="19447" y="19362"/>
                      <a:pt x="19862" y="19460"/>
                      <a:pt x="20278" y="19460"/>
                    </a:cubicBezTo>
                    <a:cubicBezTo>
                      <a:pt x="20485" y="19460"/>
                      <a:pt x="20693" y="19460"/>
                      <a:pt x="20901" y="19460"/>
                    </a:cubicBezTo>
                    <a:cubicBezTo>
                      <a:pt x="20960" y="19460"/>
                      <a:pt x="21049" y="19460"/>
                      <a:pt x="21108" y="19362"/>
                    </a:cubicBezTo>
                    <a:cubicBezTo>
                      <a:pt x="21257" y="19265"/>
                      <a:pt x="21435" y="19070"/>
                      <a:pt x="21494" y="18584"/>
                    </a:cubicBezTo>
                    <a:cubicBezTo>
                      <a:pt x="21524" y="18292"/>
                      <a:pt x="21553" y="18097"/>
                      <a:pt x="21583" y="17806"/>
                    </a:cubicBezTo>
                    <a:cubicBezTo>
                      <a:pt x="21583" y="17611"/>
                      <a:pt x="21583" y="17416"/>
                      <a:pt x="21583" y="17222"/>
                    </a:cubicBezTo>
                    <a:cubicBezTo>
                      <a:pt x="21583" y="17125"/>
                      <a:pt x="21583" y="17027"/>
                      <a:pt x="21583" y="16930"/>
                    </a:cubicBezTo>
                    <a:cubicBezTo>
                      <a:pt x="21553" y="16151"/>
                      <a:pt x="21553" y="15373"/>
                      <a:pt x="21553" y="14595"/>
                    </a:cubicBezTo>
                    <a:cubicBezTo>
                      <a:pt x="21553" y="13622"/>
                      <a:pt x="21553" y="12649"/>
                      <a:pt x="21553" y="11676"/>
                    </a:cubicBezTo>
                    <a:cubicBezTo>
                      <a:pt x="21553" y="10703"/>
                      <a:pt x="21553" y="9730"/>
                      <a:pt x="21553" y="8757"/>
                    </a:cubicBezTo>
                    <a:cubicBezTo>
                      <a:pt x="21553" y="7784"/>
                      <a:pt x="21553" y="6811"/>
                      <a:pt x="21553" y="5935"/>
                    </a:cubicBezTo>
                    <a:cubicBezTo>
                      <a:pt x="21553" y="5643"/>
                      <a:pt x="21553" y="5449"/>
                      <a:pt x="21553" y="5157"/>
                    </a:cubicBezTo>
                    <a:cubicBezTo>
                      <a:pt x="21553" y="4865"/>
                      <a:pt x="21524" y="4476"/>
                      <a:pt x="21524" y="4184"/>
                    </a:cubicBezTo>
                    <a:cubicBezTo>
                      <a:pt x="21494" y="3697"/>
                      <a:pt x="21494" y="3211"/>
                      <a:pt x="21464" y="2822"/>
                    </a:cubicBezTo>
                    <a:cubicBezTo>
                      <a:pt x="21435" y="2335"/>
                      <a:pt x="21405" y="1849"/>
                      <a:pt x="21346" y="1362"/>
                    </a:cubicBezTo>
                    <a:cubicBezTo>
                      <a:pt x="21316" y="1168"/>
                      <a:pt x="21316" y="1070"/>
                      <a:pt x="21286" y="973"/>
                    </a:cubicBezTo>
                    <a:cubicBezTo>
                      <a:pt x="21227" y="681"/>
                      <a:pt x="21197" y="584"/>
                      <a:pt x="21138" y="389"/>
                    </a:cubicBezTo>
                    <a:cubicBezTo>
                      <a:pt x="21019" y="97"/>
                      <a:pt x="20901" y="0"/>
                      <a:pt x="20752" y="0"/>
                    </a:cubicBezTo>
                    <a:cubicBezTo>
                      <a:pt x="20723" y="0"/>
                      <a:pt x="20693" y="0"/>
                      <a:pt x="20663" y="0"/>
                    </a:cubicBezTo>
                    <a:cubicBezTo>
                      <a:pt x="20337" y="0"/>
                      <a:pt x="20248" y="97"/>
                      <a:pt x="20129" y="97"/>
                    </a:cubicBezTo>
                    <a:lnTo>
                      <a:pt x="20129" y="97"/>
                    </a:lnTo>
                    <a:lnTo>
                      <a:pt x="20129" y="97"/>
                    </a:lnTo>
                    <a:close/>
                    <a:moveTo>
                      <a:pt x="20456" y="2724"/>
                    </a:moveTo>
                    <a:cubicBezTo>
                      <a:pt x="20456" y="2724"/>
                      <a:pt x="20456" y="2724"/>
                      <a:pt x="20456" y="2724"/>
                    </a:cubicBezTo>
                    <a:cubicBezTo>
                      <a:pt x="20456" y="2724"/>
                      <a:pt x="20456" y="2724"/>
                      <a:pt x="20456" y="2724"/>
                    </a:cubicBezTo>
                    <a:cubicBezTo>
                      <a:pt x="20456" y="2724"/>
                      <a:pt x="20456" y="2724"/>
                      <a:pt x="20456" y="2724"/>
                    </a:cubicBezTo>
                    <a:cubicBezTo>
                      <a:pt x="20456" y="2724"/>
                      <a:pt x="20456" y="2724"/>
                      <a:pt x="20456" y="2724"/>
                    </a:cubicBezTo>
                    <a:lnTo>
                      <a:pt x="20456" y="2724"/>
                    </a:lnTo>
                    <a:lnTo>
                      <a:pt x="20456" y="2724"/>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17" name="Google Shape;217;ge5669b8a30_1_195"/>
              <p:cNvSpPr/>
              <p:nvPr/>
            </p:nvSpPr>
            <p:spPr>
              <a:xfrm>
                <a:off x="1657350" y="2456218"/>
                <a:ext cx="1896750" cy="567702"/>
              </a:xfrm>
              <a:custGeom>
                <a:rect b="b" l="l" r="r" t="t"/>
                <a:pathLst>
                  <a:path extrusionOk="0" h="21600" w="21600">
                    <a:moveTo>
                      <a:pt x="19502" y="93"/>
                    </a:moveTo>
                    <a:cubicBezTo>
                      <a:pt x="18970" y="0"/>
                      <a:pt x="18438" y="0"/>
                      <a:pt x="17879" y="0"/>
                    </a:cubicBezTo>
                    <a:cubicBezTo>
                      <a:pt x="17375" y="0"/>
                      <a:pt x="16872" y="0"/>
                      <a:pt x="16368" y="0"/>
                    </a:cubicBezTo>
                    <a:cubicBezTo>
                      <a:pt x="15836" y="0"/>
                      <a:pt x="15277" y="0"/>
                      <a:pt x="14745" y="0"/>
                    </a:cubicBezTo>
                    <a:cubicBezTo>
                      <a:pt x="14213" y="0"/>
                      <a:pt x="13710" y="0"/>
                      <a:pt x="13178" y="0"/>
                    </a:cubicBezTo>
                    <a:cubicBezTo>
                      <a:pt x="12675" y="0"/>
                      <a:pt x="12199" y="0"/>
                      <a:pt x="11695" y="0"/>
                    </a:cubicBezTo>
                    <a:cubicBezTo>
                      <a:pt x="10660" y="0"/>
                      <a:pt x="9625" y="187"/>
                      <a:pt x="8618" y="281"/>
                    </a:cubicBezTo>
                    <a:cubicBezTo>
                      <a:pt x="7554" y="374"/>
                      <a:pt x="6519" y="374"/>
                      <a:pt x="5456" y="374"/>
                    </a:cubicBezTo>
                    <a:cubicBezTo>
                      <a:pt x="4924" y="374"/>
                      <a:pt x="4421" y="281"/>
                      <a:pt x="3889" y="281"/>
                    </a:cubicBezTo>
                    <a:cubicBezTo>
                      <a:pt x="3637" y="281"/>
                      <a:pt x="3385" y="187"/>
                      <a:pt x="3162" y="187"/>
                    </a:cubicBezTo>
                    <a:cubicBezTo>
                      <a:pt x="2910" y="187"/>
                      <a:pt x="2630" y="187"/>
                      <a:pt x="2378" y="187"/>
                    </a:cubicBezTo>
                    <a:cubicBezTo>
                      <a:pt x="2098" y="187"/>
                      <a:pt x="1819" y="281"/>
                      <a:pt x="1567" y="374"/>
                    </a:cubicBezTo>
                    <a:cubicBezTo>
                      <a:pt x="1427" y="468"/>
                      <a:pt x="1287" y="561"/>
                      <a:pt x="1147" y="748"/>
                    </a:cubicBezTo>
                    <a:cubicBezTo>
                      <a:pt x="1119" y="842"/>
                      <a:pt x="1063" y="842"/>
                      <a:pt x="1035" y="935"/>
                    </a:cubicBezTo>
                    <a:cubicBezTo>
                      <a:pt x="951" y="1029"/>
                      <a:pt x="867" y="1216"/>
                      <a:pt x="783" y="1403"/>
                    </a:cubicBezTo>
                    <a:cubicBezTo>
                      <a:pt x="699" y="1590"/>
                      <a:pt x="644" y="1870"/>
                      <a:pt x="588" y="2057"/>
                    </a:cubicBezTo>
                    <a:cubicBezTo>
                      <a:pt x="504" y="2338"/>
                      <a:pt x="476" y="2712"/>
                      <a:pt x="420" y="2992"/>
                    </a:cubicBezTo>
                    <a:cubicBezTo>
                      <a:pt x="364" y="3366"/>
                      <a:pt x="336" y="3740"/>
                      <a:pt x="308" y="4114"/>
                    </a:cubicBezTo>
                    <a:cubicBezTo>
                      <a:pt x="280" y="4395"/>
                      <a:pt x="252" y="4769"/>
                      <a:pt x="252" y="5049"/>
                    </a:cubicBezTo>
                    <a:cubicBezTo>
                      <a:pt x="224" y="5423"/>
                      <a:pt x="224" y="5891"/>
                      <a:pt x="196" y="6265"/>
                    </a:cubicBezTo>
                    <a:cubicBezTo>
                      <a:pt x="168" y="7107"/>
                      <a:pt x="140" y="8042"/>
                      <a:pt x="140" y="8883"/>
                    </a:cubicBezTo>
                    <a:cubicBezTo>
                      <a:pt x="140" y="9725"/>
                      <a:pt x="112" y="10566"/>
                      <a:pt x="112" y="11408"/>
                    </a:cubicBezTo>
                    <a:cubicBezTo>
                      <a:pt x="112" y="12249"/>
                      <a:pt x="84" y="13091"/>
                      <a:pt x="84" y="13932"/>
                    </a:cubicBezTo>
                    <a:cubicBezTo>
                      <a:pt x="84" y="14774"/>
                      <a:pt x="56" y="15616"/>
                      <a:pt x="28" y="16457"/>
                    </a:cubicBezTo>
                    <a:cubicBezTo>
                      <a:pt x="28" y="16831"/>
                      <a:pt x="0" y="17299"/>
                      <a:pt x="0" y="17673"/>
                    </a:cubicBezTo>
                    <a:cubicBezTo>
                      <a:pt x="0" y="17953"/>
                      <a:pt x="0" y="18234"/>
                      <a:pt x="28" y="18514"/>
                    </a:cubicBezTo>
                    <a:cubicBezTo>
                      <a:pt x="56" y="18888"/>
                      <a:pt x="112" y="19169"/>
                      <a:pt x="168" y="19449"/>
                    </a:cubicBezTo>
                    <a:cubicBezTo>
                      <a:pt x="196" y="19543"/>
                      <a:pt x="252" y="19730"/>
                      <a:pt x="280" y="19823"/>
                    </a:cubicBezTo>
                    <a:cubicBezTo>
                      <a:pt x="308" y="19917"/>
                      <a:pt x="336" y="20010"/>
                      <a:pt x="364" y="20010"/>
                    </a:cubicBezTo>
                    <a:cubicBezTo>
                      <a:pt x="392" y="20104"/>
                      <a:pt x="420" y="20104"/>
                      <a:pt x="448" y="20197"/>
                    </a:cubicBezTo>
                    <a:cubicBezTo>
                      <a:pt x="504" y="20291"/>
                      <a:pt x="588" y="20384"/>
                      <a:pt x="644" y="20478"/>
                    </a:cubicBezTo>
                    <a:cubicBezTo>
                      <a:pt x="895" y="20852"/>
                      <a:pt x="1147" y="20946"/>
                      <a:pt x="1399" y="21133"/>
                    </a:cubicBezTo>
                    <a:cubicBezTo>
                      <a:pt x="1539" y="21226"/>
                      <a:pt x="1651" y="21226"/>
                      <a:pt x="1791" y="21320"/>
                    </a:cubicBezTo>
                    <a:cubicBezTo>
                      <a:pt x="1903" y="21413"/>
                      <a:pt x="2042" y="21413"/>
                      <a:pt x="2154" y="21413"/>
                    </a:cubicBezTo>
                    <a:cubicBezTo>
                      <a:pt x="2266" y="21413"/>
                      <a:pt x="2378" y="21507"/>
                      <a:pt x="2490" y="21507"/>
                    </a:cubicBezTo>
                    <a:cubicBezTo>
                      <a:pt x="2630" y="21507"/>
                      <a:pt x="2770" y="21600"/>
                      <a:pt x="2882" y="21600"/>
                    </a:cubicBezTo>
                    <a:cubicBezTo>
                      <a:pt x="3050" y="21600"/>
                      <a:pt x="3190" y="21600"/>
                      <a:pt x="3358" y="21600"/>
                    </a:cubicBezTo>
                    <a:cubicBezTo>
                      <a:pt x="3581" y="21600"/>
                      <a:pt x="3833" y="21600"/>
                      <a:pt x="4057" y="21600"/>
                    </a:cubicBezTo>
                    <a:cubicBezTo>
                      <a:pt x="4617" y="21600"/>
                      <a:pt x="5148" y="21600"/>
                      <a:pt x="5708" y="21507"/>
                    </a:cubicBezTo>
                    <a:cubicBezTo>
                      <a:pt x="5932" y="21507"/>
                      <a:pt x="6183" y="21507"/>
                      <a:pt x="6407" y="21413"/>
                    </a:cubicBezTo>
                    <a:cubicBezTo>
                      <a:pt x="6687" y="21413"/>
                      <a:pt x="6967" y="21320"/>
                      <a:pt x="7275" y="21320"/>
                    </a:cubicBezTo>
                    <a:cubicBezTo>
                      <a:pt x="7778" y="21226"/>
                      <a:pt x="8282" y="21226"/>
                      <a:pt x="8813" y="21226"/>
                    </a:cubicBezTo>
                    <a:cubicBezTo>
                      <a:pt x="9317" y="21226"/>
                      <a:pt x="9821" y="21133"/>
                      <a:pt x="10324" y="21039"/>
                    </a:cubicBezTo>
                    <a:cubicBezTo>
                      <a:pt x="10856" y="21039"/>
                      <a:pt x="11388" y="20946"/>
                      <a:pt x="11919" y="20946"/>
                    </a:cubicBezTo>
                    <a:cubicBezTo>
                      <a:pt x="12171" y="20946"/>
                      <a:pt x="12395" y="20946"/>
                      <a:pt x="12647" y="20946"/>
                    </a:cubicBezTo>
                    <a:cubicBezTo>
                      <a:pt x="12926" y="20946"/>
                      <a:pt x="13206" y="20946"/>
                      <a:pt x="13458" y="20946"/>
                    </a:cubicBezTo>
                    <a:cubicBezTo>
                      <a:pt x="13962" y="20946"/>
                      <a:pt x="14493" y="20946"/>
                      <a:pt x="14997" y="20852"/>
                    </a:cubicBezTo>
                    <a:cubicBezTo>
                      <a:pt x="15501" y="20759"/>
                      <a:pt x="16032" y="20759"/>
                      <a:pt x="16536" y="20665"/>
                    </a:cubicBezTo>
                    <a:cubicBezTo>
                      <a:pt x="17039" y="20665"/>
                      <a:pt x="17571" y="20572"/>
                      <a:pt x="18075" y="20665"/>
                    </a:cubicBezTo>
                    <a:cubicBezTo>
                      <a:pt x="18326" y="20665"/>
                      <a:pt x="18578" y="20665"/>
                      <a:pt x="18830" y="20759"/>
                    </a:cubicBezTo>
                    <a:cubicBezTo>
                      <a:pt x="19110" y="20759"/>
                      <a:pt x="19390" y="20852"/>
                      <a:pt x="19641" y="20759"/>
                    </a:cubicBezTo>
                    <a:cubicBezTo>
                      <a:pt x="19753" y="20759"/>
                      <a:pt x="19865" y="20665"/>
                      <a:pt x="19977" y="20572"/>
                    </a:cubicBezTo>
                    <a:cubicBezTo>
                      <a:pt x="20089" y="20478"/>
                      <a:pt x="20173" y="20384"/>
                      <a:pt x="20285" y="20291"/>
                    </a:cubicBezTo>
                    <a:cubicBezTo>
                      <a:pt x="20369" y="20198"/>
                      <a:pt x="20481" y="19917"/>
                      <a:pt x="20565" y="19730"/>
                    </a:cubicBezTo>
                    <a:cubicBezTo>
                      <a:pt x="20593" y="19637"/>
                      <a:pt x="20649" y="19543"/>
                      <a:pt x="20677" y="19449"/>
                    </a:cubicBezTo>
                    <a:cubicBezTo>
                      <a:pt x="20761" y="19169"/>
                      <a:pt x="20845" y="18888"/>
                      <a:pt x="20929" y="18608"/>
                    </a:cubicBezTo>
                    <a:cubicBezTo>
                      <a:pt x="20984" y="18421"/>
                      <a:pt x="21012" y="18234"/>
                      <a:pt x="21040" y="18047"/>
                    </a:cubicBezTo>
                    <a:cubicBezTo>
                      <a:pt x="21124" y="17579"/>
                      <a:pt x="21180" y="17112"/>
                      <a:pt x="21264" y="16738"/>
                    </a:cubicBezTo>
                    <a:cubicBezTo>
                      <a:pt x="21320" y="16364"/>
                      <a:pt x="21348" y="15896"/>
                      <a:pt x="21404" y="15522"/>
                    </a:cubicBezTo>
                    <a:cubicBezTo>
                      <a:pt x="21460" y="14961"/>
                      <a:pt x="21488" y="14494"/>
                      <a:pt x="21516" y="13933"/>
                    </a:cubicBezTo>
                    <a:cubicBezTo>
                      <a:pt x="21544" y="13559"/>
                      <a:pt x="21544" y="13185"/>
                      <a:pt x="21572" y="12717"/>
                    </a:cubicBezTo>
                    <a:cubicBezTo>
                      <a:pt x="21600" y="12250"/>
                      <a:pt x="21600" y="11875"/>
                      <a:pt x="21600" y="11408"/>
                    </a:cubicBezTo>
                    <a:cubicBezTo>
                      <a:pt x="21600" y="10847"/>
                      <a:pt x="21600" y="10192"/>
                      <a:pt x="21600" y="9631"/>
                    </a:cubicBezTo>
                    <a:cubicBezTo>
                      <a:pt x="21600" y="9070"/>
                      <a:pt x="21600" y="8416"/>
                      <a:pt x="21600" y="7855"/>
                    </a:cubicBezTo>
                    <a:cubicBezTo>
                      <a:pt x="21600" y="7107"/>
                      <a:pt x="21572" y="6452"/>
                      <a:pt x="21544" y="5704"/>
                    </a:cubicBezTo>
                    <a:cubicBezTo>
                      <a:pt x="21516" y="5143"/>
                      <a:pt x="21516" y="4675"/>
                      <a:pt x="21488" y="4114"/>
                    </a:cubicBezTo>
                    <a:cubicBezTo>
                      <a:pt x="21488" y="3834"/>
                      <a:pt x="21488" y="3647"/>
                      <a:pt x="21488" y="3366"/>
                    </a:cubicBezTo>
                    <a:cubicBezTo>
                      <a:pt x="21488" y="3179"/>
                      <a:pt x="21488" y="3086"/>
                      <a:pt x="21488" y="2899"/>
                    </a:cubicBezTo>
                    <a:cubicBezTo>
                      <a:pt x="21488" y="2712"/>
                      <a:pt x="21488" y="2525"/>
                      <a:pt x="21460" y="2338"/>
                    </a:cubicBezTo>
                    <a:cubicBezTo>
                      <a:pt x="21432" y="2057"/>
                      <a:pt x="21404" y="1870"/>
                      <a:pt x="21376" y="1683"/>
                    </a:cubicBezTo>
                    <a:cubicBezTo>
                      <a:pt x="21376" y="1683"/>
                      <a:pt x="21376" y="1590"/>
                      <a:pt x="21348" y="1590"/>
                    </a:cubicBezTo>
                    <a:cubicBezTo>
                      <a:pt x="21292" y="1403"/>
                      <a:pt x="21236" y="1216"/>
                      <a:pt x="21180" y="1216"/>
                    </a:cubicBezTo>
                    <a:cubicBezTo>
                      <a:pt x="21124" y="1122"/>
                      <a:pt x="21068" y="1122"/>
                      <a:pt x="20984" y="1216"/>
                    </a:cubicBezTo>
                    <a:cubicBezTo>
                      <a:pt x="20956" y="1216"/>
                      <a:pt x="20929" y="1216"/>
                      <a:pt x="20929" y="1309"/>
                    </a:cubicBezTo>
                    <a:cubicBezTo>
                      <a:pt x="20901" y="1309"/>
                      <a:pt x="20901" y="1216"/>
                      <a:pt x="20873" y="1216"/>
                    </a:cubicBezTo>
                    <a:cubicBezTo>
                      <a:pt x="20817" y="1122"/>
                      <a:pt x="20761" y="1029"/>
                      <a:pt x="20705" y="935"/>
                    </a:cubicBezTo>
                    <a:cubicBezTo>
                      <a:pt x="20649" y="842"/>
                      <a:pt x="20593" y="842"/>
                      <a:pt x="20537" y="748"/>
                    </a:cubicBezTo>
                    <a:cubicBezTo>
                      <a:pt x="20453" y="655"/>
                      <a:pt x="20397" y="655"/>
                      <a:pt x="20313" y="561"/>
                    </a:cubicBezTo>
                    <a:cubicBezTo>
                      <a:pt x="20229" y="468"/>
                      <a:pt x="20173" y="468"/>
                      <a:pt x="20089" y="468"/>
                    </a:cubicBezTo>
                    <a:cubicBezTo>
                      <a:pt x="20033" y="468"/>
                      <a:pt x="19977" y="374"/>
                      <a:pt x="19921" y="374"/>
                    </a:cubicBezTo>
                    <a:cubicBezTo>
                      <a:pt x="19865" y="374"/>
                      <a:pt x="19781" y="374"/>
                      <a:pt x="19725" y="281"/>
                    </a:cubicBezTo>
                    <a:cubicBezTo>
                      <a:pt x="19669" y="187"/>
                      <a:pt x="19585" y="93"/>
                      <a:pt x="19502" y="93"/>
                    </a:cubicBezTo>
                    <a:lnTo>
                      <a:pt x="19502" y="93"/>
                    </a:lnTo>
                    <a:lnTo>
                      <a:pt x="19502" y="93"/>
                    </a:lnTo>
                    <a:close/>
                    <a:moveTo>
                      <a:pt x="3553" y="2338"/>
                    </a:moveTo>
                    <a:cubicBezTo>
                      <a:pt x="4085" y="2431"/>
                      <a:pt x="4589" y="2431"/>
                      <a:pt x="5120" y="2525"/>
                    </a:cubicBezTo>
                    <a:cubicBezTo>
                      <a:pt x="6127" y="2618"/>
                      <a:pt x="7163" y="2618"/>
                      <a:pt x="8170" y="2525"/>
                    </a:cubicBezTo>
                    <a:cubicBezTo>
                      <a:pt x="8674" y="2525"/>
                      <a:pt x="9205" y="2431"/>
                      <a:pt x="9709" y="2338"/>
                    </a:cubicBezTo>
                    <a:cubicBezTo>
                      <a:pt x="10240" y="2244"/>
                      <a:pt x="10744" y="2151"/>
                      <a:pt x="11276" y="2151"/>
                    </a:cubicBezTo>
                    <a:cubicBezTo>
                      <a:pt x="11835" y="2151"/>
                      <a:pt x="12367" y="2151"/>
                      <a:pt x="12926" y="2057"/>
                    </a:cubicBezTo>
                    <a:cubicBezTo>
                      <a:pt x="13458" y="2057"/>
                      <a:pt x="13962" y="1964"/>
                      <a:pt x="14493" y="1964"/>
                    </a:cubicBezTo>
                    <a:cubicBezTo>
                      <a:pt x="15528" y="1870"/>
                      <a:pt x="16564" y="1964"/>
                      <a:pt x="17599" y="1777"/>
                    </a:cubicBezTo>
                    <a:cubicBezTo>
                      <a:pt x="18131" y="1683"/>
                      <a:pt x="18662" y="1683"/>
                      <a:pt x="19194" y="1590"/>
                    </a:cubicBezTo>
                    <a:cubicBezTo>
                      <a:pt x="19446" y="1590"/>
                      <a:pt x="19697" y="1496"/>
                      <a:pt x="19949" y="1496"/>
                    </a:cubicBezTo>
                    <a:cubicBezTo>
                      <a:pt x="20201" y="1496"/>
                      <a:pt x="20453" y="1496"/>
                      <a:pt x="20705" y="1403"/>
                    </a:cubicBezTo>
                    <a:cubicBezTo>
                      <a:pt x="20705" y="1403"/>
                      <a:pt x="20733" y="1403"/>
                      <a:pt x="20733" y="1403"/>
                    </a:cubicBezTo>
                    <a:cubicBezTo>
                      <a:pt x="20677" y="1590"/>
                      <a:pt x="20649" y="1777"/>
                      <a:pt x="20649" y="2057"/>
                    </a:cubicBezTo>
                    <a:cubicBezTo>
                      <a:pt x="20621" y="2431"/>
                      <a:pt x="20621" y="2899"/>
                      <a:pt x="20621" y="3366"/>
                    </a:cubicBezTo>
                    <a:cubicBezTo>
                      <a:pt x="20621" y="4675"/>
                      <a:pt x="20705" y="5984"/>
                      <a:pt x="20733" y="7294"/>
                    </a:cubicBezTo>
                    <a:cubicBezTo>
                      <a:pt x="20733" y="8322"/>
                      <a:pt x="20733" y="9444"/>
                      <a:pt x="20733" y="10473"/>
                    </a:cubicBezTo>
                    <a:cubicBezTo>
                      <a:pt x="20733" y="11034"/>
                      <a:pt x="20733" y="11501"/>
                      <a:pt x="20705" y="12062"/>
                    </a:cubicBezTo>
                    <a:cubicBezTo>
                      <a:pt x="20677" y="12623"/>
                      <a:pt x="20677" y="13091"/>
                      <a:pt x="20621" y="13652"/>
                    </a:cubicBezTo>
                    <a:cubicBezTo>
                      <a:pt x="20565" y="14400"/>
                      <a:pt x="20509" y="15148"/>
                      <a:pt x="20397" y="15803"/>
                    </a:cubicBezTo>
                    <a:cubicBezTo>
                      <a:pt x="20341" y="16177"/>
                      <a:pt x="20285" y="16457"/>
                      <a:pt x="20201" y="16738"/>
                    </a:cubicBezTo>
                    <a:cubicBezTo>
                      <a:pt x="20145" y="16925"/>
                      <a:pt x="20089" y="17112"/>
                      <a:pt x="20033" y="17299"/>
                    </a:cubicBezTo>
                    <a:cubicBezTo>
                      <a:pt x="20005" y="17392"/>
                      <a:pt x="19949" y="17486"/>
                      <a:pt x="19921" y="17486"/>
                    </a:cubicBezTo>
                    <a:cubicBezTo>
                      <a:pt x="19781" y="17579"/>
                      <a:pt x="19669" y="17673"/>
                      <a:pt x="19530" y="17673"/>
                    </a:cubicBezTo>
                    <a:cubicBezTo>
                      <a:pt x="19306" y="17673"/>
                      <a:pt x="19110" y="17673"/>
                      <a:pt x="18886" y="17673"/>
                    </a:cubicBezTo>
                    <a:cubicBezTo>
                      <a:pt x="18634" y="17673"/>
                      <a:pt x="18382" y="17673"/>
                      <a:pt x="18131" y="17673"/>
                    </a:cubicBezTo>
                    <a:cubicBezTo>
                      <a:pt x="17599" y="17673"/>
                      <a:pt x="17067" y="17673"/>
                      <a:pt x="16536" y="17766"/>
                    </a:cubicBezTo>
                    <a:cubicBezTo>
                      <a:pt x="16032" y="17860"/>
                      <a:pt x="15501" y="17953"/>
                      <a:pt x="14997" y="17953"/>
                    </a:cubicBezTo>
                    <a:cubicBezTo>
                      <a:pt x="14493" y="18047"/>
                      <a:pt x="14018" y="18047"/>
                      <a:pt x="13514" y="18047"/>
                    </a:cubicBezTo>
                    <a:cubicBezTo>
                      <a:pt x="12982" y="18047"/>
                      <a:pt x="12451" y="18047"/>
                      <a:pt x="11919" y="18047"/>
                    </a:cubicBezTo>
                    <a:cubicBezTo>
                      <a:pt x="11388" y="18047"/>
                      <a:pt x="10856" y="18047"/>
                      <a:pt x="10352" y="18140"/>
                    </a:cubicBezTo>
                    <a:cubicBezTo>
                      <a:pt x="9849" y="18140"/>
                      <a:pt x="9373" y="18234"/>
                      <a:pt x="8869" y="18327"/>
                    </a:cubicBezTo>
                    <a:cubicBezTo>
                      <a:pt x="8366" y="18327"/>
                      <a:pt x="7834" y="18421"/>
                      <a:pt x="7331" y="18514"/>
                    </a:cubicBezTo>
                    <a:cubicBezTo>
                      <a:pt x="6799" y="18608"/>
                      <a:pt x="6295" y="18701"/>
                      <a:pt x="5764" y="18701"/>
                    </a:cubicBezTo>
                    <a:cubicBezTo>
                      <a:pt x="5204" y="18701"/>
                      <a:pt x="4673" y="18795"/>
                      <a:pt x="4113" y="18795"/>
                    </a:cubicBezTo>
                    <a:cubicBezTo>
                      <a:pt x="3889" y="18795"/>
                      <a:pt x="3693" y="18795"/>
                      <a:pt x="3469" y="18795"/>
                    </a:cubicBezTo>
                    <a:cubicBezTo>
                      <a:pt x="3330" y="18795"/>
                      <a:pt x="3162" y="18795"/>
                      <a:pt x="3022" y="18795"/>
                    </a:cubicBezTo>
                    <a:cubicBezTo>
                      <a:pt x="2910" y="18795"/>
                      <a:pt x="2798" y="18795"/>
                      <a:pt x="2686" y="18795"/>
                    </a:cubicBezTo>
                    <a:cubicBezTo>
                      <a:pt x="2574" y="18795"/>
                      <a:pt x="2490" y="18795"/>
                      <a:pt x="2378" y="18701"/>
                    </a:cubicBezTo>
                    <a:cubicBezTo>
                      <a:pt x="2322" y="18701"/>
                      <a:pt x="2294" y="18701"/>
                      <a:pt x="2238" y="18701"/>
                    </a:cubicBezTo>
                    <a:cubicBezTo>
                      <a:pt x="2154" y="18701"/>
                      <a:pt x="2070" y="18701"/>
                      <a:pt x="1987" y="18608"/>
                    </a:cubicBezTo>
                    <a:cubicBezTo>
                      <a:pt x="1847" y="18514"/>
                      <a:pt x="1735" y="18514"/>
                      <a:pt x="1595" y="18421"/>
                    </a:cubicBezTo>
                    <a:cubicBezTo>
                      <a:pt x="1539" y="18421"/>
                      <a:pt x="1483" y="18327"/>
                      <a:pt x="1455" y="18327"/>
                    </a:cubicBezTo>
                    <a:cubicBezTo>
                      <a:pt x="1399" y="18327"/>
                      <a:pt x="1343" y="18234"/>
                      <a:pt x="1287" y="18234"/>
                    </a:cubicBezTo>
                    <a:cubicBezTo>
                      <a:pt x="1147" y="18140"/>
                      <a:pt x="979" y="17953"/>
                      <a:pt x="839" y="17766"/>
                    </a:cubicBezTo>
                    <a:cubicBezTo>
                      <a:pt x="811" y="17673"/>
                      <a:pt x="783" y="17673"/>
                      <a:pt x="755" y="17579"/>
                    </a:cubicBezTo>
                    <a:cubicBezTo>
                      <a:pt x="755" y="17579"/>
                      <a:pt x="755" y="17579"/>
                      <a:pt x="755" y="17579"/>
                    </a:cubicBezTo>
                    <a:cubicBezTo>
                      <a:pt x="755" y="17205"/>
                      <a:pt x="783" y="16831"/>
                      <a:pt x="783" y="16457"/>
                    </a:cubicBezTo>
                    <a:cubicBezTo>
                      <a:pt x="783" y="16083"/>
                      <a:pt x="811" y="15709"/>
                      <a:pt x="811" y="15242"/>
                    </a:cubicBezTo>
                    <a:cubicBezTo>
                      <a:pt x="839" y="14400"/>
                      <a:pt x="839" y="13559"/>
                      <a:pt x="839" y="12623"/>
                    </a:cubicBezTo>
                    <a:cubicBezTo>
                      <a:pt x="867" y="10940"/>
                      <a:pt x="867" y="9257"/>
                      <a:pt x="895" y="7574"/>
                    </a:cubicBezTo>
                    <a:cubicBezTo>
                      <a:pt x="895" y="7107"/>
                      <a:pt x="923" y="6546"/>
                      <a:pt x="923" y="6078"/>
                    </a:cubicBezTo>
                    <a:cubicBezTo>
                      <a:pt x="923" y="5611"/>
                      <a:pt x="951" y="5236"/>
                      <a:pt x="979" y="4769"/>
                    </a:cubicBezTo>
                    <a:cubicBezTo>
                      <a:pt x="1007" y="4301"/>
                      <a:pt x="1035" y="3927"/>
                      <a:pt x="1091" y="3553"/>
                    </a:cubicBezTo>
                    <a:cubicBezTo>
                      <a:pt x="1119" y="3366"/>
                      <a:pt x="1147" y="3273"/>
                      <a:pt x="1175" y="3086"/>
                    </a:cubicBezTo>
                    <a:cubicBezTo>
                      <a:pt x="1203" y="2992"/>
                      <a:pt x="1231" y="2899"/>
                      <a:pt x="1259" y="2899"/>
                    </a:cubicBezTo>
                    <a:cubicBezTo>
                      <a:pt x="1315" y="2805"/>
                      <a:pt x="1371" y="2712"/>
                      <a:pt x="1427" y="2618"/>
                    </a:cubicBezTo>
                    <a:cubicBezTo>
                      <a:pt x="1539" y="2525"/>
                      <a:pt x="1651" y="2431"/>
                      <a:pt x="1763" y="2338"/>
                    </a:cubicBezTo>
                    <a:cubicBezTo>
                      <a:pt x="1875" y="2244"/>
                      <a:pt x="1987" y="2244"/>
                      <a:pt x="2098" y="2244"/>
                    </a:cubicBezTo>
                    <a:cubicBezTo>
                      <a:pt x="2602" y="2244"/>
                      <a:pt x="3078" y="2338"/>
                      <a:pt x="3553" y="2338"/>
                    </a:cubicBezTo>
                    <a:lnTo>
                      <a:pt x="3553" y="2338"/>
                    </a:lnTo>
                    <a:lnTo>
                      <a:pt x="3553" y="2338"/>
                    </a:lnTo>
                    <a:close/>
                    <a:moveTo>
                      <a:pt x="20425" y="15803"/>
                    </a:moveTo>
                    <a:cubicBezTo>
                      <a:pt x="20425" y="15896"/>
                      <a:pt x="20425" y="15896"/>
                      <a:pt x="20425" y="15803"/>
                    </a:cubicBezTo>
                    <a:cubicBezTo>
                      <a:pt x="20425" y="15896"/>
                      <a:pt x="20425" y="15896"/>
                      <a:pt x="20425" y="15803"/>
                    </a:cubicBezTo>
                    <a:lnTo>
                      <a:pt x="20425" y="15803"/>
                    </a:lnTo>
                    <a:lnTo>
                      <a:pt x="20425" y="15803"/>
                    </a:lnTo>
                    <a:close/>
                    <a:moveTo>
                      <a:pt x="20397" y="16177"/>
                    </a:moveTo>
                    <a:cubicBezTo>
                      <a:pt x="20369" y="16177"/>
                      <a:pt x="20369" y="16177"/>
                      <a:pt x="20397" y="16177"/>
                    </a:cubicBezTo>
                    <a:cubicBezTo>
                      <a:pt x="20369" y="16270"/>
                      <a:pt x="20369" y="16270"/>
                      <a:pt x="20397" y="16177"/>
                    </a:cubicBezTo>
                    <a:cubicBezTo>
                      <a:pt x="20369" y="16177"/>
                      <a:pt x="20369" y="16177"/>
                      <a:pt x="20397" y="16177"/>
                    </a:cubicBezTo>
                    <a:lnTo>
                      <a:pt x="20397" y="16177"/>
                    </a:lnTo>
                    <a:lnTo>
                      <a:pt x="20397" y="16177"/>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18" name="Google Shape;218;ge5669b8a30_1_195"/>
              <p:cNvSpPr/>
              <p:nvPr/>
            </p:nvSpPr>
            <p:spPr>
              <a:xfrm>
                <a:off x="1657350" y="4003568"/>
                <a:ext cx="1896750" cy="567702"/>
              </a:xfrm>
              <a:custGeom>
                <a:rect b="b" l="l" r="r" t="t"/>
                <a:pathLst>
                  <a:path extrusionOk="0" h="21600" w="21600">
                    <a:moveTo>
                      <a:pt x="2098" y="21507"/>
                    </a:moveTo>
                    <a:cubicBezTo>
                      <a:pt x="2630" y="21600"/>
                      <a:pt x="3162" y="21600"/>
                      <a:pt x="3721" y="21600"/>
                    </a:cubicBezTo>
                    <a:cubicBezTo>
                      <a:pt x="4225" y="21600"/>
                      <a:pt x="4729" y="21600"/>
                      <a:pt x="5232" y="21600"/>
                    </a:cubicBezTo>
                    <a:cubicBezTo>
                      <a:pt x="5764" y="21600"/>
                      <a:pt x="6323" y="21600"/>
                      <a:pt x="6855" y="21600"/>
                    </a:cubicBezTo>
                    <a:cubicBezTo>
                      <a:pt x="7387" y="21600"/>
                      <a:pt x="7890" y="21600"/>
                      <a:pt x="8422" y="21600"/>
                    </a:cubicBezTo>
                    <a:cubicBezTo>
                      <a:pt x="8925" y="21600"/>
                      <a:pt x="9401" y="21600"/>
                      <a:pt x="9905" y="21600"/>
                    </a:cubicBezTo>
                    <a:cubicBezTo>
                      <a:pt x="10940" y="21600"/>
                      <a:pt x="11975" y="21413"/>
                      <a:pt x="12982" y="21319"/>
                    </a:cubicBezTo>
                    <a:cubicBezTo>
                      <a:pt x="14046" y="21226"/>
                      <a:pt x="15081" y="21226"/>
                      <a:pt x="16144" y="21226"/>
                    </a:cubicBezTo>
                    <a:cubicBezTo>
                      <a:pt x="16676" y="21226"/>
                      <a:pt x="17179" y="21319"/>
                      <a:pt x="17711" y="21319"/>
                    </a:cubicBezTo>
                    <a:cubicBezTo>
                      <a:pt x="17963" y="21319"/>
                      <a:pt x="18215" y="21413"/>
                      <a:pt x="18438" y="21413"/>
                    </a:cubicBezTo>
                    <a:cubicBezTo>
                      <a:pt x="18690" y="21413"/>
                      <a:pt x="18970" y="21413"/>
                      <a:pt x="19222" y="21413"/>
                    </a:cubicBezTo>
                    <a:cubicBezTo>
                      <a:pt x="19502" y="21413"/>
                      <a:pt x="19781" y="21319"/>
                      <a:pt x="20033" y="21226"/>
                    </a:cubicBezTo>
                    <a:cubicBezTo>
                      <a:pt x="20173" y="21132"/>
                      <a:pt x="20313" y="21039"/>
                      <a:pt x="20453" y="20852"/>
                    </a:cubicBezTo>
                    <a:cubicBezTo>
                      <a:pt x="20481" y="20758"/>
                      <a:pt x="20537" y="20758"/>
                      <a:pt x="20565" y="20665"/>
                    </a:cubicBezTo>
                    <a:cubicBezTo>
                      <a:pt x="20649" y="20571"/>
                      <a:pt x="20733" y="20384"/>
                      <a:pt x="20817" y="20197"/>
                    </a:cubicBezTo>
                    <a:cubicBezTo>
                      <a:pt x="20901" y="20010"/>
                      <a:pt x="20956" y="19730"/>
                      <a:pt x="21012" y="19543"/>
                    </a:cubicBezTo>
                    <a:cubicBezTo>
                      <a:pt x="21096" y="19262"/>
                      <a:pt x="21124" y="18888"/>
                      <a:pt x="21180" y="18608"/>
                    </a:cubicBezTo>
                    <a:cubicBezTo>
                      <a:pt x="21236" y="18234"/>
                      <a:pt x="21264" y="17860"/>
                      <a:pt x="21292" y="17486"/>
                    </a:cubicBezTo>
                    <a:cubicBezTo>
                      <a:pt x="21320" y="17205"/>
                      <a:pt x="21348" y="16831"/>
                      <a:pt x="21348" y="16551"/>
                    </a:cubicBezTo>
                    <a:cubicBezTo>
                      <a:pt x="21376" y="16177"/>
                      <a:pt x="21376" y="15709"/>
                      <a:pt x="21404" y="15335"/>
                    </a:cubicBezTo>
                    <a:cubicBezTo>
                      <a:pt x="21432" y="14493"/>
                      <a:pt x="21460" y="13558"/>
                      <a:pt x="21460" y="12717"/>
                    </a:cubicBezTo>
                    <a:cubicBezTo>
                      <a:pt x="21460" y="11875"/>
                      <a:pt x="21488" y="11034"/>
                      <a:pt x="21488" y="10192"/>
                    </a:cubicBezTo>
                    <a:cubicBezTo>
                      <a:pt x="21488" y="9351"/>
                      <a:pt x="21516" y="8509"/>
                      <a:pt x="21516" y="7667"/>
                    </a:cubicBezTo>
                    <a:cubicBezTo>
                      <a:pt x="21516" y="6826"/>
                      <a:pt x="21544" y="5984"/>
                      <a:pt x="21572" y="5143"/>
                    </a:cubicBezTo>
                    <a:cubicBezTo>
                      <a:pt x="21572" y="4769"/>
                      <a:pt x="21600" y="4301"/>
                      <a:pt x="21600" y="3927"/>
                    </a:cubicBezTo>
                    <a:cubicBezTo>
                      <a:pt x="21600" y="3647"/>
                      <a:pt x="21600" y="3366"/>
                      <a:pt x="21572" y="3086"/>
                    </a:cubicBezTo>
                    <a:cubicBezTo>
                      <a:pt x="21544" y="2712"/>
                      <a:pt x="21488" y="2431"/>
                      <a:pt x="21432" y="2150"/>
                    </a:cubicBezTo>
                    <a:cubicBezTo>
                      <a:pt x="21404" y="2057"/>
                      <a:pt x="21348" y="1870"/>
                      <a:pt x="21320" y="1776"/>
                    </a:cubicBezTo>
                    <a:cubicBezTo>
                      <a:pt x="21292" y="1683"/>
                      <a:pt x="21264" y="1589"/>
                      <a:pt x="21236" y="1589"/>
                    </a:cubicBezTo>
                    <a:cubicBezTo>
                      <a:pt x="21208" y="1496"/>
                      <a:pt x="21180" y="1496"/>
                      <a:pt x="21152" y="1402"/>
                    </a:cubicBezTo>
                    <a:cubicBezTo>
                      <a:pt x="21096" y="1309"/>
                      <a:pt x="21012" y="1216"/>
                      <a:pt x="20956" y="1122"/>
                    </a:cubicBezTo>
                    <a:cubicBezTo>
                      <a:pt x="20705" y="748"/>
                      <a:pt x="20453" y="654"/>
                      <a:pt x="20201" y="467"/>
                    </a:cubicBezTo>
                    <a:cubicBezTo>
                      <a:pt x="20061" y="374"/>
                      <a:pt x="19949" y="374"/>
                      <a:pt x="19809" y="280"/>
                    </a:cubicBezTo>
                    <a:cubicBezTo>
                      <a:pt x="19697" y="187"/>
                      <a:pt x="19558" y="187"/>
                      <a:pt x="19446" y="187"/>
                    </a:cubicBezTo>
                    <a:cubicBezTo>
                      <a:pt x="19334" y="187"/>
                      <a:pt x="19222" y="93"/>
                      <a:pt x="19110" y="93"/>
                    </a:cubicBezTo>
                    <a:cubicBezTo>
                      <a:pt x="18970" y="93"/>
                      <a:pt x="18830" y="0"/>
                      <a:pt x="18718" y="0"/>
                    </a:cubicBezTo>
                    <a:cubicBezTo>
                      <a:pt x="18550" y="0"/>
                      <a:pt x="18410" y="0"/>
                      <a:pt x="18242" y="0"/>
                    </a:cubicBezTo>
                    <a:cubicBezTo>
                      <a:pt x="18019" y="0"/>
                      <a:pt x="17767" y="0"/>
                      <a:pt x="17543" y="0"/>
                    </a:cubicBezTo>
                    <a:cubicBezTo>
                      <a:pt x="16983" y="0"/>
                      <a:pt x="16452" y="0"/>
                      <a:pt x="15892" y="93"/>
                    </a:cubicBezTo>
                    <a:cubicBezTo>
                      <a:pt x="15668" y="93"/>
                      <a:pt x="15417" y="93"/>
                      <a:pt x="15193" y="187"/>
                    </a:cubicBezTo>
                    <a:cubicBezTo>
                      <a:pt x="14913" y="187"/>
                      <a:pt x="14633" y="280"/>
                      <a:pt x="14325" y="280"/>
                    </a:cubicBezTo>
                    <a:cubicBezTo>
                      <a:pt x="13822" y="374"/>
                      <a:pt x="13318" y="374"/>
                      <a:pt x="12787" y="374"/>
                    </a:cubicBezTo>
                    <a:cubicBezTo>
                      <a:pt x="12283" y="374"/>
                      <a:pt x="11779" y="467"/>
                      <a:pt x="11276" y="561"/>
                    </a:cubicBezTo>
                    <a:cubicBezTo>
                      <a:pt x="10744" y="561"/>
                      <a:pt x="10212" y="654"/>
                      <a:pt x="9681" y="654"/>
                    </a:cubicBezTo>
                    <a:cubicBezTo>
                      <a:pt x="9429" y="654"/>
                      <a:pt x="9205" y="654"/>
                      <a:pt x="8953" y="654"/>
                    </a:cubicBezTo>
                    <a:cubicBezTo>
                      <a:pt x="8674" y="654"/>
                      <a:pt x="8394" y="654"/>
                      <a:pt x="8142" y="654"/>
                    </a:cubicBezTo>
                    <a:cubicBezTo>
                      <a:pt x="7638" y="654"/>
                      <a:pt x="7107" y="654"/>
                      <a:pt x="6603" y="748"/>
                    </a:cubicBezTo>
                    <a:cubicBezTo>
                      <a:pt x="6099" y="841"/>
                      <a:pt x="5568" y="841"/>
                      <a:pt x="5064" y="935"/>
                    </a:cubicBezTo>
                    <a:cubicBezTo>
                      <a:pt x="4561" y="935"/>
                      <a:pt x="4029" y="1028"/>
                      <a:pt x="3525" y="935"/>
                    </a:cubicBezTo>
                    <a:cubicBezTo>
                      <a:pt x="3274" y="935"/>
                      <a:pt x="3022" y="935"/>
                      <a:pt x="2770" y="841"/>
                    </a:cubicBezTo>
                    <a:cubicBezTo>
                      <a:pt x="2490" y="841"/>
                      <a:pt x="2210" y="748"/>
                      <a:pt x="1959" y="841"/>
                    </a:cubicBezTo>
                    <a:cubicBezTo>
                      <a:pt x="1847" y="841"/>
                      <a:pt x="1735" y="935"/>
                      <a:pt x="1623" y="1028"/>
                    </a:cubicBezTo>
                    <a:cubicBezTo>
                      <a:pt x="1511" y="1122"/>
                      <a:pt x="1427" y="1215"/>
                      <a:pt x="1315" y="1309"/>
                    </a:cubicBezTo>
                    <a:cubicBezTo>
                      <a:pt x="1231" y="1402"/>
                      <a:pt x="1119" y="1683"/>
                      <a:pt x="1035" y="1870"/>
                    </a:cubicBezTo>
                    <a:cubicBezTo>
                      <a:pt x="1007" y="1963"/>
                      <a:pt x="951" y="2057"/>
                      <a:pt x="923" y="2150"/>
                    </a:cubicBezTo>
                    <a:cubicBezTo>
                      <a:pt x="839" y="2431"/>
                      <a:pt x="755" y="2712"/>
                      <a:pt x="672" y="2992"/>
                    </a:cubicBezTo>
                    <a:cubicBezTo>
                      <a:pt x="616" y="3179"/>
                      <a:pt x="588" y="3366"/>
                      <a:pt x="560" y="3553"/>
                    </a:cubicBezTo>
                    <a:cubicBezTo>
                      <a:pt x="476" y="4021"/>
                      <a:pt x="420" y="4488"/>
                      <a:pt x="336" y="4862"/>
                    </a:cubicBezTo>
                    <a:cubicBezTo>
                      <a:pt x="280" y="5236"/>
                      <a:pt x="252" y="5704"/>
                      <a:pt x="196" y="6078"/>
                    </a:cubicBezTo>
                    <a:cubicBezTo>
                      <a:pt x="140" y="6639"/>
                      <a:pt x="112" y="7106"/>
                      <a:pt x="84" y="7667"/>
                    </a:cubicBezTo>
                    <a:cubicBezTo>
                      <a:pt x="56" y="8042"/>
                      <a:pt x="56" y="8416"/>
                      <a:pt x="28" y="8883"/>
                    </a:cubicBezTo>
                    <a:cubicBezTo>
                      <a:pt x="0" y="9351"/>
                      <a:pt x="0" y="9725"/>
                      <a:pt x="0" y="10192"/>
                    </a:cubicBezTo>
                    <a:cubicBezTo>
                      <a:pt x="0" y="10753"/>
                      <a:pt x="0" y="11408"/>
                      <a:pt x="0" y="11969"/>
                    </a:cubicBezTo>
                    <a:cubicBezTo>
                      <a:pt x="0" y="12530"/>
                      <a:pt x="0" y="13185"/>
                      <a:pt x="0" y="13746"/>
                    </a:cubicBezTo>
                    <a:cubicBezTo>
                      <a:pt x="0" y="14494"/>
                      <a:pt x="28" y="15148"/>
                      <a:pt x="56" y="15896"/>
                    </a:cubicBezTo>
                    <a:cubicBezTo>
                      <a:pt x="84" y="16457"/>
                      <a:pt x="84" y="16925"/>
                      <a:pt x="112" y="17486"/>
                    </a:cubicBezTo>
                    <a:cubicBezTo>
                      <a:pt x="112" y="17766"/>
                      <a:pt x="112" y="17953"/>
                      <a:pt x="112" y="18234"/>
                    </a:cubicBezTo>
                    <a:cubicBezTo>
                      <a:pt x="112" y="18421"/>
                      <a:pt x="112" y="18515"/>
                      <a:pt x="112" y="18702"/>
                    </a:cubicBezTo>
                    <a:cubicBezTo>
                      <a:pt x="112" y="18888"/>
                      <a:pt x="112" y="19076"/>
                      <a:pt x="140" y="19263"/>
                    </a:cubicBezTo>
                    <a:cubicBezTo>
                      <a:pt x="168" y="19543"/>
                      <a:pt x="196" y="19730"/>
                      <a:pt x="224" y="19917"/>
                    </a:cubicBezTo>
                    <a:cubicBezTo>
                      <a:pt x="224" y="19917"/>
                      <a:pt x="224" y="20011"/>
                      <a:pt x="252" y="20011"/>
                    </a:cubicBezTo>
                    <a:cubicBezTo>
                      <a:pt x="308" y="20198"/>
                      <a:pt x="364" y="20385"/>
                      <a:pt x="420" y="20385"/>
                    </a:cubicBezTo>
                    <a:cubicBezTo>
                      <a:pt x="476" y="20478"/>
                      <a:pt x="532" y="20478"/>
                      <a:pt x="616" y="20385"/>
                    </a:cubicBezTo>
                    <a:cubicBezTo>
                      <a:pt x="644" y="20385"/>
                      <a:pt x="672" y="20385"/>
                      <a:pt x="672" y="20291"/>
                    </a:cubicBezTo>
                    <a:cubicBezTo>
                      <a:pt x="699" y="20291"/>
                      <a:pt x="699" y="20385"/>
                      <a:pt x="727" y="20385"/>
                    </a:cubicBezTo>
                    <a:cubicBezTo>
                      <a:pt x="783" y="20478"/>
                      <a:pt x="839" y="20572"/>
                      <a:pt x="895" y="20665"/>
                    </a:cubicBezTo>
                    <a:cubicBezTo>
                      <a:pt x="951" y="20759"/>
                      <a:pt x="1007" y="20759"/>
                      <a:pt x="1063" y="20852"/>
                    </a:cubicBezTo>
                    <a:cubicBezTo>
                      <a:pt x="1147" y="20946"/>
                      <a:pt x="1203" y="20946"/>
                      <a:pt x="1287" y="21039"/>
                    </a:cubicBezTo>
                    <a:cubicBezTo>
                      <a:pt x="1371" y="21133"/>
                      <a:pt x="1427" y="21133"/>
                      <a:pt x="1511" y="21133"/>
                    </a:cubicBezTo>
                    <a:cubicBezTo>
                      <a:pt x="1567" y="21133"/>
                      <a:pt x="1623" y="21226"/>
                      <a:pt x="1679" y="21226"/>
                    </a:cubicBezTo>
                    <a:cubicBezTo>
                      <a:pt x="1735" y="21226"/>
                      <a:pt x="1819" y="21226"/>
                      <a:pt x="1875" y="21320"/>
                    </a:cubicBezTo>
                    <a:cubicBezTo>
                      <a:pt x="1959" y="21507"/>
                      <a:pt x="2015" y="21507"/>
                      <a:pt x="2098" y="21507"/>
                    </a:cubicBezTo>
                    <a:lnTo>
                      <a:pt x="2098" y="21507"/>
                    </a:lnTo>
                    <a:lnTo>
                      <a:pt x="2098" y="21507"/>
                    </a:lnTo>
                    <a:close/>
                    <a:moveTo>
                      <a:pt x="18047" y="19262"/>
                    </a:moveTo>
                    <a:cubicBezTo>
                      <a:pt x="17515" y="19169"/>
                      <a:pt x="17011" y="19169"/>
                      <a:pt x="16480" y="19075"/>
                    </a:cubicBezTo>
                    <a:cubicBezTo>
                      <a:pt x="15473" y="18982"/>
                      <a:pt x="14437" y="18982"/>
                      <a:pt x="13430" y="19075"/>
                    </a:cubicBezTo>
                    <a:cubicBezTo>
                      <a:pt x="12926" y="19075"/>
                      <a:pt x="12395" y="19169"/>
                      <a:pt x="11891" y="19262"/>
                    </a:cubicBezTo>
                    <a:cubicBezTo>
                      <a:pt x="11360" y="19356"/>
                      <a:pt x="10856" y="19449"/>
                      <a:pt x="10324" y="19449"/>
                    </a:cubicBezTo>
                    <a:cubicBezTo>
                      <a:pt x="9765" y="19449"/>
                      <a:pt x="9233" y="19449"/>
                      <a:pt x="8674" y="19543"/>
                    </a:cubicBezTo>
                    <a:cubicBezTo>
                      <a:pt x="8142" y="19543"/>
                      <a:pt x="7638" y="19636"/>
                      <a:pt x="7107" y="19636"/>
                    </a:cubicBezTo>
                    <a:cubicBezTo>
                      <a:pt x="6072" y="19730"/>
                      <a:pt x="5036" y="19636"/>
                      <a:pt x="4001" y="19823"/>
                    </a:cubicBezTo>
                    <a:cubicBezTo>
                      <a:pt x="3469" y="19917"/>
                      <a:pt x="2938" y="19917"/>
                      <a:pt x="2406" y="20010"/>
                    </a:cubicBezTo>
                    <a:cubicBezTo>
                      <a:pt x="2154" y="20010"/>
                      <a:pt x="1903" y="20104"/>
                      <a:pt x="1651" y="20104"/>
                    </a:cubicBezTo>
                    <a:cubicBezTo>
                      <a:pt x="1399" y="20104"/>
                      <a:pt x="1147" y="20104"/>
                      <a:pt x="895" y="20197"/>
                    </a:cubicBezTo>
                    <a:cubicBezTo>
                      <a:pt x="895" y="20197"/>
                      <a:pt x="867" y="20197"/>
                      <a:pt x="867" y="20197"/>
                    </a:cubicBezTo>
                    <a:cubicBezTo>
                      <a:pt x="923" y="20010"/>
                      <a:pt x="951" y="19823"/>
                      <a:pt x="951" y="19543"/>
                    </a:cubicBezTo>
                    <a:cubicBezTo>
                      <a:pt x="979" y="19169"/>
                      <a:pt x="979" y="18701"/>
                      <a:pt x="979" y="18234"/>
                    </a:cubicBezTo>
                    <a:cubicBezTo>
                      <a:pt x="979" y="16925"/>
                      <a:pt x="895" y="15615"/>
                      <a:pt x="867" y="14306"/>
                    </a:cubicBezTo>
                    <a:cubicBezTo>
                      <a:pt x="867" y="13278"/>
                      <a:pt x="867" y="12156"/>
                      <a:pt x="867" y="11127"/>
                    </a:cubicBezTo>
                    <a:cubicBezTo>
                      <a:pt x="867" y="10566"/>
                      <a:pt x="867" y="10099"/>
                      <a:pt x="895" y="9537"/>
                    </a:cubicBezTo>
                    <a:cubicBezTo>
                      <a:pt x="923" y="8976"/>
                      <a:pt x="923" y="8509"/>
                      <a:pt x="979" y="7948"/>
                    </a:cubicBezTo>
                    <a:cubicBezTo>
                      <a:pt x="1035" y="7200"/>
                      <a:pt x="1091" y="6452"/>
                      <a:pt x="1203" y="5797"/>
                    </a:cubicBezTo>
                    <a:cubicBezTo>
                      <a:pt x="1259" y="5423"/>
                      <a:pt x="1315" y="5143"/>
                      <a:pt x="1399" y="4862"/>
                    </a:cubicBezTo>
                    <a:cubicBezTo>
                      <a:pt x="1455" y="4675"/>
                      <a:pt x="1511" y="4488"/>
                      <a:pt x="1567" y="4301"/>
                    </a:cubicBezTo>
                    <a:cubicBezTo>
                      <a:pt x="1595" y="4208"/>
                      <a:pt x="1651" y="4114"/>
                      <a:pt x="1679" y="4114"/>
                    </a:cubicBezTo>
                    <a:cubicBezTo>
                      <a:pt x="1819" y="4021"/>
                      <a:pt x="1931" y="3927"/>
                      <a:pt x="2070" y="3927"/>
                    </a:cubicBezTo>
                    <a:cubicBezTo>
                      <a:pt x="2294" y="3927"/>
                      <a:pt x="2490" y="3927"/>
                      <a:pt x="2714" y="3927"/>
                    </a:cubicBezTo>
                    <a:cubicBezTo>
                      <a:pt x="2966" y="3927"/>
                      <a:pt x="3218" y="3927"/>
                      <a:pt x="3469" y="3927"/>
                    </a:cubicBezTo>
                    <a:cubicBezTo>
                      <a:pt x="4001" y="3927"/>
                      <a:pt x="4533" y="3927"/>
                      <a:pt x="5064" y="3834"/>
                    </a:cubicBezTo>
                    <a:cubicBezTo>
                      <a:pt x="5568" y="3740"/>
                      <a:pt x="6099" y="3647"/>
                      <a:pt x="6603" y="3647"/>
                    </a:cubicBezTo>
                    <a:cubicBezTo>
                      <a:pt x="7107" y="3553"/>
                      <a:pt x="7582" y="3553"/>
                      <a:pt x="8086" y="3553"/>
                    </a:cubicBezTo>
                    <a:cubicBezTo>
                      <a:pt x="8618" y="3553"/>
                      <a:pt x="9149" y="3553"/>
                      <a:pt x="9681" y="3553"/>
                    </a:cubicBezTo>
                    <a:cubicBezTo>
                      <a:pt x="10212" y="3553"/>
                      <a:pt x="10744" y="3553"/>
                      <a:pt x="11248" y="3460"/>
                    </a:cubicBezTo>
                    <a:cubicBezTo>
                      <a:pt x="11751" y="3460"/>
                      <a:pt x="12227" y="3366"/>
                      <a:pt x="12731" y="3273"/>
                    </a:cubicBezTo>
                    <a:cubicBezTo>
                      <a:pt x="13234" y="3273"/>
                      <a:pt x="13766" y="3179"/>
                      <a:pt x="14269" y="3086"/>
                    </a:cubicBezTo>
                    <a:cubicBezTo>
                      <a:pt x="14801" y="2992"/>
                      <a:pt x="15305" y="2899"/>
                      <a:pt x="15836" y="2899"/>
                    </a:cubicBezTo>
                    <a:cubicBezTo>
                      <a:pt x="16396" y="2899"/>
                      <a:pt x="16927" y="2805"/>
                      <a:pt x="17487" y="2805"/>
                    </a:cubicBezTo>
                    <a:cubicBezTo>
                      <a:pt x="17711" y="2805"/>
                      <a:pt x="17907" y="2805"/>
                      <a:pt x="18131" y="2805"/>
                    </a:cubicBezTo>
                    <a:cubicBezTo>
                      <a:pt x="18270" y="2805"/>
                      <a:pt x="18438" y="2805"/>
                      <a:pt x="18578" y="2805"/>
                    </a:cubicBezTo>
                    <a:cubicBezTo>
                      <a:pt x="18690" y="2805"/>
                      <a:pt x="18802" y="2805"/>
                      <a:pt x="18914" y="2805"/>
                    </a:cubicBezTo>
                    <a:cubicBezTo>
                      <a:pt x="19026" y="2805"/>
                      <a:pt x="19110" y="2805"/>
                      <a:pt x="19222" y="2899"/>
                    </a:cubicBezTo>
                    <a:cubicBezTo>
                      <a:pt x="19278" y="2899"/>
                      <a:pt x="19306" y="2899"/>
                      <a:pt x="19362" y="2899"/>
                    </a:cubicBezTo>
                    <a:cubicBezTo>
                      <a:pt x="19446" y="2899"/>
                      <a:pt x="19530" y="2899"/>
                      <a:pt x="19613" y="2992"/>
                    </a:cubicBezTo>
                    <a:cubicBezTo>
                      <a:pt x="19753" y="3086"/>
                      <a:pt x="19865" y="3086"/>
                      <a:pt x="20005" y="3179"/>
                    </a:cubicBezTo>
                    <a:cubicBezTo>
                      <a:pt x="20061" y="3179"/>
                      <a:pt x="20117" y="3273"/>
                      <a:pt x="20145" y="3273"/>
                    </a:cubicBezTo>
                    <a:cubicBezTo>
                      <a:pt x="20201" y="3273"/>
                      <a:pt x="20257" y="3366"/>
                      <a:pt x="20313" y="3366"/>
                    </a:cubicBezTo>
                    <a:cubicBezTo>
                      <a:pt x="20453" y="3460"/>
                      <a:pt x="20621" y="3647"/>
                      <a:pt x="20761" y="3834"/>
                    </a:cubicBezTo>
                    <a:cubicBezTo>
                      <a:pt x="20789" y="3927"/>
                      <a:pt x="20817" y="3927"/>
                      <a:pt x="20845" y="4021"/>
                    </a:cubicBezTo>
                    <a:cubicBezTo>
                      <a:pt x="20845" y="4021"/>
                      <a:pt x="20845" y="4021"/>
                      <a:pt x="20845" y="4021"/>
                    </a:cubicBezTo>
                    <a:cubicBezTo>
                      <a:pt x="20845" y="4395"/>
                      <a:pt x="20817" y="4769"/>
                      <a:pt x="20817" y="5143"/>
                    </a:cubicBezTo>
                    <a:cubicBezTo>
                      <a:pt x="20817" y="5517"/>
                      <a:pt x="20789" y="5891"/>
                      <a:pt x="20789" y="6358"/>
                    </a:cubicBezTo>
                    <a:cubicBezTo>
                      <a:pt x="20761" y="7200"/>
                      <a:pt x="20761" y="8042"/>
                      <a:pt x="20761" y="8977"/>
                    </a:cubicBezTo>
                    <a:cubicBezTo>
                      <a:pt x="20733" y="10660"/>
                      <a:pt x="20733" y="12343"/>
                      <a:pt x="20705" y="14026"/>
                    </a:cubicBezTo>
                    <a:cubicBezTo>
                      <a:pt x="20705" y="14494"/>
                      <a:pt x="20677" y="15055"/>
                      <a:pt x="20677" y="15522"/>
                    </a:cubicBezTo>
                    <a:cubicBezTo>
                      <a:pt x="20677" y="15990"/>
                      <a:pt x="20649" y="16364"/>
                      <a:pt x="20621" y="16831"/>
                    </a:cubicBezTo>
                    <a:cubicBezTo>
                      <a:pt x="20593" y="17299"/>
                      <a:pt x="20565" y="17673"/>
                      <a:pt x="20509" y="18047"/>
                    </a:cubicBezTo>
                    <a:cubicBezTo>
                      <a:pt x="20481" y="18234"/>
                      <a:pt x="20453" y="18328"/>
                      <a:pt x="20425" y="18515"/>
                    </a:cubicBezTo>
                    <a:cubicBezTo>
                      <a:pt x="20397" y="18608"/>
                      <a:pt x="20369" y="18702"/>
                      <a:pt x="20341" y="18702"/>
                    </a:cubicBezTo>
                    <a:cubicBezTo>
                      <a:pt x="20285" y="18795"/>
                      <a:pt x="20229" y="18888"/>
                      <a:pt x="20173" y="18982"/>
                    </a:cubicBezTo>
                    <a:cubicBezTo>
                      <a:pt x="20061" y="19076"/>
                      <a:pt x="19949" y="19169"/>
                      <a:pt x="19837" y="19263"/>
                    </a:cubicBezTo>
                    <a:cubicBezTo>
                      <a:pt x="19725" y="19356"/>
                      <a:pt x="19613" y="19356"/>
                      <a:pt x="19502" y="19356"/>
                    </a:cubicBezTo>
                    <a:cubicBezTo>
                      <a:pt x="18998" y="19262"/>
                      <a:pt x="18522" y="19262"/>
                      <a:pt x="18047" y="19262"/>
                    </a:cubicBezTo>
                    <a:lnTo>
                      <a:pt x="18047" y="19262"/>
                    </a:lnTo>
                    <a:lnTo>
                      <a:pt x="18047" y="19262"/>
                    </a:lnTo>
                    <a:close/>
                    <a:moveTo>
                      <a:pt x="1175" y="5704"/>
                    </a:moveTo>
                    <a:cubicBezTo>
                      <a:pt x="1175" y="5704"/>
                      <a:pt x="1175" y="5704"/>
                      <a:pt x="1175" y="5704"/>
                    </a:cubicBezTo>
                    <a:cubicBezTo>
                      <a:pt x="1175" y="5704"/>
                      <a:pt x="1175" y="5704"/>
                      <a:pt x="1175" y="5704"/>
                    </a:cubicBezTo>
                    <a:lnTo>
                      <a:pt x="1175" y="5704"/>
                    </a:lnTo>
                    <a:lnTo>
                      <a:pt x="1175" y="5704"/>
                    </a:lnTo>
                    <a:close/>
                    <a:moveTo>
                      <a:pt x="1203" y="5423"/>
                    </a:moveTo>
                    <a:cubicBezTo>
                      <a:pt x="1231" y="5423"/>
                      <a:pt x="1231" y="5423"/>
                      <a:pt x="1203" y="5423"/>
                    </a:cubicBezTo>
                    <a:cubicBezTo>
                      <a:pt x="1231" y="5330"/>
                      <a:pt x="1231" y="5330"/>
                      <a:pt x="1203" y="5423"/>
                    </a:cubicBezTo>
                    <a:cubicBezTo>
                      <a:pt x="1231" y="5423"/>
                      <a:pt x="1231" y="5423"/>
                      <a:pt x="1203" y="5423"/>
                    </a:cubicBezTo>
                    <a:lnTo>
                      <a:pt x="1203" y="5423"/>
                    </a:lnTo>
                    <a:lnTo>
                      <a:pt x="1203" y="5423"/>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19" name="Google Shape;219;ge5669b8a30_1_195"/>
              <p:cNvSpPr/>
              <p:nvPr/>
            </p:nvSpPr>
            <p:spPr>
              <a:xfrm>
                <a:off x="1707130" y="3242594"/>
                <a:ext cx="1786964" cy="542313"/>
              </a:xfrm>
              <a:custGeom>
                <a:rect b="b" l="l" r="r" t="t"/>
                <a:pathLst>
                  <a:path extrusionOk="0" h="21482" w="21583">
                    <a:moveTo>
                      <a:pt x="20129" y="97"/>
                    </a:moveTo>
                    <a:cubicBezTo>
                      <a:pt x="19536" y="97"/>
                      <a:pt x="18942" y="195"/>
                      <a:pt x="18349" y="292"/>
                    </a:cubicBezTo>
                    <a:cubicBezTo>
                      <a:pt x="17756" y="389"/>
                      <a:pt x="17162" y="389"/>
                      <a:pt x="16569" y="389"/>
                    </a:cubicBezTo>
                    <a:cubicBezTo>
                      <a:pt x="16005" y="389"/>
                      <a:pt x="15441" y="389"/>
                      <a:pt x="14878" y="389"/>
                    </a:cubicBezTo>
                    <a:cubicBezTo>
                      <a:pt x="14284" y="389"/>
                      <a:pt x="13661" y="389"/>
                      <a:pt x="13068" y="389"/>
                    </a:cubicBezTo>
                    <a:cubicBezTo>
                      <a:pt x="12474" y="389"/>
                      <a:pt x="11881" y="389"/>
                      <a:pt x="11287" y="486"/>
                    </a:cubicBezTo>
                    <a:cubicBezTo>
                      <a:pt x="10041" y="584"/>
                      <a:pt x="8825" y="778"/>
                      <a:pt x="7579" y="973"/>
                    </a:cubicBezTo>
                    <a:cubicBezTo>
                      <a:pt x="7015" y="1070"/>
                      <a:pt x="6451" y="1070"/>
                      <a:pt x="5887" y="1167"/>
                    </a:cubicBezTo>
                    <a:cubicBezTo>
                      <a:pt x="5561" y="1167"/>
                      <a:pt x="5205" y="1265"/>
                      <a:pt x="4879" y="1265"/>
                    </a:cubicBezTo>
                    <a:cubicBezTo>
                      <a:pt x="4641" y="1265"/>
                      <a:pt x="4404" y="1265"/>
                      <a:pt x="4137" y="1362"/>
                    </a:cubicBezTo>
                    <a:cubicBezTo>
                      <a:pt x="3781" y="1459"/>
                      <a:pt x="3425" y="1459"/>
                      <a:pt x="3098" y="1556"/>
                    </a:cubicBezTo>
                    <a:cubicBezTo>
                      <a:pt x="2772" y="1654"/>
                      <a:pt x="2446" y="1751"/>
                      <a:pt x="2119" y="1848"/>
                    </a:cubicBezTo>
                    <a:cubicBezTo>
                      <a:pt x="1852" y="1946"/>
                      <a:pt x="1585" y="2043"/>
                      <a:pt x="1318" y="2140"/>
                    </a:cubicBezTo>
                    <a:cubicBezTo>
                      <a:pt x="1140" y="2238"/>
                      <a:pt x="932" y="2238"/>
                      <a:pt x="754" y="2335"/>
                    </a:cubicBezTo>
                    <a:cubicBezTo>
                      <a:pt x="636" y="2335"/>
                      <a:pt x="517" y="2529"/>
                      <a:pt x="428" y="2627"/>
                    </a:cubicBezTo>
                    <a:cubicBezTo>
                      <a:pt x="369" y="2724"/>
                      <a:pt x="309" y="2821"/>
                      <a:pt x="250" y="2919"/>
                    </a:cubicBezTo>
                    <a:cubicBezTo>
                      <a:pt x="161" y="3016"/>
                      <a:pt x="72" y="3113"/>
                      <a:pt x="13" y="3308"/>
                    </a:cubicBezTo>
                    <a:cubicBezTo>
                      <a:pt x="-17" y="3405"/>
                      <a:pt x="13" y="3600"/>
                      <a:pt x="42" y="3600"/>
                    </a:cubicBezTo>
                    <a:cubicBezTo>
                      <a:pt x="72" y="3600"/>
                      <a:pt x="72" y="3600"/>
                      <a:pt x="102" y="3600"/>
                    </a:cubicBezTo>
                    <a:cubicBezTo>
                      <a:pt x="280" y="3600"/>
                      <a:pt x="458" y="3600"/>
                      <a:pt x="636" y="3600"/>
                    </a:cubicBezTo>
                    <a:cubicBezTo>
                      <a:pt x="754" y="3600"/>
                      <a:pt x="873" y="3600"/>
                      <a:pt x="992" y="3600"/>
                    </a:cubicBezTo>
                    <a:cubicBezTo>
                      <a:pt x="1288" y="3600"/>
                      <a:pt x="1585" y="3503"/>
                      <a:pt x="1882" y="3503"/>
                    </a:cubicBezTo>
                    <a:cubicBezTo>
                      <a:pt x="2238" y="3503"/>
                      <a:pt x="2624" y="3405"/>
                      <a:pt x="2980" y="3405"/>
                    </a:cubicBezTo>
                    <a:cubicBezTo>
                      <a:pt x="3247" y="3405"/>
                      <a:pt x="3543" y="3405"/>
                      <a:pt x="3810" y="3405"/>
                    </a:cubicBezTo>
                    <a:cubicBezTo>
                      <a:pt x="4463" y="3405"/>
                      <a:pt x="5086" y="3405"/>
                      <a:pt x="5739" y="3405"/>
                    </a:cubicBezTo>
                    <a:cubicBezTo>
                      <a:pt x="6273" y="3405"/>
                      <a:pt x="6807" y="3405"/>
                      <a:pt x="7341" y="3405"/>
                    </a:cubicBezTo>
                    <a:cubicBezTo>
                      <a:pt x="7935" y="3405"/>
                      <a:pt x="8528" y="3405"/>
                      <a:pt x="9121" y="3405"/>
                    </a:cubicBezTo>
                    <a:cubicBezTo>
                      <a:pt x="9715" y="3405"/>
                      <a:pt x="10338" y="3308"/>
                      <a:pt x="10931" y="3211"/>
                    </a:cubicBezTo>
                    <a:cubicBezTo>
                      <a:pt x="12148" y="3114"/>
                      <a:pt x="13335" y="3114"/>
                      <a:pt x="14551" y="3114"/>
                    </a:cubicBezTo>
                    <a:cubicBezTo>
                      <a:pt x="15174" y="3114"/>
                      <a:pt x="15797" y="3114"/>
                      <a:pt x="16391" y="3114"/>
                    </a:cubicBezTo>
                    <a:cubicBezTo>
                      <a:pt x="16984" y="3114"/>
                      <a:pt x="17578" y="3016"/>
                      <a:pt x="18171" y="3016"/>
                    </a:cubicBezTo>
                    <a:cubicBezTo>
                      <a:pt x="18586" y="3016"/>
                      <a:pt x="19002" y="2919"/>
                      <a:pt x="19417" y="2822"/>
                    </a:cubicBezTo>
                    <a:cubicBezTo>
                      <a:pt x="19625" y="2822"/>
                      <a:pt x="19803" y="2822"/>
                      <a:pt x="20010" y="2822"/>
                    </a:cubicBezTo>
                    <a:cubicBezTo>
                      <a:pt x="20159" y="2822"/>
                      <a:pt x="20337" y="2822"/>
                      <a:pt x="20485" y="2822"/>
                    </a:cubicBezTo>
                    <a:cubicBezTo>
                      <a:pt x="20545" y="3600"/>
                      <a:pt x="20574" y="4378"/>
                      <a:pt x="20604" y="5060"/>
                    </a:cubicBezTo>
                    <a:cubicBezTo>
                      <a:pt x="20604" y="5449"/>
                      <a:pt x="20604" y="5935"/>
                      <a:pt x="20604" y="6325"/>
                    </a:cubicBezTo>
                    <a:cubicBezTo>
                      <a:pt x="20604" y="6811"/>
                      <a:pt x="20604" y="7395"/>
                      <a:pt x="20604" y="7881"/>
                    </a:cubicBezTo>
                    <a:cubicBezTo>
                      <a:pt x="20604" y="8757"/>
                      <a:pt x="20604" y="9730"/>
                      <a:pt x="20604" y="10606"/>
                    </a:cubicBezTo>
                    <a:cubicBezTo>
                      <a:pt x="20604" y="11579"/>
                      <a:pt x="20604" y="12552"/>
                      <a:pt x="20574" y="13524"/>
                    </a:cubicBezTo>
                    <a:cubicBezTo>
                      <a:pt x="20574" y="14400"/>
                      <a:pt x="20574" y="15373"/>
                      <a:pt x="20574" y="16249"/>
                    </a:cubicBezTo>
                    <a:cubicBezTo>
                      <a:pt x="20574" y="16346"/>
                      <a:pt x="20574" y="16443"/>
                      <a:pt x="20574" y="16541"/>
                    </a:cubicBezTo>
                    <a:cubicBezTo>
                      <a:pt x="20367" y="16541"/>
                      <a:pt x="20159" y="16541"/>
                      <a:pt x="19951" y="16541"/>
                    </a:cubicBezTo>
                    <a:cubicBezTo>
                      <a:pt x="19654" y="16541"/>
                      <a:pt x="19358" y="16541"/>
                      <a:pt x="19091" y="16541"/>
                    </a:cubicBezTo>
                    <a:cubicBezTo>
                      <a:pt x="18497" y="16443"/>
                      <a:pt x="17934" y="16443"/>
                      <a:pt x="17340" y="16443"/>
                    </a:cubicBezTo>
                    <a:cubicBezTo>
                      <a:pt x="16153" y="16443"/>
                      <a:pt x="14937" y="16541"/>
                      <a:pt x="13750" y="16638"/>
                    </a:cubicBezTo>
                    <a:cubicBezTo>
                      <a:pt x="12534" y="16735"/>
                      <a:pt x="11317" y="16930"/>
                      <a:pt x="10101" y="17125"/>
                    </a:cubicBezTo>
                    <a:cubicBezTo>
                      <a:pt x="9507" y="17222"/>
                      <a:pt x="8943" y="17416"/>
                      <a:pt x="8380" y="17514"/>
                    </a:cubicBezTo>
                    <a:cubicBezTo>
                      <a:pt x="7786" y="17611"/>
                      <a:pt x="7193" y="17708"/>
                      <a:pt x="6599" y="17903"/>
                    </a:cubicBezTo>
                    <a:cubicBezTo>
                      <a:pt x="6006" y="18000"/>
                      <a:pt x="5413" y="18097"/>
                      <a:pt x="4849" y="18195"/>
                    </a:cubicBezTo>
                    <a:cubicBezTo>
                      <a:pt x="4256" y="18292"/>
                      <a:pt x="3692" y="18389"/>
                      <a:pt x="3098" y="18487"/>
                    </a:cubicBezTo>
                    <a:cubicBezTo>
                      <a:pt x="2772" y="18487"/>
                      <a:pt x="2446" y="18584"/>
                      <a:pt x="2090" y="18584"/>
                    </a:cubicBezTo>
                    <a:cubicBezTo>
                      <a:pt x="1941" y="18584"/>
                      <a:pt x="1823" y="18584"/>
                      <a:pt x="1674" y="18584"/>
                    </a:cubicBezTo>
                    <a:cubicBezTo>
                      <a:pt x="1674" y="18195"/>
                      <a:pt x="1674" y="17708"/>
                      <a:pt x="1674" y="17319"/>
                    </a:cubicBezTo>
                    <a:cubicBezTo>
                      <a:pt x="1674" y="16346"/>
                      <a:pt x="1645" y="15373"/>
                      <a:pt x="1615" y="14400"/>
                    </a:cubicBezTo>
                    <a:cubicBezTo>
                      <a:pt x="1585" y="13427"/>
                      <a:pt x="1556" y="12552"/>
                      <a:pt x="1556" y="11579"/>
                    </a:cubicBezTo>
                    <a:cubicBezTo>
                      <a:pt x="1526" y="10703"/>
                      <a:pt x="1526" y="9730"/>
                      <a:pt x="1526" y="8854"/>
                    </a:cubicBezTo>
                    <a:cubicBezTo>
                      <a:pt x="1526" y="8562"/>
                      <a:pt x="1526" y="8368"/>
                      <a:pt x="1526" y="8076"/>
                    </a:cubicBezTo>
                    <a:cubicBezTo>
                      <a:pt x="1526" y="7784"/>
                      <a:pt x="1526" y="7589"/>
                      <a:pt x="1496" y="7297"/>
                    </a:cubicBezTo>
                    <a:cubicBezTo>
                      <a:pt x="1467" y="7006"/>
                      <a:pt x="1437" y="6714"/>
                      <a:pt x="1407" y="6422"/>
                    </a:cubicBezTo>
                    <a:cubicBezTo>
                      <a:pt x="1348" y="5935"/>
                      <a:pt x="1199" y="5643"/>
                      <a:pt x="1051" y="5643"/>
                    </a:cubicBezTo>
                    <a:cubicBezTo>
                      <a:pt x="962" y="5643"/>
                      <a:pt x="903" y="5643"/>
                      <a:pt x="843" y="5838"/>
                    </a:cubicBezTo>
                    <a:cubicBezTo>
                      <a:pt x="725" y="6032"/>
                      <a:pt x="665" y="6324"/>
                      <a:pt x="636" y="6714"/>
                    </a:cubicBezTo>
                    <a:cubicBezTo>
                      <a:pt x="636" y="6811"/>
                      <a:pt x="606" y="6908"/>
                      <a:pt x="606" y="7006"/>
                    </a:cubicBezTo>
                    <a:cubicBezTo>
                      <a:pt x="606" y="7200"/>
                      <a:pt x="576" y="7492"/>
                      <a:pt x="576" y="7687"/>
                    </a:cubicBezTo>
                    <a:cubicBezTo>
                      <a:pt x="576" y="7881"/>
                      <a:pt x="576" y="7978"/>
                      <a:pt x="576" y="8173"/>
                    </a:cubicBezTo>
                    <a:cubicBezTo>
                      <a:pt x="576" y="8562"/>
                      <a:pt x="576" y="8951"/>
                      <a:pt x="576" y="9341"/>
                    </a:cubicBezTo>
                    <a:cubicBezTo>
                      <a:pt x="576" y="10119"/>
                      <a:pt x="606" y="10897"/>
                      <a:pt x="636" y="11773"/>
                    </a:cubicBezTo>
                    <a:cubicBezTo>
                      <a:pt x="665" y="13135"/>
                      <a:pt x="725" y="14497"/>
                      <a:pt x="784" y="15859"/>
                    </a:cubicBezTo>
                    <a:cubicBezTo>
                      <a:pt x="814" y="16638"/>
                      <a:pt x="814" y="17416"/>
                      <a:pt x="843" y="18195"/>
                    </a:cubicBezTo>
                    <a:cubicBezTo>
                      <a:pt x="843" y="18778"/>
                      <a:pt x="873" y="19362"/>
                      <a:pt x="903" y="19946"/>
                    </a:cubicBezTo>
                    <a:cubicBezTo>
                      <a:pt x="903" y="20043"/>
                      <a:pt x="903" y="20140"/>
                      <a:pt x="903" y="20238"/>
                    </a:cubicBezTo>
                    <a:cubicBezTo>
                      <a:pt x="903" y="20530"/>
                      <a:pt x="962" y="20822"/>
                      <a:pt x="1021" y="21016"/>
                    </a:cubicBezTo>
                    <a:cubicBezTo>
                      <a:pt x="1140" y="21405"/>
                      <a:pt x="1288" y="21600"/>
                      <a:pt x="1467" y="21405"/>
                    </a:cubicBezTo>
                    <a:cubicBezTo>
                      <a:pt x="1467" y="21405"/>
                      <a:pt x="1467" y="21405"/>
                      <a:pt x="1467" y="21405"/>
                    </a:cubicBezTo>
                    <a:cubicBezTo>
                      <a:pt x="1526" y="21405"/>
                      <a:pt x="1585" y="21405"/>
                      <a:pt x="1645" y="21405"/>
                    </a:cubicBezTo>
                    <a:cubicBezTo>
                      <a:pt x="1674" y="21405"/>
                      <a:pt x="1704" y="21405"/>
                      <a:pt x="1734" y="21405"/>
                    </a:cubicBezTo>
                    <a:cubicBezTo>
                      <a:pt x="1882" y="21405"/>
                      <a:pt x="2001" y="21405"/>
                      <a:pt x="2149" y="21405"/>
                    </a:cubicBezTo>
                    <a:cubicBezTo>
                      <a:pt x="2416" y="21405"/>
                      <a:pt x="2713" y="21405"/>
                      <a:pt x="2980" y="21308"/>
                    </a:cubicBezTo>
                    <a:cubicBezTo>
                      <a:pt x="3276" y="21308"/>
                      <a:pt x="3573" y="21211"/>
                      <a:pt x="3840" y="21211"/>
                    </a:cubicBezTo>
                    <a:cubicBezTo>
                      <a:pt x="4137" y="21211"/>
                      <a:pt x="4434" y="21114"/>
                      <a:pt x="4730" y="21016"/>
                    </a:cubicBezTo>
                    <a:cubicBezTo>
                      <a:pt x="5027" y="20919"/>
                      <a:pt x="5324" y="20919"/>
                      <a:pt x="5620" y="20822"/>
                    </a:cubicBezTo>
                    <a:cubicBezTo>
                      <a:pt x="5917" y="20822"/>
                      <a:pt x="6184" y="20725"/>
                      <a:pt x="6481" y="20725"/>
                    </a:cubicBezTo>
                    <a:cubicBezTo>
                      <a:pt x="7074" y="20627"/>
                      <a:pt x="7668" y="20530"/>
                      <a:pt x="8261" y="20335"/>
                    </a:cubicBezTo>
                    <a:cubicBezTo>
                      <a:pt x="8884" y="20238"/>
                      <a:pt x="9507" y="20043"/>
                      <a:pt x="10130" y="19946"/>
                    </a:cubicBezTo>
                    <a:cubicBezTo>
                      <a:pt x="10724" y="19849"/>
                      <a:pt x="11347" y="19752"/>
                      <a:pt x="11940" y="19654"/>
                    </a:cubicBezTo>
                    <a:cubicBezTo>
                      <a:pt x="12504" y="19557"/>
                      <a:pt x="13068" y="19460"/>
                      <a:pt x="13661" y="19460"/>
                    </a:cubicBezTo>
                    <a:cubicBezTo>
                      <a:pt x="14254" y="19362"/>
                      <a:pt x="14848" y="19362"/>
                      <a:pt x="15471" y="19362"/>
                    </a:cubicBezTo>
                    <a:cubicBezTo>
                      <a:pt x="16094" y="19362"/>
                      <a:pt x="16717" y="19265"/>
                      <a:pt x="17340" y="19265"/>
                    </a:cubicBezTo>
                    <a:cubicBezTo>
                      <a:pt x="17607" y="19265"/>
                      <a:pt x="17874" y="19265"/>
                      <a:pt x="18141" y="19265"/>
                    </a:cubicBezTo>
                    <a:cubicBezTo>
                      <a:pt x="18438" y="19265"/>
                      <a:pt x="18735" y="19265"/>
                      <a:pt x="19031" y="19362"/>
                    </a:cubicBezTo>
                    <a:cubicBezTo>
                      <a:pt x="19447" y="19362"/>
                      <a:pt x="19862" y="19460"/>
                      <a:pt x="20278" y="19460"/>
                    </a:cubicBezTo>
                    <a:cubicBezTo>
                      <a:pt x="20485" y="19460"/>
                      <a:pt x="20693" y="19460"/>
                      <a:pt x="20901" y="19460"/>
                    </a:cubicBezTo>
                    <a:cubicBezTo>
                      <a:pt x="20960" y="19460"/>
                      <a:pt x="21049" y="19460"/>
                      <a:pt x="21108" y="19362"/>
                    </a:cubicBezTo>
                    <a:cubicBezTo>
                      <a:pt x="21257" y="19265"/>
                      <a:pt x="21435" y="19070"/>
                      <a:pt x="21494" y="18584"/>
                    </a:cubicBezTo>
                    <a:cubicBezTo>
                      <a:pt x="21524" y="18292"/>
                      <a:pt x="21553" y="18097"/>
                      <a:pt x="21583" y="17806"/>
                    </a:cubicBezTo>
                    <a:cubicBezTo>
                      <a:pt x="21583" y="17611"/>
                      <a:pt x="21583" y="17416"/>
                      <a:pt x="21583" y="17222"/>
                    </a:cubicBezTo>
                    <a:cubicBezTo>
                      <a:pt x="21583" y="17125"/>
                      <a:pt x="21583" y="17027"/>
                      <a:pt x="21583" y="16930"/>
                    </a:cubicBezTo>
                    <a:cubicBezTo>
                      <a:pt x="21553" y="16151"/>
                      <a:pt x="21553" y="15373"/>
                      <a:pt x="21553" y="14595"/>
                    </a:cubicBezTo>
                    <a:cubicBezTo>
                      <a:pt x="21553" y="13622"/>
                      <a:pt x="21553" y="12649"/>
                      <a:pt x="21553" y="11676"/>
                    </a:cubicBezTo>
                    <a:cubicBezTo>
                      <a:pt x="21553" y="10703"/>
                      <a:pt x="21553" y="9730"/>
                      <a:pt x="21553" y="8757"/>
                    </a:cubicBezTo>
                    <a:cubicBezTo>
                      <a:pt x="21553" y="7784"/>
                      <a:pt x="21553" y="6811"/>
                      <a:pt x="21553" y="5935"/>
                    </a:cubicBezTo>
                    <a:cubicBezTo>
                      <a:pt x="21553" y="5643"/>
                      <a:pt x="21553" y="5449"/>
                      <a:pt x="21553" y="5157"/>
                    </a:cubicBezTo>
                    <a:cubicBezTo>
                      <a:pt x="21553" y="4865"/>
                      <a:pt x="21524" y="4476"/>
                      <a:pt x="21524" y="4184"/>
                    </a:cubicBezTo>
                    <a:cubicBezTo>
                      <a:pt x="21494" y="3697"/>
                      <a:pt x="21494" y="3211"/>
                      <a:pt x="21464" y="2822"/>
                    </a:cubicBezTo>
                    <a:cubicBezTo>
                      <a:pt x="21435" y="2335"/>
                      <a:pt x="21405" y="1849"/>
                      <a:pt x="21346" y="1362"/>
                    </a:cubicBezTo>
                    <a:cubicBezTo>
                      <a:pt x="21316" y="1168"/>
                      <a:pt x="21316" y="1070"/>
                      <a:pt x="21286" y="973"/>
                    </a:cubicBezTo>
                    <a:cubicBezTo>
                      <a:pt x="21227" y="681"/>
                      <a:pt x="21197" y="584"/>
                      <a:pt x="21138" y="389"/>
                    </a:cubicBezTo>
                    <a:cubicBezTo>
                      <a:pt x="21019" y="97"/>
                      <a:pt x="20901" y="0"/>
                      <a:pt x="20752" y="0"/>
                    </a:cubicBezTo>
                    <a:cubicBezTo>
                      <a:pt x="20723" y="0"/>
                      <a:pt x="20693" y="0"/>
                      <a:pt x="20663" y="0"/>
                    </a:cubicBezTo>
                    <a:cubicBezTo>
                      <a:pt x="20337" y="0"/>
                      <a:pt x="20218" y="97"/>
                      <a:pt x="20129" y="97"/>
                    </a:cubicBezTo>
                    <a:lnTo>
                      <a:pt x="20129" y="97"/>
                    </a:lnTo>
                    <a:lnTo>
                      <a:pt x="20129" y="97"/>
                    </a:lnTo>
                    <a:close/>
                    <a:moveTo>
                      <a:pt x="20456" y="2724"/>
                    </a:moveTo>
                    <a:cubicBezTo>
                      <a:pt x="20456" y="2724"/>
                      <a:pt x="20456" y="2724"/>
                      <a:pt x="20456" y="2724"/>
                    </a:cubicBezTo>
                    <a:cubicBezTo>
                      <a:pt x="20456" y="2724"/>
                      <a:pt x="20456" y="2724"/>
                      <a:pt x="20456" y="2724"/>
                    </a:cubicBezTo>
                    <a:cubicBezTo>
                      <a:pt x="20456" y="2724"/>
                      <a:pt x="20456" y="2724"/>
                      <a:pt x="20456" y="2724"/>
                    </a:cubicBezTo>
                    <a:cubicBezTo>
                      <a:pt x="20456" y="2724"/>
                      <a:pt x="20456" y="2724"/>
                      <a:pt x="20456" y="2724"/>
                    </a:cubicBezTo>
                    <a:lnTo>
                      <a:pt x="20456" y="2724"/>
                    </a:lnTo>
                    <a:lnTo>
                      <a:pt x="20456" y="2724"/>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20" name="Google Shape;220;ge5669b8a30_1_195"/>
              <p:cNvSpPr/>
              <p:nvPr/>
            </p:nvSpPr>
            <p:spPr>
              <a:xfrm>
                <a:off x="6400437" y="3046000"/>
                <a:ext cx="252720" cy="203202"/>
              </a:xfrm>
              <a:custGeom>
                <a:rect b="b" l="l" r="r" t="t"/>
                <a:pathLst>
                  <a:path extrusionOk="0" h="21600" w="21600">
                    <a:moveTo>
                      <a:pt x="20761" y="1041"/>
                    </a:moveTo>
                    <a:cubicBezTo>
                      <a:pt x="20551" y="781"/>
                      <a:pt x="20342" y="520"/>
                      <a:pt x="20132" y="260"/>
                    </a:cubicBezTo>
                    <a:cubicBezTo>
                      <a:pt x="19922" y="0"/>
                      <a:pt x="19503" y="0"/>
                      <a:pt x="19293" y="0"/>
                    </a:cubicBezTo>
                    <a:cubicBezTo>
                      <a:pt x="19293" y="0"/>
                      <a:pt x="19293" y="0"/>
                      <a:pt x="19293" y="0"/>
                    </a:cubicBezTo>
                    <a:cubicBezTo>
                      <a:pt x="19083" y="0"/>
                      <a:pt x="18874" y="0"/>
                      <a:pt x="18874" y="0"/>
                    </a:cubicBezTo>
                    <a:cubicBezTo>
                      <a:pt x="18664" y="0"/>
                      <a:pt x="18245" y="260"/>
                      <a:pt x="18035" y="521"/>
                    </a:cubicBezTo>
                    <a:cubicBezTo>
                      <a:pt x="17825" y="781"/>
                      <a:pt x="17615" y="1041"/>
                      <a:pt x="17615" y="1301"/>
                    </a:cubicBezTo>
                    <a:cubicBezTo>
                      <a:pt x="17406" y="1561"/>
                      <a:pt x="17406" y="1822"/>
                      <a:pt x="17196" y="2342"/>
                    </a:cubicBezTo>
                    <a:cubicBezTo>
                      <a:pt x="16986" y="2863"/>
                      <a:pt x="16567" y="3643"/>
                      <a:pt x="16357" y="4164"/>
                    </a:cubicBezTo>
                    <a:cubicBezTo>
                      <a:pt x="15728" y="5465"/>
                      <a:pt x="15309" y="6506"/>
                      <a:pt x="14889" y="7807"/>
                    </a:cubicBezTo>
                    <a:cubicBezTo>
                      <a:pt x="14470" y="9109"/>
                      <a:pt x="13841" y="10150"/>
                      <a:pt x="13421" y="11451"/>
                    </a:cubicBezTo>
                    <a:cubicBezTo>
                      <a:pt x="13212" y="11971"/>
                      <a:pt x="13002" y="12752"/>
                      <a:pt x="12582" y="13273"/>
                    </a:cubicBezTo>
                    <a:cubicBezTo>
                      <a:pt x="12373" y="13533"/>
                      <a:pt x="12373" y="13793"/>
                      <a:pt x="12163" y="14053"/>
                    </a:cubicBezTo>
                    <a:cubicBezTo>
                      <a:pt x="11953" y="14574"/>
                      <a:pt x="11744" y="15094"/>
                      <a:pt x="11744" y="15615"/>
                    </a:cubicBezTo>
                    <a:cubicBezTo>
                      <a:pt x="11744" y="15615"/>
                      <a:pt x="11744" y="15875"/>
                      <a:pt x="11534" y="15875"/>
                    </a:cubicBezTo>
                    <a:cubicBezTo>
                      <a:pt x="11324" y="15615"/>
                      <a:pt x="11115" y="15094"/>
                      <a:pt x="10905" y="14834"/>
                    </a:cubicBezTo>
                    <a:cubicBezTo>
                      <a:pt x="10485" y="14053"/>
                      <a:pt x="10066" y="13533"/>
                      <a:pt x="9647" y="12752"/>
                    </a:cubicBezTo>
                    <a:cubicBezTo>
                      <a:pt x="8808" y="11191"/>
                      <a:pt x="7969" y="9629"/>
                      <a:pt x="6920" y="8068"/>
                    </a:cubicBezTo>
                    <a:cubicBezTo>
                      <a:pt x="6082" y="6766"/>
                      <a:pt x="5033" y="5465"/>
                      <a:pt x="3984" y="4164"/>
                    </a:cubicBezTo>
                    <a:cubicBezTo>
                      <a:pt x="3355" y="3643"/>
                      <a:pt x="2936" y="2863"/>
                      <a:pt x="2307" y="2342"/>
                    </a:cubicBezTo>
                    <a:cubicBezTo>
                      <a:pt x="2097" y="2342"/>
                      <a:pt x="2097" y="2082"/>
                      <a:pt x="1887" y="2082"/>
                    </a:cubicBezTo>
                    <a:cubicBezTo>
                      <a:pt x="1678" y="2082"/>
                      <a:pt x="1468" y="1822"/>
                      <a:pt x="1468" y="1822"/>
                    </a:cubicBezTo>
                    <a:cubicBezTo>
                      <a:pt x="1258" y="1562"/>
                      <a:pt x="839" y="1301"/>
                      <a:pt x="629" y="1301"/>
                    </a:cubicBezTo>
                    <a:cubicBezTo>
                      <a:pt x="629" y="1301"/>
                      <a:pt x="419" y="1041"/>
                      <a:pt x="419" y="1041"/>
                    </a:cubicBezTo>
                    <a:cubicBezTo>
                      <a:pt x="419" y="1041"/>
                      <a:pt x="419" y="1041"/>
                      <a:pt x="210" y="1041"/>
                    </a:cubicBezTo>
                    <a:cubicBezTo>
                      <a:pt x="0" y="1041"/>
                      <a:pt x="0" y="1041"/>
                      <a:pt x="0" y="1301"/>
                    </a:cubicBezTo>
                    <a:lnTo>
                      <a:pt x="0" y="1301"/>
                    </a:lnTo>
                    <a:cubicBezTo>
                      <a:pt x="0" y="1301"/>
                      <a:pt x="0" y="1301"/>
                      <a:pt x="0" y="1562"/>
                    </a:cubicBezTo>
                    <a:cubicBezTo>
                      <a:pt x="0" y="1562"/>
                      <a:pt x="0" y="1562"/>
                      <a:pt x="0" y="1562"/>
                    </a:cubicBezTo>
                    <a:cubicBezTo>
                      <a:pt x="0" y="1562"/>
                      <a:pt x="210" y="1822"/>
                      <a:pt x="210" y="1822"/>
                    </a:cubicBezTo>
                    <a:cubicBezTo>
                      <a:pt x="210" y="2082"/>
                      <a:pt x="419" y="2342"/>
                      <a:pt x="419" y="2602"/>
                    </a:cubicBezTo>
                    <a:cubicBezTo>
                      <a:pt x="419" y="2863"/>
                      <a:pt x="419" y="3383"/>
                      <a:pt x="419" y="3643"/>
                    </a:cubicBezTo>
                    <a:cubicBezTo>
                      <a:pt x="419" y="3904"/>
                      <a:pt x="419" y="4424"/>
                      <a:pt x="629" y="4945"/>
                    </a:cubicBezTo>
                    <a:cubicBezTo>
                      <a:pt x="839" y="5465"/>
                      <a:pt x="839" y="5725"/>
                      <a:pt x="1049" y="6246"/>
                    </a:cubicBezTo>
                    <a:cubicBezTo>
                      <a:pt x="1258" y="6766"/>
                      <a:pt x="1468" y="7287"/>
                      <a:pt x="1678" y="8068"/>
                    </a:cubicBezTo>
                    <a:cubicBezTo>
                      <a:pt x="1887" y="8848"/>
                      <a:pt x="2307" y="9629"/>
                      <a:pt x="2726" y="10410"/>
                    </a:cubicBezTo>
                    <a:cubicBezTo>
                      <a:pt x="2936" y="11191"/>
                      <a:pt x="3355" y="11711"/>
                      <a:pt x="3775" y="12492"/>
                    </a:cubicBezTo>
                    <a:cubicBezTo>
                      <a:pt x="4404" y="13793"/>
                      <a:pt x="5243" y="15354"/>
                      <a:pt x="5872" y="16656"/>
                    </a:cubicBezTo>
                    <a:cubicBezTo>
                      <a:pt x="6291" y="17436"/>
                      <a:pt x="6711" y="17957"/>
                      <a:pt x="6920" y="18737"/>
                    </a:cubicBezTo>
                    <a:cubicBezTo>
                      <a:pt x="7130" y="19258"/>
                      <a:pt x="7550" y="19778"/>
                      <a:pt x="7759" y="20299"/>
                    </a:cubicBezTo>
                    <a:cubicBezTo>
                      <a:pt x="8179" y="20819"/>
                      <a:pt x="8808" y="21340"/>
                      <a:pt x="9437" y="21600"/>
                    </a:cubicBezTo>
                    <a:cubicBezTo>
                      <a:pt x="9647" y="21600"/>
                      <a:pt x="9856" y="21600"/>
                      <a:pt x="10066" y="21600"/>
                    </a:cubicBezTo>
                    <a:cubicBezTo>
                      <a:pt x="10485" y="21600"/>
                      <a:pt x="10905" y="21600"/>
                      <a:pt x="11115" y="21340"/>
                    </a:cubicBezTo>
                    <a:cubicBezTo>
                      <a:pt x="11534" y="21080"/>
                      <a:pt x="11744" y="20819"/>
                      <a:pt x="11953" y="20299"/>
                    </a:cubicBezTo>
                    <a:cubicBezTo>
                      <a:pt x="11953" y="20039"/>
                      <a:pt x="12163" y="19778"/>
                      <a:pt x="12163" y="19778"/>
                    </a:cubicBezTo>
                    <a:cubicBezTo>
                      <a:pt x="12373" y="19778"/>
                      <a:pt x="12373" y="19518"/>
                      <a:pt x="12582" y="19518"/>
                    </a:cubicBezTo>
                    <a:cubicBezTo>
                      <a:pt x="12792" y="19258"/>
                      <a:pt x="13212" y="18998"/>
                      <a:pt x="13421" y="18737"/>
                    </a:cubicBezTo>
                    <a:cubicBezTo>
                      <a:pt x="13631" y="18477"/>
                      <a:pt x="13841" y="18217"/>
                      <a:pt x="14050" y="17957"/>
                    </a:cubicBezTo>
                    <a:cubicBezTo>
                      <a:pt x="14260" y="17697"/>
                      <a:pt x="14470" y="17436"/>
                      <a:pt x="14680" y="17176"/>
                    </a:cubicBezTo>
                    <a:cubicBezTo>
                      <a:pt x="15099" y="16656"/>
                      <a:pt x="15309" y="16135"/>
                      <a:pt x="15728" y="15615"/>
                    </a:cubicBezTo>
                    <a:cubicBezTo>
                      <a:pt x="16148" y="14834"/>
                      <a:pt x="16567" y="14313"/>
                      <a:pt x="16986" y="13533"/>
                    </a:cubicBezTo>
                    <a:cubicBezTo>
                      <a:pt x="17616" y="12492"/>
                      <a:pt x="18035" y="11191"/>
                      <a:pt x="18664" y="10150"/>
                    </a:cubicBezTo>
                    <a:cubicBezTo>
                      <a:pt x="19293" y="8848"/>
                      <a:pt x="19713" y="7807"/>
                      <a:pt x="20342" y="6506"/>
                    </a:cubicBezTo>
                    <a:cubicBezTo>
                      <a:pt x="20551" y="5986"/>
                      <a:pt x="20761" y="5726"/>
                      <a:pt x="20971" y="5205"/>
                    </a:cubicBezTo>
                    <a:cubicBezTo>
                      <a:pt x="20971" y="5205"/>
                      <a:pt x="20971" y="4945"/>
                      <a:pt x="21181" y="4945"/>
                    </a:cubicBezTo>
                    <a:cubicBezTo>
                      <a:pt x="21181" y="4685"/>
                      <a:pt x="21390" y="4164"/>
                      <a:pt x="21390" y="4164"/>
                    </a:cubicBezTo>
                    <a:cubicBezTo>
                      <a:pt x="21390" y="3904"/>
                      <a:pt x="21600" y="3644"/>
                      <a:pt x="21600" y="3383"/>
                    </a:cubicBezTo>
                    <a:cubicBezTo>
                      <a:pt x="20971" y="1822"/>
                      <a:pt x="20971" y="1561"/>
                      <a:pt x="20761" y="1041"/>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21" name="Google Shape;221;ge5669b8a30_1_195"/>
              <p:cNvSpPr/>
              <p:nvPr/>
            </p:nvSpPr>
            <p:spPr>
              <a:xfrm>
                <a:off x="6400437" y="3782676"/>
                <a:ext cx="252720" cy="204336"/>
              </a:xfrm>
              <a:custGeom>
                <a:rect b="b" l="l" r="r" t="t"/>
                <a:pathLst>
                  <a:path extrusionOk="0" h="21600" w="21600">
                    <a:moveTo>
                      <a:pt x="20761" y="1041"/>
                    </a:moveTo>
                    <a:cubicBezTo>
                      <a:pt x="20551" y="781"/>
                      <a:pt x="20342" y="521"/>
                      <a:pt x="20132" y="260"/>
                    </a:cubicBezTo>
                    <a:cubicBezTo>
                      <a:pt x="19922" y="0"/>
                      <a:pt x="19503" y="0"/>
                      <a:pt x="19293" y="0"/>
                    </a:cubicBezTo>
                    <a:cubicBezTo>
                      <a:pt x="19293" y="0"/>
                      <a:pt x="19293" y="0"/>
                      <a:pt x="19293" y="0"/>
                    </a:cubicBezTo>
                    <a:cubicBezTo>
                      <a:pt x="19083" y="0"/>
                      <a:pt x="18874" y="0"/>
                      <a:pt x="18874" y="0"/>
                    </a:cubicBezTo>
                    <a:cubicBezTo>
                      <a:pt x="18664" y="0"/>
                      <a:pt x="18245" y="260"/>
                      <a:pt x="18035" y="520"/>
                    </a:cubicBezTo>
                    <a:cubicBezTo>
                      <a:pt x="17825" y="781"/>
                      <a:pt x="17615" y="1041"/>
                      <a:pt x="17615" y="1301"/>
                    </a:cubicBezTo>
                    <a:cubicBezTo>
                      <a:pt x="17406" y="1561"/>
                      <a:pt x="17406" y="1822"/>
                      <a:pt x="17196" y="2342"/>
                    </a:cubicBezTo>
                    <a:cubicBezTo>
                      <a:pt x="16986" y="2863"/>
                      <a:pt x="16567" y="3643"/>
                      <a:pt x="16357" y="4164"/>
                    </a:cubicBezTo>
                    <a:cubicBezTo>
                      <a:pt x="15728" y="5465"/>
                      <a:pt x="15309" y="6506"/>
                      <a:pt x="14889" y="7807"/>
                    </a:cubicBezTo>
                    <a:cubicBezTo>
                      <a:pt x="14470" y="9108"/>
                      <a:pt x="13841" y="10149"/>
                      <a:pt x="13421" y="11451"/>
                    </a:cubicBezTo>
                    <a:cubicBezTo>
                      <a:pt x="13212" y="11971"/>
                      <a:pt x="13002" y="12752"/>
                      <a:pt x="12582" y="13272"/>
                    </a:cubicBezTo>
                    <a:cubicBezTo>
                      <a:pt x="12373" y="13532"/>
                      <a:pt x="12373" y="13792"/>
                      <a:pt x="12163" y="14053"/>
                    </a:cubicBezTo>
                    <a:cubicBezTo>
                      <a:pt x="11953" y="14573"/>
                      <a:pt x="11744" y="15094"/>
                      <a:pt x="11744" y="15614"/>
                    </a:cubicBezTo>
                    <a:cubicBezTo>
                      <a:pt x="11744" y="15614"/>
                      <a:pt x="11744" y="15875"/>
                      <a:pt x="11534" y="15875"/>
                    </a:cubicBezTo>
                    <a:cubicBezTo>
                      <a:pt x="11324" y="15614"/>
                      <a:pt x="11115" y="15094"/>
                      <a:pt x="10905" y="14834"/>
                    </a:cubicBezTo>
                    <a:cubicBezTo>
                      <a:pt x="10485" y="14053"/>
                      <a:pt x="10066" y="13532"/>
                      <a:pt x="9647" y="12751"/>
                    </a:cubicBezTo>
                    <a:cubicBezTo>
                      <a:pt x="8808" y="11190"/>
                      <a:pt x="7969" y="9629"/>
                      <a:pt x="6920" y="8067"/>
                    </a:cubicBezTo>
                    <a:cubicBezTo>
                      <a:pt x="6082" y="6766"/>
                      <a:pt x="5033" y="5465"/>
                      <a:pt x="3984" y="4163"/>
                    </a:cubicBezTo>
                    <a:cubicBezTo>
                      <a:pt x="3355" y="3643"/>
                      <a:pt x="2936" y="2862"/>
                      <a:pt x="2307" y="2342"/>
                    </a:cubicBezTo>
                    <a:cubicBezTo>
                      <a:pt x="2097" y="2342"/>
                      <a:pt x="2097" y="2082"/>
                      <a:pt x="1887" y="2082"/>
                    </a:cubicBezTo>
                    <a:cubicBezTo>
                      <a:pt x="1678" y="2082"/>
                      <a:pt x="1468" y="1822"/>
                      <a:pt x="1468" y="1822"/>
                    </a:cubicBezTo>
                    <a:cubicBezTo>
                      <a:pt x="1258" y="1561"/>
                      <a:pt x="839" y="1301"/>
                      <a:pt x="629" y="1301"/>
                    </a:cubicBezTo>
                    <a:cubicBezTo>
                      <a:pt x="629" y="1301"/>
                      <a:pt x="419" y="1041"/>
                      <a:pt x="419" y="1041"/>
                    </a:cubicBezTo>
                    <a:cubicBezTo>
                      <a:pt x="419" y="1041"/>
                      <a:pt x="419" y="1041"/>
                      <a:pt x="210" y="1041"/>
                    </a:cubicBezTo>
                    <a:cubicBezTo>
                      <a:pt x="0" y="1041"/>
                      <a:pt x="0" y="1041"/>
                      <a:pt x="0" y="1301"/>
                    </a:cubicBezTo>
                    <a:lnTo>
                      <a:pt x="0" y="1301"/>
                    </a:lnTo>
                    <a:cubicBezTo>
                      <a:pt x="0" y="1301"/>
                      <a:pt x="0" y="1301"/>
                      <a:pt x="0" y="1561"/>
                    </a:cubicBezTo>
                    <a:cubicBezTo>
                      <a:pt x="0" y="1561"/>
                      <a:pt x="0" y="1561"/>
                      <a:pt x="0" y="1561"/>
                    </a:cubicBezTo>
                    <a:cubicBezTo>
                      <a:pt x="0" y="1561"/>
                      <a:pt x="210" y="1822"/>
                      <a:pt x="210" y="1822"/>
                    </a:cubicBezTo>
                    <a:cubicBezTo>
                      <a:pt x="210" y="2082"/>
                      <a:pt x="419" y="2342"/>
                      <a:pt x="419" y="2602"/>
                    </a:cubicBezTo>
                    <a:cubicBezTo>
                      <a:pt x="419" y="2863"/>
                      <a:pt x="419" y="3383"/>
                      <a:pt x="419" y="3643"/>
                    </a:cubicBezTo>
                    <a:cubicBezTo>
                      <a:pt x="419" y="3904"/>
                      <a:pt x="419" y="4424"/>
                      <a:pt x="629" y="4945"/>
                    </a:cubicBezTo>
                    <a:cubicBezTo>
                      <a:pt x="839" y="5465"/>
                      <a:pt x="839" y="5725"/>
                      <a:pt x="1049" y="6246"/>
                    </a:cubicBezTo>
                    <a:cubicBezTo>
                      <a:pt x="1258" y="6766"/>
                      <a:pt x="1468" y="7287"/>
                      <a:pt x="1678" y="8067"/>
                    </a:cubicBezTo>
                    <a:cubicBezTo>
                      <a:pt x="1887" y="8848"/>
                      <a:pt x="2307" y="9629"/>
                      <a:pt x="2726" y="10410"/>
                    </a:cubicBezTo>
                    <a:cubicBezTo>
                      <a:pt x="2936" y="11190"/>
                      <a:pt x="3355" y="11711"/>
                      <a:pt x="3775" y="12492"/>
                    </a:cubicBezTo>
                    <a:cubicBezTo>
                      <a:pt x="4404" y="13793"/>
                      <a:pt x="5243" y="15354"/>
                      <a:pt x="5872" y="16655"/>
                    </a:cubicBezTo>
                    <a:cubicBezTo>
                      <a:pt x="6291" y="17436"/>
                      <a:pt x="6711" y="17957"/>
                      <a:pt x="6920" y="18737"/>
                    </a:cubicBezTo>
                    <a:cubicBezTo>
                      <a:pt x="7130" y="19258"/>
                      <a:pt x="7550" y="19778"/>
                      <a:pt x="7759" y="20299"/>
                    </a:cubicBezTo>
                    <a:cubicBezTo>
                      <a:pt x="8179" y="20819"/>
                      <a:pt x="8808" y="21340"/>
                      <a:pt x="9437" y="21600"/>
                    </a:cubicBezTo>
                    <a:cubicBezTo>
                      <a:pt x="9647" y="21600"/>
                      <a:pt x="9856" y="21600"/>
                      <a:pt x="10066" y="21600"/>
                    </a:cubicBezTo>
                    <a:cubicBezTo>
                      <a:pt x="10485" y="21600"/>
                      <a:pt x="10905" y="21600"/>
                      <a:pt x="11115" y="21340"/>
                    </a:cubicBezTo>
                    <a:cubicBezTo>
                      <a:pt x="11534" y="21080"/>
                      <a:pt x="11744" y="20819"/>
                      <a:pt x="11953" y="20299"/>
                    </a:cubicBezTo>
                    <a:cubicBezTo>
                      <a:pt x="11953" y="20039"/>
                      <a:pt x="12163" y="19778"/>
                      <a:pt x="12163" y="19778"/>
                    </a:cubicBezTo>
                    <a:cubicBezTo>
                      <a:pt x="12373" y="19778"/>
                      <a:pt x="12373" y="19518"/>
                      <a:pt x="12582" y="19518"/>
                    </a:cubicBezTo>
                    <a:cubicBezTo>
                      <a:pt x="12792" y="19258"/>
                      <a:pt x="13212" y="18998"/>
                      <a:pt x="13421" y="18737"/>
                    </a:cubicBezTo>
                    <a:cubicBezTo>
                      <a:pt x="13631" y="18477"/>
                      <a:pt x="13841" y="18217"/>
                      <a:pt x="14050" y="17957"/>
                    </a:cubicBezTo>
                    <a:cubicBezTo>
                      <a:pt x="14260" y="17696"/>
                      <a:pt x="14470" y="17436"/>
                      <a:pt x="14680" y="17176"/>
                    </a:cubicBezTo>
                    <a:cubicBezTo>
                      <a:pt x="15099" y="16655"/>
                      <a:pt x="15309" y="16135"/>
                      <a:pt x="15728" y="15614"/>
                    </a:cubicBezTo>
                    <a:cubicBezTo>
                      <a:pt x="16148" y="14834"/>
                      <a:pt x="16567" y="14313"/>
                      <a:pt x="16986" y="13532"/>
                    </a:cubicBezTo>
                    <a:cubicBezTo>
                      <a:pt x="17616" y="12491"/>
                      <a:pt x="18035" y="11190"/>
                      <a:pt x="18664" y="10149"/>
                    </a:cubicBezTo>
                    <a:cubicBezTo>
                      <a:pt x="19293" y="8848"/>
                      <a:pt x="19713" y="7807"/>
                      <a:pt x="20342" y="6506"/>
                    </a:cubicBezTo>
                    <a:cubicBezTo>
                      <a:pt x="20551" y="5985"/>
                      <a:pt x="20761" y="5725"/>
                      <a:pt x="20971" y="5204"/>
                    </a:cubicBezTo>
                    <a:cubicBezTo>
                      <a:pt x="20971" y="5204"/>
                      <a:pt x="20971" y="4944"/>
                      <a:pt x="21181" y="4944"/>
                    </a:cubicBezTo>
                    <a:cubicBezTo>
                      <a:pt x="21181" y="4684"/>
                      <a:pt x="21390" y="4163"/>
                      <a:pt x="21390" y="4163"/>
                    </a:cubicBezTo>
                    <a:cubicBezTo>
                      <a:pt x="21390" y="3903"/>
                      <a:pt x="21600" y="3643"/>
                      <a:pt x="21600" y="3383"/>
                    </a:cubicBezTo>
                    <a:cubicBezTo>
                      <a:pt x="20971" y="1822"/>
                      <a:pt x="20971" y="1301"/>
                      <a:pt x="20761" y="1041"/>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22" name="Google Shape;222;ge5669b8a30_1_195"/>
              <p:cNvSpPr/>
              <p:nvPr/>
            </p:nvSpPr>
            <p:spPr>
              <a:xfrm>
                <a:off x="2493390" y="3046000"/>
                <a:ext cx="252720" cy="203202"/>
              </a:xfrm>
              <a:custGeom>
                <a:rect b="b" l="l" r="r" t="t"/>
                <a:pathLst>
                  <a:path extrusionOk="0" h="21600" w="21600">
                    <a:moveTo>
                      <a:pt x="839" y="1041"/>
                    </a:moveTo>
                    <a:cubicBezTo>
                      <a:pt x="1049" y="781"/>
                      <a:pt x="1258" y="520"/>
                      <a:pt x="1468" y="260"/>
                    </a:cubicBezTo>
                    <a:cubicBezTo>
                      <a:pt x="1678" y="0"/>
                      <a:pt x="2097" y="0"/>
                      <a:pt x="2307" y="0"/>
                    </a:cubicBezTo>
                    <a:cubicBezTo>
                      <a:pt x="2307" y="0"/>
                      <a:pt x="2307" y="0"/>
                      <a:pt x="2307" y="0"/>
                    </a:cubicBezTo>
                    <a:cubicBezTo>
                      <a:pt x="2517" y="0"/>
                      <a:pt x="2726" y="0"/>
                      <a:pt x="2726" y="0"/>
                    </a:cubicBezTo>
                    <a:cubicBezTo>
                      <a:pt x="2936" y="0"/>
                      <a:pt x="3355" y="260"/>
                      <a:pt x="3565" y="521"/>
                    </a:cubicBezTo>
                    <a:cubicBezTo>
                      <a:pt x="3775" y="781"/>
                      <a:pt x="3985" y="1041"/>
                      <a:pt x="3985" y="1301"/>
                    </a:cubicBezTo>
                    <a:cubicBezTo>
                      <a:pt x="4194" y="1561"/>
                      <a:pt x="4194" y="1822"/>
                      <a:pt x="4404" y="2342"/>
                    </a:cubicBezTo>
                    <a:cubicBezTo>
                      <a:pt x="4614" y="2863"/>
                      <a:pt x="5033" y="3643"/>
                      <a:pt x="5243" y="4164"/>
                    </a:cubicBezTo>
                    <a:cubicBezTo>
                      <a:pt x="5872" y="5465"/>
                      <a:pt x="6291" y="6506"/>
                      <a:pt x="6711" y="7807"/>
                    </a:cubicBezTo>
                    <a:cubicBezTo>
                      <a:pt x="7130" y="9109"/>
                      <a:pt x="7759" y="10150"/>
                      <a:pt x="8179" y="11451"/>
                    </a:cubicBezTo>
                    <a:cubicBezTo>
                      <a:pt x="8388" y="11971"/>
                      <a:pt x="8598" y="12752"/>
                      <a:pt x="9018" y="13273"/>
                    </a:cubicBezTo>
                    <a:cubicBezTo>
                      <a:pt x="9227" y="13533"/>
                      <a:pt x="9227" y="13793"/>
                      <a:pt x="9437" y="14053"/>
                    </a:cubicBezTo>
                    <a:cubicBezTo>
                      <a:pt x="9647" y="14574"/>
                      <a:pt x="9856" y="15094"/>
                      <a:pt x="9856" y="15615"/>
                    </a:cubicBezTo>
                    <a:cubicBezTo>
                      <a:pt x="9856" y="15615"/>
                      <a:pt x="9856" y="15875"/>
                      <a:pt x="10066" y="15875"/>
                    </a:cubicBezTo>
                    <a:cubicBezTo>
                      <a:pt x="10276" y="15615"/>
                      <a:pt x="10485" y="15094"/>
                      <a:pt x="10695" y="14834"/>
                    </a:cubicBezTo>
                    <a:cubicBezTo>
                      <a:pt x="11115" y="14053"/>
                      <a:pt x="11534" y="13533"/>
                      <a:pt x="11953" y="12752"/>
                    </a:cubicBezTo>
                    <a:cubicBezTo>
                      <a:pt x="12792" y="11191"/>
                      <a:pt x="13631" y="9629"/>
                      <a:pt x="14680" y="8068"/>
                    </a:cubicBezTo>
                    <a:cubicBezTo>
                      <a:pt x="15518" y="6766"/>
                      <a:pt x="16567" y="5465"/>
                      <a:pt x="17616" y="4164"/>
                    </a:cubicBezTo>
                    <a:cubicBezTo>
                      <a:pt x="18245" y="3643"/>
                      <a:pt x="18664" y="2863"/>
                      <a:pt x="19293" y="2342"/>
                    </a:cubicBezTo>
                    <a:cubicBezTo>
                      <a:pt x="19503" y="2342"/>
                      <a:pt x="19503" y="2082"/>
                      <a:pt x="19713" y="2082"/>
                    </a:cubicBezTo>
                    <a:cubicBezTo>
                      <a:pt x="19922" y="2082"/>
                      <a:pt x="20132" y="1822"/>
                      <a:pt x="20132" y="1822"/>
                    </a:cubicBezTo>
                    <a:cubicBezTo>
                      <a:pt x="20342" y="1562"/>
                      <a:pt x="20761" y="1301"/>
                      <a:pt x="20971" y="1301"/>
                    </a:cubicBezTo>
                    <a:cubicBezTo>
                      <a:pt x="20971" y="1301"/>
                      <a:pt x="21181" y="1041"/>
                      <a:pt x="21181" y="1041"/>
                    </a:cubicBezTo>
                    <a:cubicBezTo>
                      <a:pt x="21181" y="1041"/>
                      <a:pt x="21181" y="1041"/>
                      <a:pt x="21390" y="1041"/>
                    </a:cubicBezTo>
                    <a:cubicBezTo>
                      <a:pt x="21600" y="1041"/>
                      <a:pt x="21600" y="1041"/>
                      <a:pt x="21600" y="1301"/>
                    </a:cubicBezTo>
                    <a:lnTo>
                      <a:pt x="21600" y="1301"/>
                    </a:lnTo>
                    <a:cubicBezTo>
                      <a:pt x="21600" y="1301"/>
                      <a:pt x="21600" y="1301"/>
                      <a:pt x="21600" y="1562"/>
                    </a:cubicBezTo>
                    <a:cubicBezTo>
                      <a:pt x="21600" y="1562"/>
                      <a:pt x="21600" y="1562"/>
                      <a:pt x="21600" y="1562"/>
                    </a:cubicBezTo>
                    <a:cubicBezTo>
                      <a:pt x="21600" y="1562"/>
                      <a:pt x="21390" y="1822"/>
                      <a:pt x="21390" y="1822"/>
                    </a:cubicBezTo>
                    <a:cubicBezTo>
                      <a:pt x="21390" y="2082"/>
                      <a:pt x="21181" y="2342"/>
                      <a:pt x="21181" y="2602"/>
                    </a:cubicBezTo>
                    <a:cubicBezTo>
                      <a:pt x="21181" y="2863"/>
                      <a:pt x="21181" y="3383"/>
                      <a:pt x="21181" y="3643"/>
                    </a:cubicBezTo>
                    <a:cubicBezTo>
                      <a:pt x="21181" y="3904"/>
                      <a:pt x="21181" y="4424"/>
                      <a:pt x="20971" y="4945"/>
                    </a:cubicBezTo>
                    <a:cubicBezTo>
                      <a:pt x="20761" y="5465"/>
                      <a:pt x="20761" y="5725"/>
                      <a:pt x="20551" y="6246"/>
                    </a:cubicBezTo>
                    <a:cubicBezTo>
                      <a:pt x="20342" y="6766"/>
                      <a:pt x="20132" y="7287"/>
                      <a:pt x="19922" y="8068"/>
                    </a:cubicBezTo>
                    <a:cubicBezTo>
                      <a:pt x="19713" y="8848"/>
                      <a:pt x="19293" y="9629"/>
                      <a:pt x="18874" y="10410"/>
                    </a:cubicBezTo>
                    <a:cubicBezTo>
                      <a:pt x="18664" y="11191"/>
                      <a:pt x="18245" y="11711"/>
                      <a:pt x="17825" y="12492"/>
                    </a:cubicBezTo>
                    <a:cubicBezTo>
                      <a:pt x="17196" y="13793"/>
                      <a:pt x="16357" y="15354"/>
                      <a:pt x="15728" y="16656"/>
                    </a:cubicBezTo>
                    <a:cubicBezTo>
                      <a:pt x="15309" y="17436"/>
                      <a:pt x="14889" y="17957"/>
                      <a:pt x="14680" y="18737"/>
                    </a:cubicBezTo>
                    <a:cubicBezTo>
                      <a:pt x="14470" y="19258"/>
                      <a:pt x="14050" y="19778"/>
                      <a:pt x="13841" y="20299"/>
                    </a:cubicBezTo>
                    <a:cubicBezTo>
                      <a:pt x="13421" y="20819"/>
                      <a:pt x="12792" y="21340"/>
                      <a:pt x="12163" y="21600"/>
                    </a:cubicBezTo>
                    <a:cubicBezTo>
                      <a:pt x="11953" y="21600"/>
                      <a:pt x="11744" y="21600"/>
                      <a:pt x="11534" y="21600"/>
                    </a:cubicBezTo>
                    <a:cubicBezTo>
                      <a:pt x="11115" y="21600"/>
                      <a:pt x="10695" y="21600"/>
                      <a:pt x="10485" y="21340"/>
                    </a:cubicBezTo>
                    <a:cubicBezTo>
                      <a:pt x="10066" y="21080"/>
                      <a:pt x="9856" y="20819"/>
                      <a:pt x="9647" y="20299"/>
                    </a:cubicBezTo>
                    <a:cubicBezTo>
                      <a:pt x="9647" y="20039"/>
                      <a:pt x="9437" y="19778"/>
                      <a:pt x="9437" y="19778"/>
                    </a:cubicBezTo>
                    <a:cubicBezTo>
                      <a:pt x="9227" y="19778"/>
                      <a:pt x="9227" y="19518"/>
                      <a:pt x="9017" y="19518"/>
                    </a:cubicBezTo>
                    <a:cubicBezTo>
                      <a:pt x="8808" y="19258"/>
                      <a:pt x="8388" y="18998"/>
                      <a:pt x="8179" y="18737"/>
                    </a:cubicBezTo>
                    <a:cubicBezTo>
                      <a:pt x="7969" y="18477"/>
                      <a:pt x="7759" y="18217"/>
                      <a:pt x="7550" y="17957"/>
                    </a:cubicBezTo>
                    <a:cubicBezTo>
                      <a:pt x="7340" y="17697"/>
                      <a:pt x="7130" y="17436"/>
                      <a:pt x="6920" y="17176"/>
                    </a:cubicBezTo>
                    <a:cubicBezTo>
                      <a:pt x="6501" y="16656"/>
                      <a:pt x="6291" y="16135"/>
                      <a:pt x="5872" y="15615"/>
                    </a:cubicBezTo>
                    <a:cubicBezTo>
                      <a:pt x="5452" y="14834"/>
                      <a:pt x="5033" y="14313"/>
                      <a:pt x="4614" y="13533"/>
                    </a:cubicBezTo>
                    <a:cubicBezTo>
                      <a:pt x="3984" y="12492"/>
                      <a:pt x="3565" y="11191"/>
                      <a:pt x="2936" y="10150"/>
                    </a:cubicBezTo>
                    <a:cubicBezTo>
                      <a:pt x="2307" y="8848"/>
                      <a:pt x="1887" y="7807"/>
                      <a:pt x="1258" y="6506"/>
                    </a:cubicBezTo>
                    <a:cubicBezTo>
                      <a:pt x="1049" y="5986"/>
                      <a:pt x="839" y="5726"/>
                      <a:pt x="629" y="5205"/>
                    </a:cubicBezTo>
                    <a:cubicBezTo>
                      <a:pt x="629" y="5205"/>
                      <a:pt x="629" y="4945"/>
                      <a:pt x="419" y="4945"/>
                    </a:cubicBezTo>
                    <a:cubicBezTo>
                      <a:pt x="419" y="4685"/>
                      <a:pt x="210" y="4164"/>
                      <a:pt x="210" y="4164"/>
                    </a:cubicBezTo>
                    <a:cubicBezTo>
                      <a:pt x="210" y="3904"/>
                      <a:pt x="0" y="3644"/>
                      <a:pt x="0" y="3383"/>
                    </a:cubicBezTo>
                    <a:cubicBezTo>
                      <a:pt x="629" y="1822"/>
                      <a:pt x="629" y="1561"/>
                      <a:pt x="839" y="1041"/>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23" name="Google Shape;223;ge5669b8a30_1_195"/>
              <p:cNvSpPr/>
              <p:nvPr/>
            </p:nvSpPr>
            <p:spPr>
              <a:xfrm>
                <a:off x="2493390" y="3782676"/>
                <a:ext cx="252720" cy="204336"/>
              </a:xfrm>
              <a:custGeom>
                <a:rect b="b" l="l" r="r" t="t"/>
                <a:pathLst>
                  <a:path extrusionOk="0" h="21600" w="21600">
                    <a:moveTo>
                      <a:pt x="839" y="1041"/>
                    </a:moveTo>
                    <a:cubicBezTo>
                      <a:pt x="1049" y="781"/>
                      <a:pt x="1258" y="521"/>
                      <a:pt x="1468" y="260"/>
                    </a:cubicBezTo>
                    <a:cubicBezTo>
                      <a:pt x="1678" y="0"/>
                      <a:pt x="2097" y="0"/>
                      <a:pt x="2307" y="0"/>
                    </a:cubicBezTo>
                    <a:cubicBezTo>
                      <a:pt x="2307" y="0"/>
                      <a:pt x="2307" y="0"/>
                      <a:pt x="2307" y="0"/>
                    </a:cubicBezTo>
                    <a:cubicBezTo>
                      <a:pt x="2517" y="0"/>
                      <a:pt x="2726" y="0"/>
                      <a:pt x="2726" y="0"/>
                    </a:cubicBezTo>
                    <a:cubicBezTo>
                      <a:pt x="2936" y="0"/>
                      <a:pt x="3355" y="260"/>
                      <a:pt x="3565" y="520"/>
                    </a:cubicBezTo>
                    <a:cubicBezTo>
                      <a:pt x="3775" y="781"/>
                      <a:pt x="3985" y="1041"/>
                      <a:pt x="3985" y="1301"/>
                    </a:cubicBezTo>
                    <a:cubicBezTo>
                      <a:pt x="4194" y="1561"/>
                      <a:pt x="4194" y="1822"/>
                      <a:pt x="4404" y="2342"/>
                    </a:cubicBezTo>
                    <a:cubicBezTo>
                      <a:pt x="4614" y="2863"/>
                      <a:pt x="5033" y="3643"/>
                      <a:pt x="5243" y="4164"/>
                    </a:cubicBezTo>
                    <a:cubicBezTo>
                      <a:pt x="5872" y="5465"/>
                      <a:pt x="6291" y="6506"/>
                      <a:pt x="6711" y="7807"/>
                    </a:cubicBezTo>
                    <a:cubicBezTo>
                      <a:pt x="7130" y="9108"/>
                      <a:pt x="7759" y="10149"/>
                      <a:pt x="8179" y="11451"/>
                    </a:cubicBezTo>
                    <a:cubicBezTo>
                      <a:pt x="8388" y="11971"/>
                      <a:pt x="8598" y="12752"/>
                      <a:pt x="9018" y="13272"/>
                    </a:cubicBezTo>
                    <a:cubicBezTo>
                      <a:pt x="9227" y="13532"/>
                      <a:pt x="9227" y="13792"/>
                      <a:pt x="9437" y="14053"/>
                    </a:cubicBezTo>
                    <a:cubicBezTo>
                      <a:pt x="9647" y="14573"/>
                      <a:pt x="9856" y="15094"/>
                      <a:pt x="9856" y="15614"/>
                    </a:cubicBezTo>
                    <a:cubicBezTo>
                      <a:pt x="9856" y="15614"/>
                      <a:pt x="9856" y="15875"/>
                      <a:pt x="10066" y="15875"/>
                    </a:cubicBezTo>
                    <a:cubicBezTo>
                      <a:pt x="10276" y="15614"/>
                      <a:pt x="10485" y="15094"/>
                      <a:pt x="10695" y="14834"/>
                    </a:cubicBezTo>
                    <a:cubicBezTo>
                      <a:pt x="11115" y="14053"/>
                      <a:pt x="11534" y="13532"/>
                      <a:pt x="11953" y="12751"/>
                    </a:cubicBezTo>
                    <a:cubicBezTo>
                      <a:pt x="12792" y="11190"/>
                      <a:pt x="13631" y="9629"/>
                      <a:pt x="14680" y="8067"/>
                    </a:cubicBezTo>
                    <a:cubicBezTo>
                      <a:pt x="15518" y="6766"/>
                      <a:pt x="16567" y="5465"/>
                      <a:pt x="17616" y="4163"/>
                    </a:cubicBezTo>
                    <a:cubicBezTo>
                      <a:pt x="18245" y="3643"/>
                      <a:pt x="18664" y="2862"/>
                      <a:pt x="19293" y="2342"/>
                    </a:cubicBezTo>
                    <a:cubicBezTo>
                      <a:pt x="19503" y="2342"/>
                      <a:pt x="19503" y="2082"/>
                      <a:pt x="19713" y="2082"/>
                    </a:cubicBezTo>
                    <a:cubicBezTo>
                      <a:pt x="19922" y="2082"/>
                      <a:pt x="20132" y="1822"/>
                      <a:pt x="20132" y="1822"/>
                    </a:cubicBezTo>
                    <a:cubicBezTo>
                      <a:pt x="20342" y="1561"/>
                      <a:pt x="20761" y="1301"/>
                      <a:pt x="20971" y="1301"/>
                    </a:cubicBezTo>
                    <a:cubicBezTo>
                      <a:pt x="20971" y="1301"/>
                      <a:pt x="21181" y="1041"/>
                      <a:pt x="21181" y="1041"/>
                    </a:cubicBezTo>
                    <a:cubicBezTo>
                      <a:pt x="21181" y="1041"/>
                      <a:pt x="21181" y="1041"/>
                      <a:pt x="21390" y="1041"/>
                    </a:cubicBezTo>
                    <a:cubicBezTo>
                      <a:pt x="21600" y="1041"/>
                      <a:pt x="21600" y="1041"/>
                      <a:pt x="21600" y="1301"/>
                    </a:cubicBezTo>
                    <a:lnTo>
                      <a:pt x="21600" y="1301"/>
                    </a:lnTo>
                    <a:cubicBezTo>
                      <a:pt x="21600" y="1301"/>
                      <a:pt x="21600" y="1301"/>
                      <a:pt x="21600" y="1561"/>
                    </a:cubicBezTo>
                    <a:cubicBezTo>
                      <a:pt x="21600" y="1561"/>
                      <a:pt x="21600" y="1561"/>
                      <a:pt x="21600" y="1561"/>
                    </a:cubicBezTo>
                    <a:cubicBezTo>
                      <a:pt x="21600" y="1561"/>
                      <a:pt x="21390" y="1822"/>
                      <a:pt x="21390" y="1822"/>
                    </a:cubicBezTo>
                    <a:cubicBezTo>
                      <a:pt x="21390" y="2082"/>
                      <a:pt x="21181" y="2342"/>
                      <a:pt x="21181" y="2602"/>
                    </a:cubicBezTo>
                    <a:cubicBezTo>
                      <a:pt x="21181" y="2863"/>
                      <a:pt x="21181" y="3383"/>
                      <a:pt x="21181" y="3643"/>
                    </a:cubicBezTo>
                    <a:cubicBezTo>
                      <a:pt x="21181" y="3904"/>
                      <a:pt x="21181" y="4424"/>
                      <a:pt x="20971" y="4945"/>
                    </a:cubicBezTo>
                    <a:cubicBezTo>
                      <a:pt x="20761" y="5465"/>
                      <a:pt x="20761" y="5725"/>
                      <a:pt x="20551" y="6246"/>
                    </a:cubicBezTo>
                    <a:cubicBezTo>
                      <a:pt x="20342" y="6766"/>
                      <a:pt x="20132" y="7287"/>
                      <a:pt x="19922" y="8067"/>
                    </a:cubicBezTo>
                    <a:cubicBezTo>
                      <a:pt x="19713" y="8848"/>
                      <a:pt x="19293" y="9629"/>
                      <a:pt x="18874" y="10410"/>
                    </a:cubicBezTo>
                    <a:cubicBezTo>
                      <a:pt x="18664" y="11190"/>
                      <a:pt x="18245" y="11711"/>
                      <a:pt x="17825" y="12492"/>
                    </a:cubicBezTo>
                    <a:cubicBezTo>
                      <a:pt x="17196" y="13793"/>
                      <a:pt x="16357" y="15354"/>
                      <a:pt x="15728" y="16655"/>
                    </a:cubicBezTo>
                    <a:cubicBezTo>
                      <a:pt x="15309" y="17436"/>
                      <a:pt x="14889" y="17957"/>
                      <a:pt x="14680" y="18737"/>
                    </a:cubicBezTo>
                    <a:cubicBezTo>
                      <a:pt x="14470" y="19258"/>
                      <a:pt x="14050" y="19778"/>
                      <a:pt x="13841" y="20299"/>
                    </a:cubicBezTo>
                    <a:cubicBezTo>
                      <a:pt x="13421" y="20819"/>
                      <a:pt x="12792" y="21340"/>
                      <a:pt x="12163" y="21600"/>
                    </a:cubicBezTo>
                    <a:cubicBezTo>
                      <a:pt x="11953" y="21600"/>
                      <a:pt x="11744" y="21600"/>
                      <a:pt x="11534" y="21600"/>
                    </a:cubicBezTo>
                    <a:cubicBezTo>
                      <a:pt x="11115" y="21600"/>
                      <a:pt x="10695" y="21600"/>
                      <a:pt x="10485" y="21340"/>
                    </a:cubicBezTo>
                    <a:cubicBezTo>
                      <a:pt x="10066" y="21080"/>
                      <a:pt x="9856" y="20819"/>
                      <a:pt x="9647" y="20299"/>
                    </a:cubicBezTo>
                    <a:cubicBezTo>
                      <a:pt x="9647" y="20039"/>
                      <a:pt x="9437" y="19778"/>
                      <a:pt x="9437" y="19778"/>
                    </a:cubicBezTo>
                    <a:cubicBezTo>
                      <a:pt x="9227" y="19778"/>
                      <a:pt x="9227" y="19518"/>
                      <a:pt x="9017" y="19518"/>
                    </a:cubicBezTo>
                    <a:cubicBezTo>
                      <a:pt x="8808" y="19258"/>
                      <a:pt x="8388" y="18998"/>
                      <a:pt x="8179" y="18737"/>
                    </a:cubicBezTo>
                    <a:cubicBezTo>
                      <a:pt x="7969" y="18477"/>
                      <a:pt x="7759" y="18217"/>
                      <a:pt x="7550" y="17957"/>
                    </a:cubicBezTo>
                    <a:cubicBezTo>
                      <a:pt x="7340" y="17696"/>
                      <a:pt x="7130" y="17436"/>
                      <a:pt x="6920" y="17176"/>
                    </a:cubicBezTo>
                    <a:cubicBezTo>
                      <a:pt x="6501" y="16655"/>
                      <a:pt x="6291" y="16135"/>
                      <a:pt x="5872" y="15614"/>
                    </a:cubicBezTo>
                    <a:cubicBezTo>
                      <a:pt x="5452" y="14834"/>
                      <a:pt x="5033" y="14313"/>
                      <a:pt x="4614" y="13532"/>
                    </a:cubicBezTo>
                    <a:cubicBezTo>
                      <a:pt x="3984" y="12491"/>
                      <a:pt x="3565" y="11190"/>
                      <a:pt x="2936" y="10149"/>
                    </a:cubicBezTo>
                    <a:cubicBezTo>
                      <a:pt x="2307" y="8848"/>
                      <a:pt x="1887" y="7807"/>
                      <a:pt x="1258" y="6506"/>
                    </a:cubicBezTo>
                    <a:cubicBezTo>
                      <a:pt x="1049" y="5985"/>
                      <a:pt x="839" y="5725"/>
                      <a:pt x="629" y="5204"/>
                    </a:cubicBezTo>
                    <a:cubicBezTo>
                      <a:pt x="629" y="5204"/>
                      <a:pt x="629" y="4944"/>
                      <a:pt x="419" y="4944"/>
                    </a:cubicBezTo>
                    <a:cubicBezTo>
                      <a:pt x="419" y="4684"/>
                      <a:pt x="210" y="4163"/>
                      <a:pt x="210" y="4163"/>
                    </a:cubicBezTo>
                    <a:cubicBezTo>
                      <a:pt x="210" y="3903"/>
                      <a:pt x="0" y="3643"/>
                      <a:pt x="0" y="3383"/>
                    </a:cubicBezTo>
                    <a:cubicBezTo>
                      <a:pt x="629" y="1822"/>
                      <a:pt x="629" y="1301"/>
                      <a:pt x="839" y="1041"/>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24" name="Google Shape;224;ge5669b8a30_1_195"/>
              <p:cNvSpPr txBox="1"/>
              <p:nvPr/>
            </p:nvSpPr>
            <p:spPr>
              <a:xfrm>
                <a:off x="1904140" y="2599784"/>
                <a:ext cx="1439700" cy="3159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rgbClr val="000000"/>
                    </a:solidFill>
                    <a:latin typeface="Arial"/>
                    <a:ea typeface="Arial"/>
                    <a:cs typeface="Arial"/>
                    <a:sym typeface="Arial"/>
                  </a:rPr>
                  <a:t>Mosi</a:t>
                </a:r>
                <a:endParaRPr b="0" i="0" sz="1600" u="none" cap="none" strike="noStrike">
                  <a:solidFill>
                    <a:srgbClr val="000000"/>
                  </a:solidFill>
                  <a:latin typeface="Arial"/>
                  <a:ea typeface="Arial"/>
                  <a:cs typeface="Arial"/>
                  <a:sym typeface="Arial"/>
                </a:endParaRPr>
              </a:p>
            </p:txBody>
          </p:sp>
          <p:sp>
            <p:nvSpPr>
              <p:cNvPr id="225" name="Google Shape;225;ge5669b8a30_1_195"/>
              <p:cNvSpPr txBox="1"/>
              <p:nvPr/>
            </p:nvSpPr>
            <p:spPr>
              <a:xfrm>
                <a:off x="1904140" y="3354854"/>
                <a:ext cx="1439700" cy="3159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rgbClr val="000000"/>
                    </a:solidFill>
                    <a:latin typeface="Arial"/>
                    <a:ea typeface="Arial"/>
                    <a:cs typeface="Arial"/>
                    <a:sym typeface="Arial"/>
                  </a:rPr>
                  <a:t>Moderator</a:t>
                </a:r>
                <a:endParaRPr b="0" i="0" sz="1600" u="none" cap="none" strike="noStrike">
                  <a:solidFill>
                    <a:srgbClr val="000000"/>
                  </a:solidFill>
                  <a:latin typeface="Arial"/>
                  <a:ea typeface="Arial"/>
                  <a:cs typeface="Arial"/>
                  <a:sym typeface="Arial"/>
                </a:endParaRPr>
              </a:p>
            </p:txBody>
          </p:sp>
          <p:sp>
            <p:nvSpPr>
              <p:cNvPr id="226" name="Google Shape;226;ge5669b8a30_1_195"/>
              <p:cNvSpPr txBox="1"/>
              <p:nvPr/>
            </p:nvSpPr>
            <p:spPr>
              <a:xfrm>
                <a:off x="1904140" y="4177829"/>
                <a:ext cx="1439700" cy="3159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rgbClr val="000000"/>
                    </a:solidFill>
                    <a:latin typeface="Arial"/>
                    <a:ea typeface="Arial"/>
                    <a:cs typeface="Arial"/>
                    <a:sym typeface="Arial"/>
                  </a:rPr>
                  <a:t>Tim Afirmasi</a:t>
                </a:r>
                <a:endParaRPr b="0" i="0" sz="1600" u="none" cap="none" strike="noStrike">
                  <a:solidFill>
                    <a:srgbClr val="000000"/>
                  </a:solidFill>
                  <a:latin typeface="Arial"/>
                  <a:ea typeface="Arial"/>
                  <a:cs typeface="Arial"/>
                  <a:sym typeface="Arial"/>
                </a:endParaRPr>
              </a:p>
            </p:txBody>
          </p:sp>
          <p:sp>
            <p:nvSpPr>
              <p:cNvPr id="227" name="Google Shape;227;ge5669b8a30_1_195"/>
              <p:cNvSpPr txBox="1"/>
              <p:nvPr/>
            </p:nvSpPr>
            <p:spPr>
              <a:xfrm>
                <a:off x="5800162" y="2599784"/>
                <a:ext cx="1439700" cy="3159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rgbClr val="000000"/>
                    </a:solidFill>
                    <a:latin typeface="Arial"/>
                    <a:ea typeface="Arial"/>
                    <a:cs typeface="Arial"/>
                    <a:sym typeface="Arial"/>
                  </a:rPr>
                  <a:t>Tim Oposisi</a:t>
                </a:r>
                <a:endParaRPr b="0" i="0" sz="1600" u="none" cap="none" strike="noStrike">
                  <a:solidFill>
                    <a:srgbClr val="000000"/>
                  </a:solidFill>
                  <a:latin typeface="Arial"/>
                  <a:ea typeface="Arial"/>
                  <a:cs typeface="Arial"/>
                  <a:sym typeface="Arial"/>
                </a:endParaRPr>
              </a:p>
            </p:txBody>
          </p:sp>
          <p:sp>
            <p:nvSpPr>
              <p:cNvPr id="228" name="Google Shape;228;ge5669b8a30_1_195"/>
              <p:cNvSpPr txBox="1"/>
              <p:nvPr/>
            </p:nvSpPr>
            <p:spPr>
              <a:xfrm>
                <a:off x="5800162" y="3354854"/>
                <a:ext cx="1439700" cy="3159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rgbClr val="000000"/>
                    </a:solidFill>
                    <a:latin typeface="Arial"/>
                    <a:ea typeface="Arial"/>
                    <a:cs typeface="Arial"/>
                    <a:sym typeface="Arial"/>
                  </a:rPr>
                  <a:t>Tim Netral</a:t>
                </a:r>
                <a:endParaRPr b="0" i="0" sz="1600" u="none" cap="none" strike="noStrike">
                  <a:solidFill>
                    <a:srgbClr val="000000"/>
                  </a:solidFill>
                  <a:latin typeface="Arial"/>
                  <a:ea typeface="Arial"/>
                  <a:cs typeface="Arial"/>
                  <a:sym typeface="Arial"/>
                </a:endParaRPr>
              </a:p>
            </p:txBody>
          </p:sp>
          <p:sp>
            <p:nvSpPr>
              <p:cNvPr id="229" name="Google Shape;229;ge5669b8a30_1_195"/>
              <p:cNvSpPr txBox="1"/>
              <p:nvPr/>
            </p:nvSpPr>
            <p:spPr>
              <a:xfrm>
                <a:off x="5800162" y="4177829"/>
                <a:ext cx="1439700" cy="3159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rgbClr val="000000"/>
                    </a:solidFill>
                    <a:latin typeface="Arial"/>
                    <a:ea typeface="Arial"/>
                    <a:cs typeface="Arial"/>
                    <a:sym typeface="Arial"/>
                  </a:rPr>
                  <a:t>Notulis</a:t>
                </a:r>
                <a:endParaRPr b="0" i="0" sz="1600" u="none" cap="none" strike="noStrike">
                  <a:solidFill>
                    <a:srgbClr val="000000"/>
                  </a:solidFill>
                  <a:latin typeface="Arial"/>
                  <a:ea typeface="Arial"/>
                  <a:cs typeface="Arial"/>
                  <a:sym typeface="Arial"/>
                </a:endParaRPr>
              </a:p>
            </p:txBody>
          </p:sp>
          <p:sp>
            <p:nvSpPr>
              <p:cNvPr id="230" name="Google Shape;230;ge5669b8a30_1_195"/>
              <p:cNvSpPr/>
              <p:nvPr/>
            </p:nvSpPr>
            <p:spPr>
              <a:xfrm>
                <a:off x="4779414" y="1708497"/>
                <a:ext cx="1875110" cy="1206877"/>
              </a:xfrm>
              <a:custGeom>
                <a:rect b="b" l="l" r="r" t="t"/>
                <a:pathLst>
                  <a:path extrusionOk="0" h="1609169" w="2500146">
                    <a:moveTo>
                      <a:pt x="2457552" y="603219"/>
                    </a:moveTo>
                    <a:cubicBezTo>
                      <a:pt x="2457552" y="603219"/>
                      <a:pt x="2460817" y="603219"/>
                      <a:pt x="2464099" y="603219"/>
                    </a:cubicBezTo>
                    <a:cubicBezTo>
                      <a:pt x="2467380" y="603219"/>
                      <a:pt x="2473927" y="603219"/>
                      <a:pt x="2477208" y="606493"/>
                    </a:cubicBezTo>
                    <a:cubicBezTo>
                      <a:pt x="2480489" y="609766"/>
                      <a:pt x="2483755" y="613053"/>
                      <a:pt x="2487036" y="616326"/>
                    </a:cubicBezTo>
                    <a:cubicBezTo>
                      <a:pt x="2490318" y="619600"/>
                      <a:pt x="2490318" y="626160"/>
                      <a:pt x="2500146" y="645815"/>
                    </a:cubicBezTo>
                    <a:cubicBezTo>
                      <a:pt x="2500146" y="649101"/>
                      <a:pt x="2496865" y="652375"/>
                      <a:pt x="2496865" y="655648"/>
                    </a:cubicBezTo>
                    <a:cubicBezTo>
                      <a:pt x="2496865" y="655648"/>
                      <a:pt x="2493599" y="662208"/>
                      <a:pt x="2493599" y="665482"/>
                    </a:cubicBezTo>
                    <a:cubicBezTo>
                      <a:pt x="2490318" y="665482"/>
                      <a:pt x="2490318" y="668756"/>
                      <a:pt x="2490318" y="668756"/>
                    </a:cubicBezTo>
                    <a:cubicBezTo>
                      <a:pt x="2487036" y="675316"/>
                      <a:pt x="2483755" y="678589"/>
                      <a:pt x="2480489" y="685137"/>
                    </a:cubicBezTo>
                    <a:cubicBezTo>
                      <a:pt x="2470661" y="701518"/>
                      <a:pt x="2464099" y="714625"/>
                      <a:pt x="2454270" y="731019"/>
                    </a:cubicBezTo>
                    <a:cubicBezTo>
                      <a:pt x="2444442" y="744126"/>
                      <a:pt x="2437895" y="760507"/>
                      <a:pt x="2428051" y="773615"/>
                    </a:cubicBezTo>
                    <a:cubicBezTo>
                      <a:pt x="2421504" y="783436"/>
                      <a:pt x="2414957" y="789996"/>
                      <a:pt x="2408395" y="799829"/>
                    </a:cubicBezTo>
                    <a:cubicBezTo>
                      <a:pt x="2401848" y="806377"/>
                      <a:pt x="2398566" y="812937"/>
                      <a:pt x="2392019" y="819484"/>
                    </a:cubicBezTo>
                    <a:cubicBezTo>
                      <a:pt x="2388738" y="822758"/>
                      <a:pt x="2385457" y="826044"/>
                      <a:pt x="2382175" y="829318"/>
                    </a:cubicBezTo>
                    <a:cubicBezTo>
                      <a:pt x="2378910" y="832591"/>
                      <a:pt x="2375629" y="835865"/>
                      <a:pt x="2372347" y="839139"/>
                    </a:cubicBezTo>
                    <a:cubicBezTo>
                      <a:pt x="2369082" y="842425"/>
                      <a:pt x="2362519" y="845699"/>
                      <a:pt x="2359238" y="848972"/>
                    </a:cubicBezTo>
                    <a:cubicBezTo>
                      <a:pt x="2355972" y="848972"/>
                      <a:pt x="2355972" y="852246"/>
                      <a:pt x="2352691" y="852246"/>
                    </a:cubicBezTo>
                    <a:cubicBezTo>
                      <a:pt x="2352691" y="852246"/>
                      <a:pt x="2349409" y="855532"/>
                      <a:pt x="2349409" y="858806"/>
                    </a:cubicBezTo>
                    <a:cubicBezTo>
                      <a:pt x="2346144" y="865353"/>
                      <a:pt x="2342862" y="868640"/>
                      <a:pt x="2336315" y="871913"/>
                    </a:cubicBezTo>
                    <a:cubicBezTo>
                      <a:pt x="2333034" y="875187"/>
                      <a:pt x="2326472" y="875187"/>
                      <a:pt x="2319925" y="875187"/>
                    </a:cubicBezTo>
                    <a:cubicBezTo>
                      <a:pt x="2316643" y="875187"/>
                      <a:pt x="2313378" y="875187"/>
                      <a:pt x="2310096" y="875187"/>
                    </a:cubicBezTo>
                    <a:cubicBezTo>
                      <a:pt x="2300268" y="871913"/>
                      <a:pt x="2290440" y="865353"/>
                      <a:pt x="2283877" y="858806"/>
                    </a:cubicBezTo>
                    <a:cubicBezTo>
                      <a:pt x="2280611" y="852246"/>
                      <a:pt x="2274049" y="845699"/>
                      <a:pt x="2270768" y="839139"/>
                    </a:cubicBezTo>
                    <a:cubicBezTo>
                      <a:pt x="2267502" y="829318"/>
                      <a:pt x="2260939" y="822758"/>
                      <a:pt x="2254392" y="812937"/>
                    </a:cubicBezTo>
                    <a:cubicBezTo>
                      <a:pt x="2244564" y="796543"/>
                      <a:pt x="2231455" y="776888"/>
                      <a:pt x="2221626" y="760507"/>
                    </a:cubicBezTo>
                    <a:cubicBezTo>
                      <a:pt x="2215064" y="750674"/>
                      <a:pt x="2208517" y="744126"/>
                      <a:pt x="2205235" y="734293"/>
                    </a:cubicBezTo>
                    <a:cubicBezTo>
                      <a:pt x="2198688" y="724459"/>
                      <a:pt x="2192126" y="714625"/>
                      <a:pt x="2188860" y="704804"/>
                    </a:cubicBezTo>
                    <a:cubicBezTo>
                      <a:pt x="2185579" y="694970"/>
                      <a:pt x="2182298" y="688411"/>
                      <a:pt x="2179032" y="681863"/>
                    </a:cubicBezTo>
                    <a:cubicBezTo>
                      <a:pt x="2175751" y="675303"/>
                      <a:pt x="2175751" y="672029"/>
                      <a:pt x="2172469" y="665482"/>
                    </a:cubicBezTo>
                    <a:cubicBezTo>
                      <a:pt x="2169188" y="658922"/>
                      <a:pt x="2169188" y="652375"/>
                      <a:pt x="2169188" y="649088"/>
                    </a:cubicBezTo>
                    <a:cubicBezTo>
                      <a:pt x="2169188" y="645815"/>
                      <a:pt x="2169188" y="639267"/>
                      <a:pt x="2169188" y="635981"/>
                    </a:cubicBezTo>
                    <a:cubicBezTo>
                      <a:pt x="2169188" y="632707"/>
                      <a:pt x="2165922" y="629434"/>
                      <a:pt x="2165922" y="626160"/>
                    </a:cubicBezTo>
                    <a:cubicBezTo>
                      <a:pt x="2165922" y="626160"/>
                      <a:pt x="2162641" y="622886"/>
                      <a:pt x="2162641" y="622886"/>
                    </a:cubicBezTo>
                    <a:cubicBezTo>
                      <a:pt x="2162641" y="619600"/>
                      <a:pt x="2162641" y="619600"/>
                      <a:pt x="2162641" y="619600"/>
                    </a:cubicBezTo>
                    <a:cubicBezTo>
                      <a:pt x="2162641" y="616326"/>
                      <a:pt x="2162641" y="616326"/>
                      <a:pt x="2165922" y="616326"/>
                    </a:cubicBezTo>
                    <a:cubicBezTo>
                      <a:pt x="2169188" y="616326"/>
                      <a:pt x="2169188" y="616326"/>
                      <a:pt x="2169188" y="616326"/>
                    </a:cubicBezTo>
                    <a:cubicBezTo>
                      <a:pt x="2169188" y="616326"/>
                      <a:pt x="2172469" y="619600"/>
                      <a:pt x="2172469" y="619600"/>
                    </a:cubicBezTo>
                    <a:cubicBezTo>
                      <a:pt x="2175751" y="619600"/>
                      <a:pt x="2182298" y="622886"/>
                      <a:pt x="2185579" y="626160"/>
                    </a:cubicBezTo>
                    <a:cubicBezTo>
                      <a:pt x="2185579" y="626160"/>
                      <a:pt x="2188860" y="629434"/>
                      <a:pt x="2192126" y="629434"/>
                    </a:cubicBezTo>
                    <a:cubicBezTo>
                      <a:pt x="2195407" y="629434"/>
                      <a:pt x="2195407" y="632707"/>
                      <a:pt x="2198688" y="632707"/>
                    </a:cubicBezTo>
                    <a:cubicBezTo>
                      <a:pt x="2208517" y="639267"/>
                      <a:pt x="2215064" y="649088"/>
                      <a:pt x="2224892" y="655648"/>
                    </a:cubicBezTo>
                    <a:cubicBezTo>
                      <a:pt x="2241283" y="672029"/>
                      <a:pt x="2257674" y="688411"/>
                      <a:pt x="2270768" y="704804"/>
                    </a:cubicBezTo>
                    <a:cubicBezTo>
                      <a:pt x="2287158" y="724459"/>
                      <a:pt x="2300268" y="744126"/>
                      <a:pt x="2313378" y="763781"/>
                    </a:cubicBezTo>
                    <a:cubicBezTo>
                      <a:pt x="2319925" y="773615"/>
                      <a:pt x="2326472" y="780162"/>
                      <a:pt x="2333034" y="789996"/>
                    </a:cubicBezTo>
                    <a:cubicBezTo>
                      <a:pt x="2336315" y="793269"/>
                      <a:pt x="2339581" y="799829"/>
                      <a:pt x="2342862" y="803103"/>
                    </a:cubicBezTo>
                    <a:cubicBezTo>
                      <a:pt x="2346144" y="803103"/>
                      <a:pt x="2346144" y="799829"/>
                      <a:pt x="2346144" y="799829"/>
                    </a:cubicBezTo>
                    <a:cubicBezTo>
                      <a:pt x="2346144" y="793269"/>
                      <a:pt x="2349409" y="786722"/>
                      <a:pt x="2352691" y="780162"/>
                    </a:cubicBezTo>
                    <a:cubicBezTo>
                      <a:pt x="2355972" y="776888"/>
                      <a:pt x="2355972" y="773615"/>
                      <a:pt x="2359238" y="770341"/>
                    </a:cubicBezTo>
                    <a:cubicBezTo>
                      <a:pt x="2365800" y="763781"/>
                      <a:pt x="2369082" y="753947"/>
                      <a:pt x="2372347" y="747400"/>
                    </a:cubicBezTo>
                    <a:cubicBezTo>
                      <a:pt x="2378910" y="731019"/>
                      <a:pt x="2388738" y="717911"/>
                      <a:pt x="2395285" y="701518"/>
                    </a:cubicBezTo>
                    <a:cubicBezTo>
                      <a:pt x="2401848" y="685137"/>
                      <a:pt x="2408395" y="672029"/>
                      <a:pt x="2418223" y="655648"/>
                    </a:cubicBezTo>
                    <a:cubicBezTo>
                      <a:pt x="2421504" y="649088"/>
                      <a:pt x="2428051" y="639267"/>
                      <a:pt x="2431332" y="632707"/>
                    </a:cubicBezTo>
                    <a:cubicBezTo>
                      <a:pt x="2434614" y="626160"/>
                      <a:pt x="2434614" y="622874"/>
                      <a:pt x="2437879" y="619600"/>
                    </a:cubicBezTo>
                    <a:cubicBezTo>
                      <a:pt x="2437879" y="616326"/>
                      <a:pt x="2441161" y="613053"/>
                      <a:pt x="2444442" y="609779"/>
                    </a:cubicBezTo>
                    <a:cubicBezTo>
                      <a:pt x="2447723" y="606493"/>
                      <a:pt x="2454270" y="603219"/>
                      <a:pt x="2457552" y="603219"/>
                    </a:cubicBezTo>
                    <a:close/>
                    <a:moveTo>
                      <a:pt x="2304767" y="0"/>
                    </a:moveTo>
                    <a:lnTo>
                      <a:pt x="2315404" y="0"/>
                    </a:lnTo>
                    <a:lnTo>
                      <a:pt x="2316645" y="1231"/>
                    </a:lnTo>
                    <a:cubicBezTo>
                      <a:pt x="2319920" y="4515"/>
                      <a:pt x="2323200" y="4515"/>
                      <a:pt x="2326475" y="7798"/>
                    </a:cubicBezTo>
                    <a:cubicBezTo>
                      <a:pt x="2329754" y="11082"/>
                      <a:pt x="2329754" y="11082"/>
                      <a:pt x="2333029" y="14336"/>
                    </a:cubicBezTo>
                    <a:cubicBezTo>
                      <a:pt x="2336304" y="20903"/>
                      <a:pt x="2339583" y="24186"/>
                      <a:pt x="2342859" y="30724"/>
                    </a:cubicBezTo>
                    <a:lnTo>
                      <a:pt x="2348212" y="44991"/>
                    </a:lnTo>
                    <a:lnTo>
                      <a:pt x="2352684" y="49449"/>
                    </a:lnTo>
                    <a:cubicBezTo>
                      <a:pt x="2355971" y="52726"/>
                      <a:pt x="2355971" y="56003"/>
                      <a:pt x="2355971" y="55998"/>
                    </a:cubicBezTo>
                    <a:cubicBezTo>
                      <a:pt x="2355971" y="59274"/>
                      <a:pt x="2355971" y="59274"/>
                      <a:pt x="2355971" y="62551"/>
                    </a:cubicBezTo>
                    <a:lnTo>
                      <a:pt x="2354719" y="65048"/>
                    </a:lnTo>
                    <a:lnTo>
                      <a:pt x="2362522" y="96277"/>
                    </a:lnTo>
                    <a:cubicBezTo>
                      <a:pt x="2365797" y="112665"/>
                      <a:pt x="2365797" y="125770"/>
                      <a:pt x="2365797" y="138874"/>
                    </a:cubicBezTo>
                    <a:cubicBezTo>
                      <a:pt x="2369076" y="151979"/>
                      <a:pt x="2369076" y="165083"/>
                      <a:pt x="2369076" y="178188"/>
                    </a:cubicBezTo>
                    <a:cubicBezTo>
                      <a:pt x="2369076" y="191293"/>
                      <a:pt x="2369076" y="204397"/>
                      <a:pt x="2369076" y="217502"/>
                    </a:cubicBezTo>
                    <a:cubicBezTo>
                      <a:pt x="2369076" y="233890"/>
                      <a:pt x="2372351" y="246995"/>
                      <a:pt x="2372351" y="260100"/>
                    </a:cubicBezTo>
                    <a:cubicBezTo>
                      <a:pt x="2372351" y="273204"/>
                      <a:pt x="2372351" y="289592"/>
                      <a:pt x="2375631" y="302697"/>
                    </a:cubicBezTo>
                    <a:cubicBezTo>
                      <a:pt x="2378906" y="315802"/>
                      <a:pt x="2378906" y="328906"/>
                      <a:pt x="2382185" y="342011"/>
                    </a:cubicBezTo>
                    <a:cubicBezTo>
                      <a:pt x="2382185" y="358399"/>
                      <a:pt x="2385460" y="371504"/>
                      <a:pt x="2385460" y="384608"/>
                    </a:cubicBezTo>
                    <a:cubicBezTo>
                      <a:pt x="2385460" y="397743"/>
                      <a:pt x="2385460" y="410847"/>
                      <a:pt x="2385460" y="423952"/>
                    </a:cubicBezTo>
                    <a:cubicBezTo>
                      <a:pt x="2385460" y="437056"/>
                      <a:pt x="2382185" y="450161"/>
                      <a:pt x="2382185" y="463266"/>
                    </a:cubicBezTo>
                    <a:cubicBezTo>
                      <a:pt x="2378906" y="489475"/>
                      <a:pt x="2378906" y="518968"/>
                      <a:pt x="2378906" y="545177"/>
                    </a:cubicBezTo>
                    <a:cubicBezTo>
                      <a:pt x="2378906" y="551744"/>
                      <a:pt x="2378906" y="558282"/>
                      <a:pt x="2378906" y="564849"/>
                    </a:cubicBezTo>
                    <a:cubicBezTo>
                      <a:pt x="2378906" y="571386"/>
                      <a:pt x="2378906" y="577954"/>
                      <a:pt x="2378906" y="584491"/>
                    </a:cubicBezTo>
                    <a:cubicBezTo>
                      <a:pt x="2378906" y="591058"/>
                      <a:pt x="2378906" y="597596"/>
                      <a:pt x="2378906" y="604163"/>
                    </a:cubicBezTo>
                    <a:cubicBezTo>
                      <a:pt x="2378906" y="607446"/>
                      <a:pt x="2378906" y="610700"/>
                      <a:pt x="2378906" y="613984"/>
                    </a:cubicBezTo>
                    <a:cubicBezTo>
                      <a:pt x="2378906" y="613984"/>
                      <a:pt x="2378906" y="617267"/>
                      <a:pt x="2378906" y="617267"/>
                    </a:cubicBezTo>
                    <a:cubicBezTo>
                      <a:pt x="2378906" y="620551"/>
                      <a:pt x="2378906" y="623835"/>
                      <a:pt x="2372351" y="627089"/>
                    </a:cubicBezTo>
                    <a:cubicBezTo>
                      <a:pt x="2372351" y="627089"/>
                      <a:pt x="2365797" y="630372"/>
                      <a:pt x="2362522" y="630372"/>
                    </a:cubicBezTo>
                    <a:cubicBezTo>
                      <a:pt x="2355967" y="630372"/>
                      <a:pt x="2352692" y="630372"/>
                      <a:pt x="2346138" y="630372"/>
                    </a:cubicBezTo>
                    <a:cubicBezTo>
                      <a:pt x="2336308" y="630372"/>
                      <a:pt x="2329754" y="630372"/>
                      <a:pt x="2323200" y="627089"/>
                    </a:cubicBezTo>
                    <a:cubicBezTo>
                      <a:pt x="2319920" y="623805"/>
                      <a:pt x="2316645" y="623805"/>
                      <a:pt x="2313370" y="620551"/>
                    </a:cubicBezTo>
                    <a:cubicBezTo>
                      <a:pt x="2310091" y="620551"/>
                      <a:pt x="2310091" y="617267"/>
                      <a:pt x="2310091" y="617267"/>
                    </a:cubicBezTo>
                    <a:cubicBezTo>
                      <a:pt x="2310091" y="617267"/>
                      <a:pt x="2310091" y="613984"/>
                      <a:pt x="2310091" y="613984"/>
                    </a:cubicBezTo>
                    <a:cubicBezTo>
                      <a:pt x="2310091" y="610700"/>
                      <a:pt x="2310091" y="610700"/>
                      <a:pt x="2310091" y="607446"/>
                    </a:cubicBezTo>
                    <a:cubicBezTo>
                      <a:pt x="2310091" y="604163"/>
                      <a:pt x="2310091" y="597596"/>
                      <a:pt x="2310091" y="594342"/>
                    </a:cubicBezTo>
                    <a:cubicBezTo>
                      <a:pt x="2310091" y="584491"/>
                      <a:pt x="2313370" y="574670"/>
                      <a:pt x="2313370" y="564849"/>
                    </a:cubicBezTo>
                    <a:cubicBezTo>
                      <a:pt x="2313370" y="551744"/>
                      <a:pt x="2313370" y="538610"/>
                      <a:pt x="2313370" y="525505"/>
                    </a:cubicBezTo>
                    <a:cubicBezTo>
                      <a:pt x="2313370" y="509147"/>
                      <a:pt x="2313370" y="496013"/>
                      <a:pt x="2313370" y="482908"/>
                    </a:cubicBezTo>
                    <a:cubicBezTo>
                      <a:pt x="2313370" y="469803"/>
                      <a:pt x="2316645" y="456699"/>
                      <a:pt x="2316645" y="443594"/>
                    </a:cubicBezTo>
                    <a:cubicBezTo>
                      <a:pt x="2319925" y="427206"/>
                      <a:pt x="2319925" y="414101"/>
                      <a:pt x="2319925" y="400997"/>
                    </a:cubicBezTo>
                    <a:cubicBezTo>
                      <a:pt x="2319925" y="387892"/>
                      <a:pt x="2316645" y="374787"/>
                      <a:pt x="2316645" y="361683"/>
                    </a:cubicBezTo>
                    <a:cubicBezTo>
                      <a:pt x="2316645" y="348578"/>
                      <a:pt x="2316645" y="335473"/>
                      <a:pt x="2313370" y="322369"/>
                    </a:cubicBezTo>
                    <a:cubicBezTo>
                      <a:pt x="2310091" y="305981"/>
                      <a:pt x="2310091" y="292876"/>
                      <a:pt x="2306816" y="279771"/>
                    </a:cubicBezTo>
                    <a:cubicBezTo>
                      <a:pt x="2306816" y="266667"/>
                      <a:pt x="2303536" y="250278"/>
                      <a:pt x="2303536" y="237174"/>
                    </a:cubicBezTo>
                    <a:cubicBezTo>
                      <a:pt x="2303536" y="224069"/>
                      <a:pt x="2300261" y="210965"/>
                      <a:pt x="2300261" y="197830"/>
                    </a:cubicBezTo>
                    <a:cubicBezTo>
                      <a:pt x="2300261" y="184726"/>
                      <a:pt x="2300261" y="171621"/>
                      <a:pt x="2300261" y="158516"/>
                    </a:cubicBezTo>
                    <a:cubicBezTo>
                      <a:pt x="2300261" y="142128"/>
                      <a:pt x="2300261" y="129024"/>
                      <a:pt x="2300261" y="115919"/>
                    </a:cubicBezTo>
                    <a:lnTo>
                      <a:pt x="2298121" y="90262"/>
                    </a:lnTo>
                    <a:lnTo>
                      <a:pt x="2283865" y="92046"/>
                    </a:lnTo>
                    <a:cubicBezTo>
                      <a:pt x="2264247" y="95322"/>
                      <a:pt x="2244525" y="98599"/>
                      <a:pt x="2224907" y="98599"/>
                    </a:cubicBezTo>
                    <a:cubicBezTo>
                      <a:pt x="2188854" y="101876"/>
                      <a:pt x="2152801" y="101876"/>
                      <a:pt x="2116748" y="105152"/>
                    </a:cubicBezTo>
                    <a:cubicBezTo>
                      <a:pt x="2067652" y="108429"/>
                      <a:pt x="2018450" y="111706"/>
                      <a:pt x="1969354" y="114982"/>
                    </a:cubicBezTo>
                    <a:cubicBezTo>
                      <a:pt x="1946344" y="114982"/>
                      <a:pt x="1920152" y="114982"/>
                      <a:pt x="1897248" y="114982"/>
                    </a:cubicBezTo>
                    <a:cubicBezTo>
                      <a:pt x="1874344" y="114982"/>
                      <a:pt x="1851333" y="114982"/>
                      <a:pt x="1828429" y="114982"/>
                    </a:cubicBezTo>
                    <a:cubicBezTo>
                      <a:pt x="1775940" y="118259"/>
                      <a:pt x="1726844" y="118259"/>
                      <a:pt x="1677642" y="118259"/>
                    </a:cubicBezTo>
                    <a:cubicBezTo>
                      <a:pt x="1628546" y="118259"/>
                      <a:pt x="1579344" y="118259"/>
                      <a:pt x="1530249" y="118259"/>
                    </a:cubicBezTo>
                    <a:cubicBezTo>
                      <a:pt x="1481047" y="118259"/>
                      <a:pt x="1435238" y="114982"/>
                      <a:pt x="1389323" y="114982"/>
                    </a:cubicBezTo>
                    <a:cubicBezTo>
                      <a:pt x="1340227" y="114982"/>
                      <a:pt x="1287738" y="111706"/>
                      <a:pt x="1238642" y="111706"/>
                    </a:cubicBezTo>
                    <a:cubicBezTo>
                      <a:pt x="1192728" y="111706"/>
                      <a:pt x="1143632" y="108429"/>
                      <a:pt x="1097717" y="108429"/>
                    </a:cubicBezTo>
                    <a:cubicBezTo>
                      <a:pt x="1045228" y="105157"/>
                      <a:pt x="996132" y="105157"/>
                      <a:pt x="943749" y="105157"/>
                    </a:cubicBezTo>
                    <a:cubicBezTo>
                      <a:pt x="897834" y="101881"/>
                      <a:pt x="848632" y="101881"/>
                      <a:pt x="799536" y="101881"/>
                    </a:cubicBezTo>
                    <a:cubicBezTo>
                      <a:pt x="750335" y="101881"/>
                      <a:pt x="701239" y="98604"/>
                      <a:pt x="652037" y="98604"/>
                    </a:cubicBezTo>
                    <a:cubicBezTo>
                      <a:pt x="629132" y="98604"/>
                      <a:pt x="602941" y="98604"/>
                      <a:pt x="580037" y="98604"/>
                    </a:cubicBezTo>
                    <a:cubicBezTo>
                      <a:pt x="566888" y="98604"/>
                      <a:pt x="557026" y="98604"/>
                      <a:pt x="543983" y="98604"/>
                    </a:cubicBezTo>
                    <a:cubicBezTo>
                      <a:pt x="530835" y="98604"/>
                      <a:pt x="520973" y="98604"/>
                      <a:pt x="507930" y="98604"/>
                    </a:cubicBezTo>
                    <a:cubicBezTo>
                      <a:pt x="462016" y="98604"/>
                      <a:pt x="412920" y="95322"/>
                      <a:pt x="363718" y="92051"/>
                    </a:cubicBezTo>
                    <a:cubicBezTo>
                      <a:pt x="317803" y="92051"/>
                      <a:pt x="268707" y="88774"/>
                      <a:pt x="222793" y="88774"/>
                    </a:cubicBezTo>
                    <a:cubicBezTo>
                      <a:pt x="199888" y="88774"/>
                      <a:pt x="176984" y="88774"/>
                      <a:pt x="153973" y="92051"/>
                    </a:cubicBezTo>
                    <a:cubicBezTo>
                      <a:pt x="144218" y="92051"/>
                      <a:pt x="134356" y="92051"/>
                      <a:pt x="121208" y="92051"/>
                    </a:cubicBezTo>
                    <a:cubicBezTo>
                      <a:pt x="114739" y="92051"/>
                      <a:pt x="111452" y="92051"/>
                      <a:pt x="104878" y="92051"/>
                    </a:cubicBezTo>
                    <a:lnTo>
                      <a:pt x="100288" y="90907"/>
                    </a:lnTo>
                    <a:lnTo>
                      <a:pt x="101583" y="105162"/>
                    </a:lnTo>
                    <a:cubicBezTo>
                      <a:pt x="104860" y="128065"/>
                      <a:pt x="101583" y="154291"/>
                      <a:pt x="101583" y="177267"/>
                    </a:cubicBezTo>
                    <a:cubicBezTo>
                      <a:pt x="101583" y="209995"/>
                      <a:pt x="98306" y="242797"/>
                      <a:pt x="95030" y="275525"/>
                    </a:cubicBezTo>
                    <a:cubicBezTo>
                      <a:pt x="91753" y="291926"/>
                      <a:pt x="91753" y="308327"/>
                      <a:pt x="91753" y="324728"/>
                    </a:cubicBezTo>
                    <a:cubicBezTo>
                      <a:pt x="91753" y="341055"/>
                      <a:pt x="91753" y="357456"/>
                      <a:pt x="91753" y="373856"/>
                    </a:cubicBezTo>
                    <a:cubicBezTo>
                      <a:pt x="91753" y="390257"/>
                      <a:pt x="91753" y="406584"/>
                      <a:pt x="91753" y="422985"/>
                    </a:cubicBezTo>
                    <a:cubicBezTo>
                      <a:pt x="91753" y="439386"/>
                      <a:pt x="88476" y="459038"/>
                      <a:pt x="88476" y="475439"/>
                    </a:cubicBezTo>
                    <a:cubicBezTo>
                      <a:pt x="85199" y="508166"/>
                      <a:pt x="85199" y="544219"/>
                      <a:pt x="85199" y="577021"/>
                    </a:cubicBezTo>
                    <a:cubicBezTo>
                      <a:pt x="81922" y="609749"/>
                      <a:pt x="81922" y="645801"/>
                      <a:pt x="81922" y="678603"/>
                    </a:cubicBezTo>
                    <a:cubicBezTo>
                      <a:pt x="81922" y="711331"/>
                      <a:pt x="81922" y="744133"/>
                      <a:pt x="78645" y="776860"/>
                    </a:cubicBezTo>
                    <a:cubicBezTo>
                      <a:pt x="78645" y="812913"/>
                      <a:pt x="75368" y="845715"/>
                      <a:pt x="75368" y="881767"/>
                    </a:cubicBezTo>
                    <a:cubicBezTo>
                      <a:pt x="75368" y="914495"/>
                      <a:pt x="72091" y="947297"/>
                      <a:pt x="72091" y="980025"/>
                    </a:cubicBezTo>
                    <a:cubicBezTo>
                      <a:pt x="68815" y="996426"/>
                      <a:pt x="68815" y="1012827"/>
                      <a:pt x="68815" y="1029154"/>
                    </a:cubicBezTo>
                    <a:cubicBezTo>
                      <a:pt x="68815" y="1048879"/>
                      <a:pt x="68815" y="1065206"/>
                      <a:pt x="68815" y="1084931"/>
                    </a:cubicBezTo>
                    <a:cubicBezTo>
                      <a:pt x="72091" y="1120910"/>
                      <a:pt x="72091" y="1153712"/>
                      <a:pt x="72091" y="1186440"/>
                    </a:cubicBezTo>
                    <a:cubicBezTo>
                      <a:pt x="72091" y="1206165"/>
                      <a:pt x="72091" y="1222492"/>
                      <a:pt x="72091" y="1238893"/>
                    </a:cubicBezTo>
                    <a:cubicBezTo>
                      <a:pt x="72091" y="1255294"/>
                      <a:pt x="72091" y="1271695"/>
                      <a:pt x="72091" y="1288022"/>
                    </a:cubicBezTo>
                    <a:cubicBezTo>
                      <a:pt x="72091" y="1304423"/>
                      <a:pt x="72091" y="1320824"/>
                      <a:pt x="72091" y="1337225"/>
                    </a:cubicBezTo>
                    <a:cubicBezTo>
                      <a:pt x="72091" y="1353552"/>
                      <a:pt x="75368" y="1369952"/>
                      <a:pt x="75368" y="1386353"/>
                    </a:cubicBezTo>
                    <a:cubicBezTo>
                      <a:pt x="75368" y="1402754"/>
                      <a:pt x="78645" y="1422406"/>
                      <a:pt x="78645" y="1438807"/>
                    </a:cubicBezTo>
                    <a:cubicBezTo>
                      <a:pt x="78645" y="1458458"/>
                      <a:pt x="81922" y="1474859"/>
                      <a:pt x="81922" y="1491186"/>
                    </a:cubicBezTo>
                    <a:cubicBezTo>
                      <a:pt x="81922" y="1507587"/>
                      <a:pt x="85199" y="1523988"/>
                      <a:pt x="85199" y="1540389"/>
                    </a:cubicBezTo>
                    <a:cubicBezTo>
                      <a:pt x="85199" y="1550215"/>
                      <a:pt x="85199" y="1556716"/>
                      <a:pt x="85199" y="1566542"/>
                    </a:cubicBezTo>
                    <a:lnTo>
                      <a:pt x="86308" y="1566542"/>
                    </a:lnTo>
                    <a:lnTo>
                      <a:pt x="86308" y="1579317"/>
                    </a:lnTo>
                    <a:lnTo>
                      <a:pt x="85199" y="1579692"/>
                    </a:lnTo>
                    <a:cubicBezTo>
                      <a:pt x="85199" y="1582943"/>
                      <a:pt x="85199" y="1586267"/>
                      <a:pt x="85199" y="1589518"/>
                    </a:cubicBezTo>
                    <a:cubicBezTo>
                      <a:pt x="81922" y="1592768"/>
                      <a:pt x="81922" y="1596093"/>
                      <a:pt x="78645" y="1599343"/>
                    </a:cubicBezTo>
                    <a:cubicBezTo>
                      <a:pt x="75368" y="1602594"/>
                      <a:pt x="72091" y="1605919"/>
                      <a:pt x="68815" y="1605919"/>
                    </a:cubicBezTo>
                    <a:cubicBezTo>
                      <a:pt x="62261" y="1609169"/>
                      <a:pt x="58984" y="1609169"/>
                      <a:pt x="62261" y="1609169"/>
                    </a:cubicBezTo>
                    <a:cubicBezTo>
                      <a:pt x="58984" y="1609169"/>
                      <a:pt x="58984" y="1609169"/>
                      <a:pt x="55707" y="1609169"/>
                    </a:cubicBezTo>
                    <a:cubicBezTo>
                      <a:pt x="49153" y="1609169"/>
                      <a:pt x="45876" y="1609169"/>
                      <a:pt x="42600" y="1605919"/>
                    </a:cubicBezTo>
                    <a:cubicBezTo>
                      <a:pt x="32769" y="1599343"/>
                      <a:pt x="29492" y="1592768"/>
                      <a:pt x="29492" y="1586267"/>
                    </a:cubicBezTo>
                    <a:cubicBezTo>
                      <a:pt x="29492" y="1582943"/>
                      <a:pt x="29492" y="1579692"/>
                      <a:pt x="29492" y="1576367"/>
                    </a:cubicBezTo>
                    <a:cubicBezTo>
                      <a:pt x="29492" y="1569866"/>
                      <a:pt x="26215" y="1563291"/>
                      <a:pt x="26215" y="1556716"/>
                    </a:cubicBezTo>
                    <a:cubicBezTo>
                      <a:pt x="22938" y="1543639"/>
                      <a:pt x="19661" y="1530563"/>
                      <a:pt x="19661" y="1517413"/>
                    </a:cubicBezTo>
                    <a:cubicBezTo>
                      <a:pt x="16385" y="1491186"/>
                      <a:pt x="16385" y="1468284"/>
                      <a:pt x="13108" y="1442057"/>
                    </a:cubicBezTo>
                    <a:cubicBezTo>
                      <a:pt x="9831" y="1409256"/>
                      <a:pt x="6554" y="1373277"/>
                      <a:pt x="3277" y="1340475"/>
                    </a:cubicBezTo>
                    <a:cubicBezTo>
                      <a:pt x="3277" y="1324074"/>
                      <a:pt x="3277" y="1307747"/>
                      <a:pt x="3277" y="1291346"/>
                    </a:cubicBezTo>
                    <a:cubicBezTo>
                      <a:pt x="3277" y="1274945"/>
                      <a:pt x="3277" y="1258545"/>
                      <a:pt x="3277" y="1242144"/>
                    </a:cubicBezTo>
                    <a:cubicBezTo>
                      <a:pt x="0" y="1206165"/>
                      <a:pt x="0" y="1173363"/>
                      <a:pt x="0" y="1137311"/>
                    </a:cubicBezTo>
                    <a:cubicBezTo>
                      <a:pt x="0" y="1104583"/>
                      <a:pt x="0" y="1068531"/>
                      <a:pt x="0" y="1035729"/>
                    </a:cubicBezTo>
                    <a:cubicBezTo>
                      <a:pt x="0" y="1003001"/>
                      <a:pt x="3277" y="970199"/>
                      <a:pt x="3277" y="937471"/>
                    </a:cubicBezTo>
                    <a:cubicBezTo>
                      <a:pt x="3277" y="901419"/>
                      <a:pt x="6554" y="868617"/>
                      <a:pt x="6554" y="832564"/>
                    </a:cubicBezTo>
                    <a:cubicBezTo>
                      <a:pt x="6554" y="799837"/>
                      <a:pt x="9831" y="767035"/>
                      <a:pt x="9831" y="734307"/>
                    </a:cubicBezTo>
                    <a:cubicBezTo>
                      <a:pt x="13108" y="701505"/>
                      <a:pt x="13108" y="665453"/>
                      <a:pt x="13108" y="629400"/>
                    </a:cubicBezTo>
                    <a:cubicBezTo>
                      <a:pt x="16385" y="593422"/>
                      <a:pt x="16385" y="560620"/>
                      <a:pt x="16385" y="527818"/>
                    </a:cubicBezTo>
                    <a:cubicBezTo>
                      <a:pt x="16385" y="495090"/>
                      <a:pt x="19661" y="459038"/>
                      <a:pt x="19661" y="426236"/>
                    </a:cubicBezTo>
                    <a:cubicBezTo>
                      <a:pt x="19661" y="409909"/>
                      <a:pt x="19661" y="393508"/>
                      <a:pt x="19661" y="377107"/>
                    </a:cubicBezTo>
                    <a:cubicBezTo>
                      <a:pt x="19661" y="367281"/>
                      <a:pt x="19661" y="360706"/>
                      <a:pt x="19661" y="350880"/>
                    </a:cubicBezTo>
                    <a:cubicBezTo>
                      <a:pt x="19661" y="341055"/>
                      <a:pt x="19661" y="334553"/>
                      <a:pt x="19661" y="324728"/>
                    </a:cubicBezTo>
                    <a:cubicBezTo>
                      <a:pt x="19661" y="291926"/>
                      <a:pt x="22938" y="255873"/>
                      <a:pt x="26215" y="223145"/>
                    </a:cubicBezTo>
                    <a:cubicBezTo>
                      <a:pt x="26215" y="190344"/>
                      <a:pt x="29492" y="157616"/>
                      <a:pt x="29492" y="124814"/>
                    </a:cubicBezTo>
                    <a:cubicBezTo>
                      <a:pt x="29492" y="108413"/>
                      <a:pt x="29492" y="92012"/>
                      <a:pt x="26215" y="75685"/>
                    </a:cubicBezTo>
                    <a:cubicBezTo>
                      <a:pt x="26215" y="69110"/>
                      <a:pt x="26215" y="59284"/>
                      <a:pt x="26215" y="52709"/>
                    </a:cubicBezTo>
                    <a:cubicBezTo>
                      <a:pt x="26215" y="49458"/>
                      <a:pt x="26215" y="46208"/>
                      <a:pt x="26215" y="42883"/>
                    </a:cubicBezTo>
                    <a:cubicBezTo>
                      <a:pt x="26215" y="39633"/>
                      <a:pt x="29492" y="36308"/>
                      <a:pt x="29492" y="33058"/>
                    </a:cubicBezTo>
                    <a:cubicBezTo>
                      <a:pt x="29492" y="33058"/>
                      <a:pt x="29492" y="29807"/>
                      <a:pt x="29492" y="29807"/>
                    </a:cubicBezTo>
                    <a:cubicBezTo>
                      <a:pt x="32769" y="26482"/>
                      <a:pt x="32769" y="26482"/>
                      <a:pt x="36046" y="23232"/>
                    </a:cubicBezTo>
                    <a:cubicBezTo>
                      <a:pt x="36046" y="19981"/>
                      <a:pt x="42600" y="19981"/>
                      <a:pt x="45876" y="16657"/>
                    </a:cubicBezTo>
                    <a:cubicBezTo>
                      <a:pt x="52430" y="13406"/>
                      <a:pt x="55707" y="13406"/>
                      <a:pt x="62261" y="13406"/>
                    </a:cubicBezTo>
                    <a:cubicBezTo>
                      <a:pt x="68815" y="13406"/>
                      <a:pt x="75368" y="13406"/>
                      <a:pt x="78645" y="16657"/>
                    </a:cubicBezTo>
                    <a:cubicBezTo>
                      <a:pt x="81922" y="16657"/>
                      <a:pt x="85199" y="19981"/>
                      <a:pt x="88476" y="23232"/>
                    </a:cubicBezTo>
                    <a:lnTo>
                      <a:pt x="88480" y="23236"/>
                    </a:lnTo>
                    <a:lnTo>
                      <a:pt x="91729" y="23236"/>
                    </a:lnTo>
                    <a:cubicBezTo>
                      <a:pt x="95016" y="19959"/>
                      <a:pt x="101590" y="19959"/>
                      <a:pt x="104878" y="19959"/>
                    </a:cubicBezTo>
                    <a:cubicBezTo>
                      <a:pt x="108165" y="19959"/>
                      <a:pt x="111452" y="19959"/>
                      <a:pt x="114739" y="19959"/>
                    </a:cubicBezTo>
                    <a:cubicBezTo>
                      <a:pt x="121208" y="19959"/>
                      <a:pt x="131069" y="19959"/>
                      <a:pt x="140931" y="19959"/>
                    </a:cubicBezTo>
                    <a:cubicBezTo>
                      <a:pt x="160548" y="19959"/>
                      <a:pt x="176984" y="16683"/>
                      <a:pt x="193314" y="16683"/>
                    </a:cubicBezTo>
                    <a:cubicBezTo>
                      <a:pt x="209697" y="15044"/>
                      <a:pt x="226902" y="15044"/>
                      <a:pt x="244517" y="15454"/>
                    </a:cubicBezTo>
                    <a:cubicBezTo>
                      <a:pt x="262133" y="15864"/>
                      <a:pt x="280159" y="16683"/>
                      <a:pt x="298186" y="16683"/>
                    </a:cubicBezTo>
                    <a:cubicBezTo>
                      <a:pt x="344101" y="16683"/>
                      <a:pt x="393197" y="19964"/>
                      <a:pt x="439111" y="23236"/>
                    </a:cubicBezTo>
                    <a:cubicBezTo>
                      <a:pt x="462016" y="26513"/>
                      <a:pt x="488207" y="26513"/>
                      <a:pt x="511218" y="26513"/>
                    </a:cubicBezTo>
                    <a:cubicBezTo>
                      <a:pt x="534122" y="26513"/>
                      <a:pt x="560313" y="26513"/>
                      <a:pt x="583218" y="26513"/>
                    </a:cubicBezTo>
                    <a:cubicBezTo>
                      <a:pt x="606228" y="26513"/>
                      <a:pt x="632420" y="26513"/>
                      <a:pt x="655324" y="26513"/>
                    </a:cubicBezTo>
                    <a:cubicBezTo>
                      <a:pt x="678334" y="26513"/>
                      <a:pt x="704526" y="29789"/>
                      <a:pt x="730717" y="29789"/>
                    </a:cubicBezTo>
                    <a:cubicBezTo>
                      <a:pt x="779813" y="33066"/>
                      <a:pt x="829015" y="33066"/>
                      <a:pt x="878217" y="33066"/>
                    </a:cubicBezTo>
                    <a:cubicBezTo>
                      <a:pt x="927313" y="36343"/>
                      <a:pt x="976515" y="36343"/>
                      <a:pt x="1025611" y="36343"/>
                    </a:cubicBezTo>
                    <a:cubicBezTo>
                      <a:pt x="1071526" y="36343"/>
                      <a:pt x="1120621" y="36343"/>
                      <a:pt x="1166536" y="39619"/>
                    </a:cubicBezTo>
                    <a:cubicBezTo>
                      <a:pt x="1218919" y="39619"/>
                      <a:pt x="1268121" y="42896"/>
                      <a:pt x="1317217" y="42896"/>
                    </a:cubicBezTo>
                    <a:cubicBezTo>
                      <a:pt x="1366419" y="42896"/>
                      <a:pt x="1412228" y="46173"/>
                      <a:pt x="1461429" y="46173"/>
                    </a:cubicBezTo>
                    <a:cubicBezTo>
                      <a:pt x="1484334" y="49444"/>
                      <a:pt x="1510525" y="49444"/>
                      <a:pt x="1533536" y="49444"/>
                    </a:cubicBezTo>
                    <a:cubicBezTo>
                      <a:pt x="1559727" y="49444"/>
                      <a:pt x="1585919" y="49444"/>
                      <a:pt x="1612110" y="49444"/>
                    </a:cubicBezTo>
                    <a:cubicBezTo>
                      <a:pt x="1661312" y="46173"/>
                      <a:pt x="1707227" y="46173"/>
                      <a:pt x="1756323" y="46173"/>
                    </a:cubicBezTo>
                    <a:cubicBezTo>
                      <a:pt x="1779227" y="46173"/>
                      <a:pt x="1805525" y="46173"/>
                      <a:pt x="1828429" y="46173"/>
                    </a:cubicBezTo>
                    <a:cubicBezTo>
                      <a:pt x="1851333" y="46173"/>
                      <a:pt x="1874344" y="46173"/>
                      <a:pt x="1897248" y="46173"/>
                    </a:cubicBezTo>
                    <a:cubicBezTo>
                      <a:pt x="1923440" y="46173"/>
                      <a:pt x="1946344" y="46173"/>
                      <a:pt x="1969354" y="46173"/>
                    </a:cubicBezTo>
                    <a:cubicBezTo>
                      <a:pt x="1992259" y="46173"/>
                      <a:pt x="2018450" y="42896"/>
                      <a:pt x="2041355" y="42896"/>
                    </a:cubicBezTo>
                    <a:cubicBezTo>
                      <a:pt x="2067652" y="42896"/>
                      <a:pt x="2090556" y="39619"/>
                      <a:pt x="2116748" y="39619"/>
                    </a:cubicBezTo>
                    <a:cubicBezTo>
                      <a:pt x="2139758" y="39619"/>
                      <a:pt x="2165950" y="36343"/>
                      <a:pt x="2188854" y="36343"/>
                    </a:cubicBezTo>
                    <a:cubicBezTo>
                      <a:pt x="2211759" y="36343"/>
                      <a:pt x="2238056" y="33066"/>
                      <a:pt x="2260961" y="33066"/>
                    </a:cubicBezTo>
                    <a:lnTo>
                      <a:pt x="2293707" y="33066"/>
                    </a:lnTo>
                    <a:lnTo>
                      <a:pt x="2293707" y="27440"/>
                    </a:lnTo>
                    <a:cubicBezTo>
                      <a:pt x="2293707" y="24186"/>
                      <a:pt x="2293707" y="24186"/>
                      <a:pt x="2293707" y="20903"/>
                    </a:cubicBezTo>
                    <a:cubicBezTo>
                      <a:pt x="2293707" y="17619"/>
                      <a:pt x="2293707" y="17619"/>
                      <a:pt x="2293707" y="14336"/>
                    </a:cubicBezTo>
                    <a:cubicBezTo>
                      <a:pt x="2293707" y="11082"/>
                      <a:pt x="2296982" y="7798"/>
                      <a:pt x="2300261" y="451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31" name="Google Shape;231;ge5669b8a30_1_195"/>
              <p:cNvSpPr/>
              <p:nvPr/>
            </p:nvSpPr>
            <p:spPr>
              <a:xfrm>
                <a:off x="4753886" y="4274161"/>
                <a:ext cx="1797560" cy="865050"/>
              </a:xfrm>
              <a:custGeom>
                <a:rect b="b" l="l" r="r" t="t"/>
                <a:pathLst>
                  <a:path extrusionOk="0" h="1153400" w="2396746">
                    <a:moveTo>
                      <a:pt x="144175" y="163836"/>
                    </a:moveTo>
                    <a:cubicBezTo>
                      <a:pt x="150729" y="163836"/>
                      <a:pt x="154006" y="163836"/>
                      <a:pt x="160560" y="163836"/>
                    </a:cubicBezTo>
                    <a:cubicBezTo>
                      <a:pt x="167114" y="163836"/>
                      <a:pt x="173667" y="163836"/>
                      <a:pt x="176944" y="163836"/>
                    </a:cubicBezTo>
                    <a:cubicBezTo>
                      <a:pt x="180221" y="163836"/>
                      <a:pt x="183498" y="163836"/>
                      <a:pt x="186775" y="167113"/>
                    </a:cubicBezTo>
                    <a:cubicBezTo>
                      <a:pt x="190052" y="167113"/>
                      <a:pt x="193329" y="167113"/>
                      <a:pt x="193329" y="170389"/>
                    </a:cubicBezTo>
                    <a:cubicBezTo>
                      <a:pt x="196605" y="173666"/>
                      <a:pt x="196605" y="173666"/>
                      <a:pt x="196605" y="176943"/>
                    </a:cubicBezTo>
                    <a:cubicBezTo>
                      <a:pt x="196605" y="176943"/>
                      <a:pt x="196605" y="180220"/>
                      <a:pt x="196605" y="180220"/>
                    </a:cubicBezTo>
                    <a:cubicBezTo>
                      <a:pt x="196605" y="183496"/>
                      <a:pt x="196605" y="186773"/>
                      <a:pt x="196605" y="190050"/>
                    </a:cubicBezTo>
                    <a:cubicBezTo>
                      <a:pt x="196605" y="196604"/>
                      <a:pt x="199882" y="203157"/>
                      <a:pt x="199882" y="209711"/>
                    </a:cubicBezTo>
                    <a:cubicBezTo>
                      <a:pt x="203159" y="222818"/>
                      <a:pt x="199882" y="239202"/>
                      <a:pt x="199882" y="252309"/>
                    </a:cubicBezTo>
                    <a:cubicBezTo>
                      <a:pt x="199882" y="271970"/>
                      <a:pt x="196605" y="291630"/>
                      <a:pt x="193329" y="311291"/>
                    </a:cubicBezTo>
                    <a:cubicBezTo>
                      <a:pt x="190052" y="321121"/>
                      <a:pt x="190052" y="330952"/>
                      <a:pt x="190052" y="340782"/>
                    </a:cubicBezTo>
                    <a:cubicBezTo>
                      <a:pt x="190052" y="350612"/>
                      <a:pt x="190052" y="360443"/>
                      <a:pt x="190052" y="370273"/>
                    </a:cubicBezTo>
                    <a:cubicBezTo>
                      <a:pt x="190052" y="380103"/>
                      <a:pt x="190052" y="389934"/>
                      <a:pt x="190052" y="399764"/>
                    </a:cubicBezTo>
                    <a:cubicBezTo>
                      <a:pt x="190052" y="412871"/>
                      <a:pt x="186775" y="422701"/>
                      <a:pt x="186775" y="432532"/>
                    </a:cubicBezTo>
                    <a:cubicBezTo>
                      <a:pt x="183498" y="452193"/>
                      <a:pt x="183498" y="471853"/>
                      <a:pt x="183498" y="491514"/>
                    </a:cubicBezTo>
                    <a:cubicBezTo>
                      <a:pt x="180221" y="514451"/>
                      <a:pt x="180221" y="534112"/>
                      <a:pt x="180221" y="553773"/>
                    </a:cubicBezTo>
                    <a:cubicBezTo>
                      <a:pt x="180221" y="573433"/>
                      <a:pt x="180221" y="593094"/>
                      <a:pt x="176944" y="612755"/>
                    </a:cubicBezTo>
                    <a:cubicBezTo>
                      <a:pt x="176944" y="632415"/>
                      <a:pt x="173667" y="655353"/>
                      <a:pt x="173667" y="675014"/>
                    </a:cubicBezTo>
                    <a:cubicBezTo>
                      <a:pt x="173667" y="694674"/>
                      <a:pt x="170390" y="714335"/>
                      <a:pt x="170390" y="733996"/>
                    </a:cubicBezTo>
                    <a:cubicBezTo>
                      <a:pt x="167114" y="743826"/>
                      <a:pt x="167114" y="753656"/>
                      <a:pt x="167114" y="763487"/>
                    </a:cubicBezTo>
                    <a:cubicBezTo>
                      <a:pt x="167114" y="773317"/>
                      <a:pt x="167114" y="786424"/>
                      <a:pt x="167114" y="796255"/>
                    </a:cubicBezTo>
                    <a:cubicBezTo>
                      <a:pt x="170390" y="815915"/>
                      <a:pt x="170390" y="835576"/>
                      <a:pt x="170390" y="855237"/>
                    </a:cubicBezTo>
                    <a:cubicBezTo>
                      <a:pt x="170390" y="865067"/>
                      <a:pt x="170390" y="874897"/>
                      <a:pt x="170390" y="884728"/>
                    </a:cubicBezTo>
                    <a:cubicBezTo>
                      <a:pt x="170390" y="894558"/>
                      <a:pt x="170390" y="904388"/>
                      <a:pt x="170390" y="914219"/>
                    </a:cubicBezTo>
                    <a:cubicBezTo>
                      <a:pt x="170390" y="924049"/>
                      <a:pt x="170390" y="933879"/>
                      <a:pt x="170390" y="943710"/>
                    </a:cubicBezTo>
                    <a:cubicBezTo>
                      <a:pt x="170390" y="953540"/>
                      <a:pt x="173667" y="963370"/>
                      <a:pt x="173667" y="973201"/>
                    </a:cubicBezTo>
                    <a:cubicBezTo>
                      <a:pt x="173667" y="983031"/>
                      <a:pt x="176944" y="992861"/>
                      <a:pt x="176944" y="1002692"/>
                    </a:cubicBezTo>
                    <a:cubicBezTo>
                      <a:pt x="176944" y="1012522"/>
                      <a:pt x="180221" y="1022352"/>
                      <a:pt x="180221" y="1032183"/>
                    </a:cubicBezTo>
                    <a:lnTo>
                      <a:pt x="182706" y="1054540"/>
                    </a:lnTo>
                    <a:lnTo>
                      <a:pt x="226079" y="1051827"/>
                    </a:lnTo>
                    <a:cubicBezTo>
                      <a:pt x="242462" y="1050188"/>
                      <a:pt x="259667" y="1050188"/>
                      <a:pt x="277282" y="1050598"/>
                    </a:cubicBezTo>
                    <a:cubicBezTo>
                      <a:pt x="294898" y="1051008"/>
                      <a:pt x="312924" y="1051827"/>
                      <a:pt x="330951" y="1051827"/>
                    </a:cubicBezTo>
                    <a:cubicBezTo>
                      <a:pt x="376866" y="1051827"/>
                      <a:pt x="425962" y="1055103"/>
                      <a:pt x="471876" y="1058380"/>
                    </a:cubicBezTo>
                    <a:cubicBezTo>
                      <a:pt x="494781" y="1061656"/>
                      <a:pt x="520972" y="1061656"/>
                      <a:pt x="543983" y="1061656"/>
                    </a:cubicBezTo>
                    <a:cubicBezTo>
                      <a:pt x="566887" y="1061656"/>
                      <a:pt x="593078" y="1061656"/>
                      <a:pt x="615983" y="1061656"/>
                    </a:cubicBezTo>
                    <a:cubicBezTo>
                      <a:pt x="638993" y="1061656"/>
                      <a:pt x="665185" y="1061656"/>
                      <a:pt x="688089" y="1061656"/>
                    </a:cubicBezTo>
                    <a:cubicBezTo>
                      <a:pt x="711099" y="1061656"/>
                      <a:pt x="737291" y="1064928"/>
                      <a:pt x="763482" y="1064928"/>
                    </a:cubicBezTo>
                    <a:cubicBezTo>
                      <a:pt x="812578" y="1068205"/>
                      <a:pt x="861780" y="1068205"/>
                      <a:pt x="910982" y="1068205"/>
                    </a:cubicBezTo>
                    <a:cubicBezTo>
                      <a:pt x="960078" y="1071481"/>
                      <a:pt x="1009280" y="1071481"/>
                      <a:pt x="1058376" y="1071481"/>
                    </a:cubicBezTo>
                    <a:cubicBezTo>
                      <a:pt x="1104291" y="1071481"/>
                      <a:pt x="1153386" y="1071481"/>
                      <a:pt x="1199301" y="1074758"/>
                    </a:cubicBezTo>
                    <a:cubicBezTo>
                      <a:pt x="1251684" y="1074758"/>
                      <a:pt x="1300886" y="1078034"/>
                      <a:pt x="1349982" y="1078034"/>
                    </a:cubicBezTo>
                    <a:cubicBezTo>
                      <a:pt x="1399184" y="1078034"/>
                      <a:pt x="1444993" y="1081311"/>
                      <a:pt x="1494194" y="1081311"/>
                    </a:cubicBezTo>
                    <a:cubicBezTo>
                      <a:pt x="1517099" y="1084588"/>
                      <a:pt x="1543290" y="1084588"/>
                      <a:pt x="1566301" y="1084588"/>
                    </a:cubicBezTo>
                    <a:cubicBezTo>
                      <a:pt x="1592492" y="1084588"/>
                      <a:pt x="1618684" y="1084588"/>
                      <a:pt x="1644875" y="1084588"/>
                    </a:cubicBezTo>
                    <a:cubicBezTo>
                      <a:pt x="1694077" y="1081311"/>
                      <a:pt x="1739992" y="1081311"/>
                      <a:pt x="1789088" y="1081311"/>
                    </a:cubicBezTo>
                    <a:cubicBezTo>
                      <a:pt x="1811992" y="1081311"/>
                      <a:pt x="1838290" y="1081311"/>
                      <a:pt x="1861194" y="1081311"/>
                    </a:cubicBezTo>
                    <a:cubicBezTo>
                      <a:pt x="1884098" y="1081311"/>
                      <a:pt x="1907109" y="1081311"/>
                      <a:pt x="1930013" y="1081311"/>
                    </a:cubicBezTo>
                    <a:cubicBezTo>
                      <a:pt x="1956205" y="1081311"/>
                      <a:pt x="1979109" y="1081311"/>
                      <a:pt x="2002119" y="1081311"/>
                    </a:cubicBezTo>
                    <a:cubicBezTo>
                      <a:pt x="2025024" y="1081311"/>
                      <a:pt x="2051215" y="1078034"/>
                      <a:pt x="2074120" y="1078034"/>
                    </a:cubicBezTo>
                    <a:cubicBezTo>
                      <a:pt x="2100417" y="1078034"/>
                      <a:pt x="2123321" y="1074758"/>
                      <a:pt x="2149513" y="1074758"/>
                    </a:cubicBezTo>
                    <a:cubicBezTo>
                      <a:pt x="2172523" y="1074758"/>
                      <a:pt x="2198715" y="1071481"/>
                      <a:pt x="2221619" y="1071481"/>
                    </a:cubicBezTo>
                    <a:cubicBezTo>
                      <a:pt x="2244524" y="1071481"/>
                      <a:pt x="2270821" y="1068205"/>
                      <a:pt x="2293726" y="1068205"/>
                    </a:cubicBezTo>
                    <a:lnTo>
                      <a:pt x="2311184" y="1068205"/>
                    </a:lnTo>
                    <a:lnTo>
                      <a:pt x="2306815" y="1048527"/>
                    </a:lnTo>
                    <a:cubicBezTo>
                      <a:pt x="2303538" y="1035442"/>
                      <a:pt x="2300261" y="1022328"/>
                      <a:pt x="2296984" y="1009214"/>
                    </a:cubicBezTo>
                    <a:cubicBezTo>
                      <a:pt x="2296984" y="1002671"/>
                      <a:pt x="2296984" y="996100"/>
                      <a:pt x="2296984" y="989557"/>
                    </a:cubicBezTo>
                    <a:cubicBezTo>
                      <a:pt x="2296984" y="983015"/>
                      <a:pt x="2296984" y="976443"/>
                      <a:pt x="2296984" y="969900"/>
                    </a:cubicBezTo>
                    <a:cubicBezTo>
                      <a:pt x="2293707" y="956786"/>
                      <a:pt x="2293707" y="943701"/>
                      <a:pt x="2293707" y="930587"/>
                    </a:cubicBezTo>
                    <a:cubicBezTo>
                      <a:pt x="2293707" y="917473"/>
                      <a:pt x="2293707" y="904359"/>
                      <a:pt x="2293707" y="891273"/>
                    </a:cubicBezTo>
                    <a:cubicBezTo>
                      <a:pt x="2293707" y="878159"/>
                      <a:pt x="2296984" y="865045"/>
                      <a:pt x="2296984" y="851931"/>
                    </a:cubicBezTo>
                    <a:cubicBezTo>
                      <a:pt x="2296984" y="838846"/>
                      <a:pt x="2300261" y="825732"/>
                      <a:pt x="2300261" y="812618"/>
                    </a:cubicBezTo>
                    <a:cubicBezTo>
                      <a:pt x="2300261" y="799532"/>
                      <a:pt x="2303538" y="786418"/>
                      <a:pt x="2303538" y="773304"/>
                    </a:cubicBezTo>
                    <a:cubicBezTo>
                      <a:pt x="2306815" y="756933"/>
                      <a:pt x="2306815" y="743819"/>
                      <a:pt x="2306815" y="730705"/>
                    </a:cubicBezTo>
                    <a:cubicBezTo>
                      <a:pt x="2310091" y="717591"/>
                      <a:pt x="2310091" y="704505"/>
                      <a:pt x="2310091" y="691391"/>
                    </a:cubicBezTo>
                    <a:cubicBezTo>
                      <a:pt x="2310091" y="678277"/>
                      <a:pt x="2313368" y="665163"/>
                      <a:pt x="2313368" y="652078"/>
                    </a:cubicBezTo>
                    <a:cubicBezTo>
                      <a:pt x="2313368" y="645506"/>
                      <a:pt x="2313368" y="638964"/>
                      <a:pt x="2313368" y="632392"/>
                    </a:cubicBezTo>
                    <a:cubicBezTo>
                      <a:pt x="2313368" y="629135"/>
                      <a:pt x="2313368" y="625850"/>
                      <a:pt x="2313368" y="622564"/>
                    </a:cubicBezTo>
                    <a:cubicBezTo>
                      <a:pt x="2313368" y="619307"/>
                      <a:pt x="2313368" y="616021"/>
                      <a:pt x="2313368" y="612736"/>
                    </a:cubicBezTo>
                    <a:cubicBezTo>
                      <a:pt x="2313368" y="599650"/>
                      <a:pt x="2316645" y="586536"/>
                      <a:pt x="2319922" y="573422"/>
                    </a:cubicBezTo>
                    <a:cubicBezTo>
                      <a:pt x="2319922" y="560308"/>
                      <a:pt x="2323199" y="547223"/>
                      <a:pt x="2323199" y="534108"/>
                    </a:cubicBezTo>
                    <a:cubicBezTo>
                      <a:pt x="2323199" y="527566"/>
                      <a:pt x="2323199" y="520994"/>
                      <a:pt x="2319922" y="514452"/>
                    </a:cubicBezTo>
                    <a:cubicBezTo>
                      <a:pt x="2319922" y="511166"/>
                      <a:pt x="2319922" y="507880"/>
                      <a:pt x="2319922" y="504623"/>
                    </a:cubicBezTo>
                    <a:cubicBezTo>
                      <a:pt x="2319922" y="504623"/>
                      <a:pt x="2319922" y="501338"/>
                      <a:pt x="2319922" y="501338"/>
                    </a:cubicBezTo>
                    <a:cubicBezTo>
                      <a:pt x="2319922" y="501338"/>
                      <a:pt x="2323199" y="498052"/>
                      <a:pt x="2323199" y="498052"/>
                    </a:cubicBezTo>
                    <a:cubicBezTo>
                      <a:pt x="2326476" y="494795"/>
                      <a:pt x="2326476" y="494795"/>
                      <a:pt x="2329753" y="494795"/>
                    </a:cubicBezTo>
                    <a:cubicBezTo>
                      <a:pt x="2329753" y="491509"/>
                      <a:pt x="2336306" y="491509"/>
                      <a:pt x="2339583" y="491509"/>
                    </a:cubicBezTo>
                    <a:cubicBezTo>
                      <a:pt x="2346137" y="491509"/>
                      <a:pt x="2349414" y="491509"/>
                      <a:pt x="2355968" y="491509"/>
                    </a:cubicBezTo>
                    <a:cubicBezTo>
                      <a:pt x="2362521" y="491509"/>
                      <a:pt x="2369075" y="491509"/>
                      <a:pt x="2372352" y="491509"/>
                    </a:cubicBezTo>
                    <a:cubicBezTo>
                      <a:pt x="2375629" y="491509"/>
                      <a:pt x="2378906" y="494795"/>
                      <a:pt x="2382183" y="494795"/>
                    </a:cubicBezTo>
                    <a:cubicBezTo>
                      <a:pt x="2385459" y="494795"/>
                      <a:pt x="2388736" y="498052"/>
                      <a:pt x="2388736" y="498052"/>
                    </a:cubicBezTo>
                    <a:cubicBezTo>
                      <a:pt x="2392013" y="498052"/>
                      <a:pt x="2392013" y="501338"/>
                      <a:pt x="2392013" y="501338"/>
                    </a:cubicBezTo>
                    <a:cubicBezTo>
                      <a:pt x="2392013" y="501338"/>
                      <a:pt x="2392013" y="504623"/>
                      <a:pt x="2392013" y="504623"/>
                    </a:cubicBezTo>
                    <a:cubicBezTo>
                      <a:pt x="2392013" y="507880"/>
                      <a:pt x="2392013" y="507880"/>
                      <a:pt x="2392013" y="511166"/>
                    </a:cubicBezTo>
                    <a:cubicBezTo>
                      <a:pt x="2392013" y="514452"/>
                      <a:pt x="2395290" y="520994"/>
                      <a:pt x="2395290" y="524280"/>
                    </a:cubicBezTo>
                    <a:cubicBezTo>
                      <a:pt x="2398567" y="534108"/>
                      <a:pt x="2395290" y="543937"/>
                      <a:pt x="2395290" y="553765"/>
                    </a:cubicBezTo>
                    <a:cubicBezTo>
                      <a:pt x="2395290" y="566879"/>
                      <a:pt x="2392013" y="579965"/>
                      <a:pt x="2388736" y="593079"/>
                    </a:cubicBezTo>
                    <a:cubicBezTo>
                      <a:pt x="2385459" y="599621"/>
                      <a:pt x="2385459" y="606193"/>
                      <a:pt x="2385459" y="612736"/>
                    </a:cubicBezTo>
                    <a:cubicBezTo>
                      <a:pt x="2385459" y="619307"/>
                      <a:pt x="2385459" y="625850"/>
                      <a:pt x="2385459" y="632392"/>
                    </a:cubicBezTo>
                    <a:cubicBezTo>
                      <a:pt x="2385459" y="638964"/>
                      <a:pt x="2385459" y="645506"/>
                      <a:pt x="2385459" y="652049"/>
                    </a:cubicBezTo>
                    <a:cubicBezTo>
                      <a:pt x="2385459" y="658620"/>
                      <a:pt x="2382183" y="665163"/>
                      <a:pt x="2382183" y="671735"/>
                    </a:cubicBezTo>
                    <a:cubicBezTo>
                      <a:pt x="2378906" y="684820"/>
                      <a:pt x="2378906" y="697934"/>
                      <a:pt x="2378906" y="711048"/>
                    </a:cubicBezTo>
                    <a:cubicBezTo>
                      <a:pt x="2375629" y="724133"/>
                      <a:pt x="2375629" y="737248"/>
                      <a:pt x="2375629" y="750362"/>
                    </a:cubicBezTo>
                    <a:cubicBezTo>
                      <a:pt x="2375629" y="763476"/>
                      <a:pt x="2375629" y="776561"/>
                      <a:pt x="2372352" y="789675"/>
                    </a:cubicBezTo>
                    <a:cubicBezTo>
                      <a:pt x="2372352" y="802789"/>
                      <a:pt x="2369075" y="815903"/>
                      <a:pt x="2369075" y="828989"/>
                    </a:cubicBezTo>
                    <a:cubicBezTo>
                      <a:pt x="2369075" y="842103"/>
                      <a:pt x="2365798" y="855217"/>
                      <a:pt x="2365798" y="868331"/>
                    </a:cubicBezTo>
                    <a:cubicBezTo>
                      <a:pt x="2362521" y="874874"/>
                      <a:pt x="2362521" y="881416"/>
                      <a:pt x="2362521" y="887988"/>
                    </a:cubicBezTo>
                    <a:cubicBezTo>
                      <a:pt x="2362521" y="894530"/>
                      <a:pt x="2362521" y="901073"/>
                      <a:pt x="2362521" y="907644"/>
                    </a:cubicBezTo>
                    <a:cubicBezTo>
                      <a:pt x="2365798" y="920730"/>
                      <a:pt x="2365798" y="933844"/>
                      <a:pt x="2365798" y="946958"/>
                    </a:cubicBezTo>
                    <a:cubicBezTo>
                      <a:pt x="2365798" y="953501"/>
                      <a:pt x="2365798" y="960072"/>
                      <a:pt x="2365798" y="966615"/>
                    </a:cubicBezTo>
                    <a:cubicBezTo>
                      <a:pt x="2365798" y="973157"/>
                      <a:pt x="2365798" y="979729"/>
                      <a:pt x="2365798" y="986272"/>
                    </a:cubicBezTo>
                    <a:cubicBezTo>
                      <a:pt x="2365798" y="992814"/>
                      <a:pt x="2365798" y="999386"/>
                      <a:pt x="2365798" y="1005928"/>
                    </a:cubicBezTo>
                    <a:cubicBezTo>
                      <a:pt x="2365798" y="1012500"/>
                      <a:pt x="2369075" y="1019042"/>
                      <a:pt x="2369075" y="1025585"/>
                    </a:cubicBezTo>
                    <a:cubicBezTo>
                      <a:pt x="2369075" y="1032156"/>
                      <a:pt x="2372352" y="1038699"/>
                      <a:pt x="2372352" y="1045242"/>
                    </a:cubicBezTo>
                    <a:cubicBezTo>
                      <a:pt x="2372352" y="1051813"/>
                      <a:pt x="2375629" y="1058356"/>
                      <a:pt x="2375629" y="1064927"/>
                    </a:cubicBezTo>
                    <a:lnTo>
                      <a:pt x="2377605" y="1076779"/>
                    </a:lnTo>
                    <a:lnTo>
                      <a:pt x="2385449" y="1084597"/>
                    </a:lnTo>
                    <a:cubicBezTo>
                      <a:pt x="2388736" y="1087874"/>
                      <a:pt x="2388736" y="1091150"/>
                      <a:pt x="2388736" y="1091141"/>
                    </a:cubicBezTo>
                    <a:lnTo>
                      <a:pt x="2388736" y="1092770"/>
                    </a:lnTo>
                    <a:lnTo>
                      <a:pt x="2388737" y="1092769"/>
                    </a:lnTo>
                    <a:lnTo>
                      <a:pt x="2388737" y="1100955"/>
                    </a:lnTo>
                    <a:lnTo>
                      <a:pt x="2388736" y="1100955"/>
                    </a:lnTo>
                    <a:lnTo>
                      <a:pt x="2387101" y="1100955"/>
                    </a:lnTo>
                    <a:lnTo>
                      <a:pt x="2382162" y="1110805"/>
                    </a:lnTo>
                    <a:cubicBezTo>
                      <a:pt x="2375587" y="1120635"/>
                      <a:pt x="2365832" y="1123911"/>
                      <a:pt x="2355970" y="1123911"/>
                    </a:cubicBezTo>
                    <a:cubicBezTo>
                      <a:pt x="2352683" y="1123911"/>
                      <a:pt x="2346108" y="1123911"/>
                      <a:pt x="2342821" y="1123911"/>
                    </a:cubicBezTo>
                    <a:cubicBezTo>
                      <a:pt x="2336353" y="1123911"/>
                      <a:pt x="2326491" y="1127188"/>
                      <a:pt x="2316630" y="1127188"/>
                    </a:cubicBezTo>
                    <a:cubicBezTo>
                      <a:pt x="2297012" y="1130464"/>
                      <a:pt x="2277290" y="1133741"/>
                      <a:pt x="2257672" y="1133741"/>
                    </a:cubicBezTo>
                    <a:cubicBezTo>
                      <a:pt x="2221619" y="1137017"/>
                      <a:pt x="2185566" y="1137017"/>
                      <a:pt x="2149513" y="1140294"/>
                    </a:cubicBezTo>
                    <a:cubicBezTo>
                      <a:pt x="2100417" y="1143571"/>
                      <a:pt x="2051215" y="1146847"/>
                      <a:pt x="2002119" y="1150124"/>
                    </a:cubicBezTo>
                    <a:cubicBezTo>
                      <a:pt x="1979109" y="1150124"/>
                      <a:pt x="1952917" y="1150124"/>
                      <a:pt x="1930013" y="1150124"/>
                    </a:cubicBezTo>
                    <a:cubicBezTo>
                      <a:pt x="1907109" y="1150124"/>
                      <a:pt x="1884098" y="1150124"/>
                      <a:pt x="1861194" y="1150124"/>
                    </a:cubicBezTo>
                    <a:cubicBezTo>
                      <a:pt x="1808705" y="1153400"/>
                      <a:pt x="1759609" y="1153400"/>
                      <a:pt x="1710407" y="1153400"/>
                    </a:cubicBezTo>
                    <a:cubicBezTo>
                      <a:pt x="1661311" y="1153400"/>
                      <a:pt x="1612109" y="1153400"/>
                      <a:pt x="1563014" y="1153400"/>
                    </a:cubicBezTo>
                    <a:cubicBezTo>
                      <a:pt x="1513812" y="1153400"/>
                      <a:pt x="1468003" y="1150124"/>
                      <a:pt x="1422088" y="1150124"/>
                    </a:cubicBezTo>
                    <a:cubicBezTo>
                      <a:pt x="1372992" y="1150124"/>
                      <a:pt x="1320503" y="1146847"/>
                      <a:pt x="1271407" y="1146847"/>
                    </a:cubicBezTo>
                    <a:cubicBezTo>
                      <a:pt x="1225493" y="1146847"/>
                      <a:pt x="1176397" y="1143571"/>
                      <a:pt x="1130482" y="1143571"/>
                    </a:cubicBezTo>
                    <a:cubicBezTo>
                      <a:pt x="1077993" y="1140294"/>
                      <a:pt x="1028897" y="1140294"/>
                      <a:pt x="976514" y="1140294"/>
                    </a:cubicBezTo>
                    <a:cubicBezTo>
                      <a:pt x="930599" y="1137022"/>
                      <a:pt x="881397" y="1137022"/>
                      <a:pt x="832301" y="1137022"/>
                    </a:cubicBezTo>
                    <a:cubicBezTo>
                      <a:pt x="783100" y="1137022"/>
                      <a:pt x="734004" y="1133746"/>
                      <a:pt x="684802" y="1133746"/>
                    </a:cubicBezTo>
                    <a:cubicBezTo>
                      <a:pt x="661897" y="1133746"/>
                      <a:pt x="635706" y="1133746"/>
                      <a:pt x="612802" y="1133746"/>
                    </a:cubicBezTo>
                    <a:cubicBezTo>
                      <a:pt x="599653" y="1133746"/>
                      <a:pt x="589791" y="1133746"/>
                      <a:pt x="576748" y="1133746"/>
                    </a:cubicBezTo>
                    <a:cubicBezTo>
                      <a:pt x="563600" y="1133746"/>
                      <a:pt x="553738" y="1133746"/>
                      <a:pt x="540695" y="1133746"/>
                    </a:cubicBezTo>
                    <a:cubicBezTo>
                      <a:pt x="494781" y="1133746"/>
                      <a:pt x="445685" y="1130469"/>
                      <a:pt x="396483" y="1127193"/>
                    </a:cubicBezTo>
                    <a:cubicBezTo>
                      <a:pt x="350568" y="1127193"/>
                      <a:pt x="301472" y="1123916"/>
                      <a:pt x="255558" y="1123916"/>
                    </a:cubicBezTo>
                    <a:cubicBezTo>
                      <a:pt x="232653" y="1123916"/>
                      <a:pt x="209749" y="1123916"/>
                      <a:pt x="186738" y="1127193"/>
                    </a:cubicBezTo>
                    <a:cubicBezTo>
                      <a:pt x="176983" y="1127193"/>
                      <a:pt x="167121" y="1127193"/>
                      <a:pt x="153973" y="1127193"/>
                    </a:cubicBezTo>
                    <a:cubicBezTo>
                      <a:pt x="147504" y="1127193"/>
                      <a:pt x="144217" y="1127193"/>
                      <a:pt x="137643" y="1127193"/>
                    </a:cubicBezTo>
                    <a:cubicBezTo>
                      <a:pt x="134355" y="1127193"/>
                      <a:pt x="127781" y="1123916"/>
                      <a:pt x="124494" y="1123916"/>
                    </a:cubicBezTo>
                    <a:cubicBezTo>
                      <a:pt x="124494" y="1123916"/>
                      <a:pt x="121207" y="1123916"/>
                      <a:pt x="121207" y="1123916"/>
                    </a:cubicBezTo>
                    <a:cubicBezTo>
                      <a:pt x="117919" y="1120639"/>
                      <a:pt x="114738" y="1120639"/>
                      <a:pt x="111451" y="1117363"/>
                    </a:cubicBezTo>
                    <a:cubicBezTo>
                      <a:pt x="108164" y="1117363"/>
                      <a:pt x="104877" y="1110810"/>
                      <a:pt x="101589" y="1107533"/>
                    </a:cubicBezTo>
                    <a:cubicBezTo>
                      <a:pt x="98302" y="1100980"/>
                      <a:pt x="98302" y="1097699"/>
                      <a:pt x="98302" y="1091146"/>
                    </a:cubicBezTo>
                    <a:cubicBezTo>
                      <a:pt x="98302" y="1084597"/>
                      <a:pt x="98302" y="1078039"/>
                      <a:pt x="101589" y="1074763"/>
                    </a:cubicBezTo>
                    <a:cubicBezTo>
                      <a:pt x="104877" y="1071481"/>
                      <a:pt x="108164" y="1068205"/>
                      <a:pt x="111451" y="1064928"/>
                    </a:cubicBezTo>
                    <a:lnTo>
                      <a:pt x="119264" y="1059684"/>
                    </a:lnTo>
                    <a:lnTo>
                      <a:pt x="117960" y="1055121"/>
                    </a:lnTo>
                    <a:cubicBezTo>
                      <a:pt x="114684" y="1038736"/>
                      <a:pt x="114684" y="1025629"/>
                      <a:pt x="111407" y="1009245"/>
                    </a:cubicBezTo>
                    <a:cubicBezTo>
                      <a:pt x="108130" y="986308"/>
                      <a:pt x="104853" y="966647"/>
                      <a:pt x="101576" y="946987"/>
                    </a:cubicBezTo>
                    <a:cubicBezTo>
                      <a:pt x="101576" y="937156"/>
                      <a:pt x="101576" y="927326"/>
                      <a:pt x="101576" y="917495"/>
                    </a:cubicBezTo>
                    <a:cubicBezTo>
                      <a:pt x="101576" y="907665"/>
                      <a:pt x="101576" y="897835"/>
                      <a:pt x="101576" y="888004"/>
                    </a:cubicBezTo>
                    <a:cubicBezTo>
                      <a:pt x="98299" y="868344"/>
                      <a:pt x="98299" y="845406"/>
                      <a:pt x="98299" y="825746"/>
                    </a:cubicBezTo>
                    <a:cubicBezTo>
                      <a:pt x="98299" y="806085"/>
                      <a:pt x="98299" y="786424"/>
                      <a:pt x="98299" y="766764"/>
                    </a:cubicBezTo>
                    <a:cubicBezTo>
                      <a:pt x="98299" y="747103"/>
                      <a:pt x="101576" y="727442"/>
                      <a:pt x="101576" y="707781"/>
                    </a:cubicBezTo>
                    <a:cubicBezTo>
                      <a:pt x="101576" y="688121"/>
                      <a:pt x="104853" y="665183"/>
                      <a:pt x="104853" y="645523"/>
                    </a:cubicBezTo>
                    <a:cubicBezTo>
                      <a:pt x="104853" y="625862"/>
                      <a:pt x="108130" y="606201"/>
                      <a:pt x="108130" y="586541"/>
                    </a:cubicBezTo>
                    <a:cubicBezTo>
                      <a:pt x="111407" y="566880"/>
                      <a:pt x="111407" y="543942"/>
                      <a:pt x="111407" y="524282"/>
                    </a:cubicBezTo>
                    <a:cubicBezTo>
                      <a:pt x="114684" y="504621"/>
                      <a:pt x="114684" y="484960"/>
                      <a:pt x="114684" y="465300"/>
                    </a:cubicBezTo>
                    <a:cubicBezTo>
                      <a:pt x="114684" y="445639"/>
                      <a:pt x="117960" y="425978"/>
                      <a:pt x="117960" y="406318"/>
                    </a:cubicBezTo>
                    <a:cubicBezTo>
                      <a:pt x="117960" y="396487"/>
                      <a:pt x="117960" y="386657"/>
                      <a:pt x="117960" y="376827"/>
                    </a:cubicBezTo>
                    <a:cubicBezTo>
                      <a:pt x="117960" y="370273"/>
                      <a:pt x="117960" y="366996"/>
                      <a:pt x="117960" y="360443"/>
                    </a:cubicBezTo>
                    <a:cubicBezTo>
                      <a:pt x="117960" y="357166"/>
                      <a:pt x="117960" y="350612"/>
                      <a:pt x="117960" y="347336"/>
                    </a:cubicBezTo>
                    <a:cubicBezTo>
                      <a:pt x="117960" y="327675"/>
                      <a:pt x="121237" y="308014"/>
                      <a:pt x="124514" y="288353"/>
                    </a:cubicBezTo>
                    <a:cubicBezTo>
                      <a:pt x="124514" y="268693"/>
                      <a:pt x="127791" y="249032"/>
                      <a:pt x="127791" y="229371"/>
                    </a:cubicBezTo>
                    <a:cubicBezTo>
                      <a:pt x="127791" y="219541"/>
                      <a:pt x="127791" y="209711"/>
                      <a:pt x="124514" y="199880"/>
                    </a:cubicBezTo>
                    <a:cubicBezTo>
                      <a:pt x="124514" y="196604"/>
                      <a:pt x="124514" y="190050"/>
                      <a:pt x="124514" y="186773"/>
                    </a:cubicBezTo>
                    <a:cubicBezTo>
                      <a:pt x="124514" y="183496"/>
                      <a:pt x="124514" y="183496"/>
                      <a:pt x="124514" y="180220"/>
                    </a:cubicBezTo>
                    <a:cubicBezTo>
                      <a:pt x="124514" y="176943"/>
                      <a:pt x="127791" y="176943"/>
                      <a:pt x="127791" y="173666"/>
                    </a:cubicBezTo>
                    <a:cubicBezTo>
                      <a:pt x="127791" y="170389"/>
                      <a:pt x="127791" y="170389"/>
                      <a:pt x="127791" y="170389"/>
                    </a:cubicBezTo>
                    <a:cubicBezTo>
                      <a:pt x="131068" y="170389"/>
                      <a:pt x="131068" y="167113"/>
                      <a:pt x="134345" y="167113"/>
                    </a:cubicBezTo>
                    <a:cubicBezTo>
                      <a:pt x="134345" y="167113"/>
                      <a:pt x="140899" y="163836"/>
                      <a:pt x="144175" y="163836"/>
                    </a:cubicBezTo>
                    <a:close/>
                    <a:moveTo>
                      <a:pt x="163838" y="0"/>
                    </a:moveTo>
                    <a:cubicBezTo>
                      <a:pt x="173668" y="0"/>
                      <a:pt x="186775" y="3272"/>
                      <a:pt x="193329" y="13111"/>
                    </a:cubicBezTo>
                    <a:cubicBezTo>
                      <a:pt x="196605" y="19654"/>
                      <a:pt x="203159" y="26210"/>
                      <a:pt x="206436" y="32765"/>
                    </a:cubicBezTo>
                    <a:cubicBezTo>
                      <a:pt x="209712" y="39321"/>
                      <a:pt x="209712" y="42604"/>
                      <a:pt x="212989" y="45876"/>
                    </a:cubicBezTo>
                    <a:cubicBezTo>
                      <a:pt x="216266" y="55703"/>
                      <a:pt x="222819" y="62259"/>
                      <a:pt x="226096" y="72086"/>
                    </a:cubicBezTo>
                    <a:cubicBezTo>
                      <a:pt x="232650" y="88469"/>
                      <a:pt x="239203" y="108135"/>
                      <a:pt x="249034" y="124518"/>
                    </a:cubicBezTo>
                    <a:cubicBezTo>
                      <a:pt x="258864" y="140901"/>
                      <a:pt x="265417" y="160555"/>
                      <a:pt x="275248" y="176950"/>
                    </a:cubicBezTo>
                    <a:cubicBezTo>
                      <a:pt x="281801" y="186777"/>
                      <a:pt x="285078" y="193333"/>
                      <a:pt x="291631" y="203160"/>
                    </a:cubicBezTo>
                    <a:cubicBezTo>
                      <a:pt x="298185" y="209716"/>
                      <a:pt x="301462" y="219543"/>
                      <a:pt x="308015" y="229382"/>
                    </a:cubicBezTo>
                    <a:cubicBezTo>
                      <a:pt x="308015" y="229382"/>
                      <a:pt x="311292" y="232654"/>
                      <a:pt x="311292" y="232654"/>
                    </a:cubicBezTo>
                    <a:cubicBezTo>
                      <a:pt x="314569" y="235926"/>
                      <a:pt x="311292" y="239209"/>
                      <a:pt x="308015" y="235926"/>
                    </a:cubicBezTo>
                    <a:cubicBezTo>
                      <a:pt x="301462" y="226098"/>
                      <a:pt x="291631" y="219543"/>
                      <a:pt x="281801" y="209716"/>
                    </a:cubicBezTo>
                    <a:cubicBezTo>
                      <a:pt x="275248" y="203160"/>
                      <a:pt x="268694" y="196605"/>
                      <a:pt x="262141" y="190049"/>
                    </a:cubicBezTo>
                    <a:cubicBezTo>
                      <a:pt x="249034" y="176950"/>
                      <a:pt x="235927" y="163839"/>
                      <a:pt x="222819" y="150728"/>
                    </a:cubicBezTo>
                    <a:cubicBezTo>
                      <a:pt x="209712" y="137629"/>
                      <a:pt x="196605" y="124518"/>
                      <a:pt x="183498" y="108135"/>
                    </a:cubicBezTo>
                    <a:cubicBezTo>
                      <a:pt x="176945" y="101580"/>
                      <a:pt x="170391" y="95024"/>
                      <a:pt x="163838" y="85197"/>
                    </a:cubicBezTo>
                    <a:cubicBezTo>
                      <a:pt x="157284" y="95024"/>
                      <a:pt x="150731" y="101580"/>
                      <a:pt x="144177" y="111419"/>
                    </a:cubicBezTo>
                    <a:cubicBezTo>
                      <a:pt x="134347" y="127802"/>
                      <a:pt x="124517" y="140901"/>
                      <a:pt x="114687" y="157284"/>
                    </a:cubicBezTo>
                    <a:cubicBezTo>
                      <a:pt x="104856" y="170395"/>
                      <a:pt x="95026" y="186777"/>
                      <a:pt x="85195" y="203160"/>
                    </a:cubicBezTo>
                    <a:cubicBezTo>
                      <a:pt x="78642" y="212999"/>
                      <a:pt x="72088" y="219543"/>
                      <a:pt x="65535" y="229382"/>
                    </a:cubicBezTo>
                    <a:cubicBezTo>
                      <a:pt x="62258" y="232666"/>
                      <a:pt x="58981" y="235938"/>
                      <a:pt x="55705" y="239209"/>
                    </a:cubicBezTo>
                    <a:cubicBezTo>
                      <a:pt x="55705" y="239209"/>
                      <a:pt x="55705" y="242493"/>
                      <a:pt x="52428" y="242493"/>
                    </a:cubicBezTo>
                    <a:cubicBezTo>
                      <a:pt x="45874" y="249048"/>
                      <a:pt x="45874" y="249048"/>
                      <a:pt x="36044" y="252320"/>
                    </a:cubicBezTo>
                    <a:cubicBezTo>
                      <a:pt x="32767" y="252320"/>
                      <a:pt x="29491" y="252320"/>
                      <a:pt x="29491" y="258864"/>
                    </a:cubicBezTo>
                    <a:cubicBezTo>
                      <a:pt x="22937" y="258864"/>
                      <a:pt x="16384" y="255580"/>
                      <a:pt x="9830" y="249037"/>
                    </a:cubicBezTo>
                    <a:cubicBezTo>
                      <a:pt x="3277" y="242481"/>
                      <a:pt x="0" y="235926"/>
                      <a:pt x="0" y="229370"/>
                    </a:cubicBezTo>
                    <a:cubicBezTo>
                      <a:pt x="0" y="226098"/>
                      <a:pt x="0" y="219543"/>
                      <a:pt x="3277" y="216259"/>
                    </a:cubicBezTo>
                    <a:cubicBezTo>
                      <a:pt x="6553" y="203160"/>
                      <a:pt x="13107" y="193333"/>
                      <a:pt x="19660" y="183494"/>
                    </a:cubicBezTo>
                    <a:cubicBezTo>
                      <a:pt x="26214" y="176950"/>
                      <a:pt x="29491" y="167111"/>
                      <a:pt x="36044" y="160555"/>
                    </a:cubicBezTo>
                    <a:cubicBezTo>
                      <a:pt x="45874" y="144173"/>
                      <a:pt x="55705" y="127790"/>
                      <a:pt x="65535" y="111407"/>
                    </a:cubicBezTo>
                    <a:cubicBezTo>
                      <a:pt x="72088" y="104864"/>
                      <a:pt x="75365" y="95024"/>
                      <a:pt x="81919" y="88469"/>
                    </a:cubicBezTo>
                    <a:cubicBezTo>
                      <a:pt x="88472" y="78642"/>
                      <a:pt x="95026" y="72086"/>
                      <a:pt x="101580" y="62259"/>
                    </a:cubicBezTo>
                    <a:cubicBezTo>
                      <a:pt x="108133" y="55703"/>
                      <a:pt x="111410" y="45876"/>
                      <a:pt x="117963" y="39321"/>
                    </a:cubicBezTo>
                    <a:cubicBezTo>
                      <a:pt x="121240" y="32765"/>
                      <a:pt x="124517" y="29493"/>
                      <a:pt x="127794" y="26210"/>
                    </a:cubicBezTo>
                    <a:cubicBezTo>
                      <a:pt x="127794" y="22938"/>
                      <a:pt x="131070" y="19654"/>
                      <a:pt x="134347" y="16382"/>
                    </a:cubicBezTo>
                    <a:cubicBezTo>
                      <a:pt x="137624" y="13099"/>
                      <a:pt x="140901" y="9827"/>
                      <a:pt x="144177" y="6555"/>
                    </a:cubicBezTo>
                    <a:cubicBezTo>
                      <a:pt x="150731" y="3272"/>
                      <a:pt x="157284" y="0"/>
                      <a:pt x="163838" y="0"/>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32" name="Google Shape;232;ge5669b8a30_1_195"/>
              <p:cNvSpPr/>
              <p:nvPr/>
            </p:nvSpPr>
            <p:spPr>
              <a:xfrm flipH="1">
                <a:off x="2490884" y="1714020"/>
                <a:ext cx="1881360" cy="1206877"/>
              </a:xfrm>
              <a:custGeom>
                <a:rect b="b" l="l" r="r" t="t"/>
                <a:pathLst>
                  <a:path extrusionOk="0" h="1609169" w="2500146">
                    <a:moveTo>
                      <a:pt x="2457552" y="603219"/>
                    </a:moveTo>
                    <a:cubicBezTo>
                      <a:pt x="2457552" y="603219"/>
                      <a:pt x="2460817" y="603219"/>
                      <a:pt x="2464099" y="603219"/>
                    </a:cubicBezTo>
                    <a:cubicBezTo>
                      <a:pt x="2467380" y="603219"/>
                      <a:pt x="2473927" y="603219"/>
                      <a:pt x="2477208" y="606493"/>
                    </a:cubicBezTo>
                    <a:cubicBezTo>
                      <a:pt x="2480489" y="609766"/>
                      <a:pt x="2483755" y="613053"/>
                      <a:pt x="2487036" y="616326"/>
                    </a:cubicBezTo>
                    <a:cubicBezTo>
                      <a:pt x="2490318" y="619600"/>
                      <a:pt x="2490318" y="626160"/>
                      <a:pt x="2500146" y="645815"/>
                    </a:cubicBezTo>
                    <a:cubicBezTo>
                      <a:pt x="2500146" y="649101"/>
                      <a:pt x="2496865" y="652375"/>
                      <a:pt x="2496865" y="655648"/>
                    </a:cubicBezTo>
                    <a:cubicBezTo>
                      <a:pt x="2496865" y="655648"/>
                      <a:pt x="2493599" y="662208"/>
                      <a:pt x="2493599" y="665482"/>
                    </a:cubicBezTo>
                    <a:cubicBezTo>
                      <a:pt x="2490318" y="665482"/>
                      <a:pt x="2490318" y="668756"/>
                      <a:pt x="2490318" y="668756"/>
                    </a:cubicBezTo>
                    <a:cubicBezTo>
                      <a:pt x="2487036" y="675316"/>
                      <a:pt x="2483755" y="678589"/>
                      <a:pt x="2480489" y="685137"/>
                    </a:cubicBezTo>
                    <a:cubicBezTo>
                      <a:pt x="2470661" y="701518"/>
                      <a:pt x="2464099" y="714625"/>
                      <a:pt x="2454270" y="731019"/>
                    </a:cubicBezTo>
                    <a:cubicBezTo>
                      <a:pt x="2444442" y="744126"/>
                      <a:pt x="2437895" y="760507"/>
                      <a:pt x="2428051" y="773615"/>
                    </a:cubicBezTo>
                    <a:cubicBezTo>
                      <a:pt x="2421504" y="783436"/>
                      <a:pt x="2414957" y="789996"/>
                      <a:pt x="2408395" y="799829"/>
                    </a:cubicBezTo>
                    <a:cubicBezTo>
                      <a:pt x="2401848" y="806377"/>
                      <a:pt x="2398566" y="812937"/>
                      <a:pt x="2392019" y="819484"/>
                    </a:cubicBezTo>
                    <a:cubicBezTo>
                      <a:pt x="2388738" y="822758"/>
                      <a:pt x="2385457" y="826044"/>
                      <a:pt x="2382175" y="829318"/>
                    </a:cubicBezTo>
                    <a:cubicBezTo>
                      <a:pt x="2378910" y="832591"/>
                      <a:pt x="2375629" y="835865"/>
                      <a:pt x="2372347" y="839139"/>
                    </a:cubicBezTo>
                    <a:cubicBezTo>
                      <a:pt x="2369082" y="842425"/>
                      <a:pt x="2362519" y="845699"/>
                      <a:pt x="2359238" y="848972"/>
                    </a:cubicBezTo>
                    <a:cubicBezTo>
                      <a:pt x="2355972" y="848972"/>
                      <a:pt x="2355972" y="852246"/>
                      <a:pt x="2352691" y="852246"/>
                    </a:cubicBezTo>
                    <a:cubicBezTo>
                      <a:pt x="2352691" y="852246"/>
                      <a:pt x="2349409" y="855532"/>
                      <a:pt x="2349409" y="858806"/>
                    </a:cubicBezTo>
                    <a:cubicBezTo>
                      <a:pt x="2346144" y="865353"/>
                      <a:pt x="2342862" y="868640"/>
                      <a:pt x="2336315" y="871913"/>
                    </a:cubicBezTo>
                    <a:cubicBezTo>
                      <a:pt x="2333034" y="875187"/>
                      <a:pt x="2326472" y="875187"/>
                      <a:pt x="2319925" y="875187"/>
                    </a:cubicBezTo>
                    <a:cubicBezTo>
                      <a:pt x="2316643" y="875187"/>
                      <a:pt x="2313378" y="875187"/>
                      <a:pt x="2310096" y="875187"/>
                    </a:cubicBezTo>
                    <a:cubicBezTo>
                      <a:pt x="2300268" y="871913"/>
                      <a:pt x="2290440" y="865353"/>
                      <a:pt x="2283877" y="858806"/>
                    </a:cubicBezTo>
                    <a:cubicBezTo>
                      <a:pt x="2280611" y="852246"/>
                      <a:pt x="2274049" y="845699"/>
                      <a:pt x="2270768" y="839139"/>
                    </a:cubicBezTo>
                    <a:cubicBezTo>
                      <a:pt x="2267502" y="829318"/>
                      <a:pt x="2260939" y="822758"/>
                      <a:pt x="2254392" y="812937"/>
                    </a:cubicBezTo>
                    <a:cubicBezTo>
                      <a:pt x="2244564" y="796543"/>
                      <a:pt x="2231455" y="776888"/>
                      <a:pt x="2221626" y="760507"/>
                    </a:cubicBezTo>
                    <a:cubicBezTo>
                      <a:pt x="2215064" y="750674"/>
                      <a:pt x="2208517" y="744126"/>
                      <a:pt x="2205235" y="734293"/>
                    </a:cubicBezTo>
                    <a:cubicBezTo>
                      <a:pt x="2198688" y="724459"/>
                      <a:pt x="2192126" y="714625"/>
                      <a:pt x="2188860" y="704804"/>
                    </a:cubicBezTo>
                    <a:cubicBezTo>
                      <a:pt x="2185579" y="694970"/>
                      <a:pt x="2182298" y="688411"/>
                      <a:pt x="2179032" y="681863"/>
                    </a:cubicBezTo>
                    <a:cubicBezTo>
                      <a:pt x="2175751" y="675303"/>
                      <a:pt x="2175751" y="672029"/>
                      <a:pt x="2172469" y="665482"/>
                    </a:cubicBezTo>
                    <a:cubicBezTo>
                      <a:pt x="2169188" y="658922"/>
                      <a:pt x="2169188" y="652375"/>
                      <a:pt x="2169188" y="649088"/>
                    </a:cubicBezTo>
                    <a:cubicBezTo>
                      <a:pt x="2169188" y="645815"/>
                      <a:pt x="2169188" y="639267"/>
                      <a:pt x="2169188" y="635981"/>
                    </a:cubicBezTo>
                    <a:cubicBezTo>
                      <a:pt x="2169188" y="632707"/>
                      <a:pt x="2165922" y="629434"/>
                      <a:pt x="2165922" y="626160"/>
                    </a:cubicBezTo>
                    <a:cubicBezTo>
                      <a:pt x="2165922" y="626160"/>
                      <a:pt x="2162641" y="622886"/>
                      <a:pt x="2162641" y="622886"/>
                    </a:cubicBezTo>
                    <a:cubicBezTo>
                      <a:pt x="2162641" y="619600"/>
                      <a:pt x="2162641" y="619600"/>
                      <a:pt x="2162641" y="619600"/>
                    </a:cubicBezTo>
                    <a:cubicBezTo>
                      <a:pt x="2162641" y="616326"/>
                      <a:pt x="2162641" y="616326"/>
                      <a:pt x="2165922" y="616326"/>
                    </a:cubicBezTo>
                    <a:cubicBezTo>
                      <a:pt x="2169188" y="616326"/>
                      <a:pt x="2169188" y="616326"/>
                      <a:pt x="2169188" y="616326"/>
                    </a:cubicBezTo>
                    <a:cubicBezTo>
                      <a:pt x="2169188" y="616326"/>
                      <a:pt x="2172469" y="619600"/>
                      <a:pt x="2172469" y="619600"/>
                    </a:cubicBezTo>
                    <a:cubicBezTo>
                      <a:pt x="2175751" y="619600"/>
                      <a:pt x="2182298" y="622886"/>
                      <a:pt x="2185579" y="626160"/>
                    </a:cubicBezTo>
                    <a:cubicBezTo>
                      <a:pt x="2185579" y="626160"/>
                      <a:pt x="2188860" y="629434"/>
                      <a:pt x="2192126" y="629434"/>
                    </a:cubicBezTo>
                    <a:cubicBezTo>
                      <a:pt x="2195407" y="629434"/>
                      <a:pt x="2195407" y="632707"/>
                      <a:pt x="2198688" y="632707"/>
                    </a:cubicBezTo>
                    <a:cubicBezTo>
                      <a:pt x="2208517" y="639267"/>
                      <a:pt x="2215064" y="649088"/>
                      <a:pt x="2224892" y="655648"/>
                    </a:cubicBezTo>
                    <a:cubicBezTo>
                      <a:pt x="2241283" y="672029"/>
                      <a:pt x="2257674" y="688411"/>
                      <a:pt x="2270768" y="704804"/>
                    </a:cubicBezTo>
                    <a:cubicBezTo>
                      <a:pt x="2287158" y="724459"/>
                      <a:pt x="2300268" y="744126"/>
                      <a:pt x="2313378" y="763781"/>
                    </a:cubicBezTo>
                    <a:cubicBezTo>
                      <a:pt x="2319925" y="773615"/>
                      <a:pt x="2326472" y="780162"/>
                      <a:pt x="2333034" y="789996"/>
                    </a:cubicBezTo>
                    <a:cubicBezTo>
                      <a:pt x="2336315" y="793269"/>
                      <a:pt x="2339581" y="799829"/>
                      <a:pt x="2342862" y="803103"/>
                    </a:cubicBezTo>
                    <a:cubicBezTo>
                      <a:pt x="2346144" y="803103"/>
                      <a:pt x="2346144" y="799829"/>
                      <a:pt x="2346144" y="799829"/>
                    </a:cubicBezTo>
                    <a:cubicBezTo>
                      <a:pt x="2346144" y="793269"/>
                      <a:pt x="2349409" y="786722"/>
                      <a:pt x="2352691" y="780162"/>
                    </a:cubicBezTo>
                    <a:cubicBezTo>
                      <a:pt x="2355972" y="776888"/>
                      <a:pt x="2355972" y="773615"/>
                      <a:pt x="2359238" y="770341"/>
                    </a:cubicBezTo>
                    <a:cubicBezTo>
                      <a:pt x="2365800" y="763781"/>
                      <a:pt x="2369082" y="753947"/>
                      <a:pt x="2372347" y="747400"/>
                    </a:cubicBezTo>
                    <a:cubicBezTo>
                      <a:pt x="2378910" y="731019"/>
                      <a:pt x="2388738" y="717911"/>
                      <a:pt x="2395285" y="701518"/>
                    </a:cubicBezTo>
                    <a:cubicBezTo>
                      <a:pt x="2401848" y="685137"/>
                      <a:pt x="2408395" y="672029"/>
                      <a:pt x="2418223" y="655648"/>
                    </a:cubicBezTo>
                    <a:cubicBezTo>
                      <a:pt x="2421504" y="649088"/>
                      <a:pt x="2428051" y="639267"/>
                      <a:pt x="2431332" y="632707"/>
                    </a:cubicBezTo>
                    <a:cubicBezTo>
                      <a:pt x="2434614" y="626160"/>
                      <a:pt x="2434614" y="622874"/>
                      <a:pt x="2437879" y="619600"/>
                    </a:cubicBezTo>
                    <a:cubicBezTo>
                      <a:pt x="2437879" y="616326"/>
                      <a:pt x="2441161" y="613053"/>
                      <a:pt x="2444442" y="609779"/>
                    </a:cubicBezTo>
                    <a:cubicBezTo>
                      <a:pt x="2447723" y="606493"/>
                      <a:pt x="2454270" y="603219"/>
                      <a:pt x="2457552" y="603219"/>
                    </a:cubicBezTo>
                    <a:close/>
                    <a:moveTo>
                      <a:pt x="2304767" y="0"/>
                    </a:moveTo>
                    <a:lnTo>
                      <a:pt x="2315404" y="0"/>
                    </a:lnTo>
                    <a:lnTo>
                      <a:pt x="2316645" y="1231"/>
                    </a:lnTo>
                    <a:cubicBezTo>
                      <a:pt x="2319920" y="4515"/>
                      <a:pt x="2323200" y="4515"/>
                      <a:pt x="2326475" y="7798"/>
                    </a:cubicBezTo>
                    <a:cubicBezTo>
                      <a:pt x="2329754" y="11082"/>
                      <a:pt x="2329754" y="11082"/>
                      <a:pt x="2333029" y="14336"/>
                    </a:cubicBezTo>
                    <a:cubicBezTo>
                      <a:pt x="2336304" y="20903"/>
                      <a:pt x="2339583" y="24186"/>
                      <a:pt x="2342859" y="30724"/>
                    </a:cubicBezTo>
                    <a:lnTo>
                      <a:pt x="2348212" y="44991"/>
                    </a:lnTo>
                    <a:lnTo>
                      <a:pt x="2352684" y="49449"/>
                    </a:lnTo>
                    <a:cubicBezTo>
                      <a:pt x="2355971" y="52726"/>
                      <a:pt x="2355971" y="56003"/>
                      <a:pt x="2355971" y="55998"/>
                    </a:cubicBezTo>
                    <a:cubicBezTo>
                      <a:pt x="2355971" y="59274"/>
                      <a:pt x="2355971" y="59274"/>
                      <a:pt x="2355971" y="62551"/>
                    </a:cubicBezTo>
                    <a:lnTo>
                      <a:pt x="2354719" y="65048"/>
                    </a:lnTo>
                    <a:lnTo>
                      <a:pt x="2362522" y="96277"/>
                    </a:lnTo>
                    <a:cubicBezTo>
                      <a:pt x="2365797" y="112665"/>
                      <a:pt x="2365797" y="125770"/>
                      <a:pt x="2365797" y="138874"/>
                    </a:cubicBezTo>
                    <a:cubicBezTo>
                      <a:pt x="2369076" y="151979"/>
                      <a:pt x="2369076" y="165083"/>
                      <a:pt x="2369076" y="178188"/>
                    </a:cubicBezTo>
                    <a:cubicBezTo>
                      <a:pt x="2369076" y="191293"/>
                      <a:pt x="2369076" y="204397"/>
                      <a:pt x="2369076" y="217502"/>
                    </a:cubicBezTo>
                    <a:cubicBezTo>
                      <a:pt x="2369076" y="233890"/>
                      <a:pt x="2372351" y="246995"/>
                      <a:pt x="2372351" y="260100"/>
                    </a:cubicBezTo>
                    <a:cubicBezTo>
                      <a:pt x="2372351" y="273204"/>
                      <a:pt x="2372351" y="289592"/>
                      <a:pt x="2375631" y="302697"/>
                    </a:cubicBezTo>
                    <a:cubicBezTo>
                      <a:pt x="2378906" y="315802"/>
                      <a:pt x="2378906" y="328906"/>
                      <a:pt x="2382185" y="342011"/>
                    </a:cubicBezTo>
                    <a:cubicBezTo>
                      <a:pt x="2382185" y="358399"/>
                      <a:pt x="2385460" y="371504"/>
                      <a:pt x="2385460" y="384608"/>
                    </a:cubicBezTo>
                    <a:cubicBezTo>
                      <a:pt x="2385460" y="397743"/>
                      <a:pt x="2385460" y="410847"/>
                      <a:pt x="2385460" y="423952"/>
                    </a:cubicBezTo>
                    <a:cubicBezTo>
                      <a:pt x="2385460" y="437056"/>
                      <a:pt x="2382185" y="450161"/>
                      <a:pt x="2382185" y="463266"/>
                    </a:cubicBezTo>
                    <a:cubicBezTo>
                      <a:pt x="2378906" y="489475"/>
                      <a:pt x="2378906" y="518968"/>
                      <a:pt x="2378906" y="545177"/>
                    </a:cubicBezTo>
                    <a:cubicBezTo>
                      <a:pt x="2378906" y="551744"/>
                      <a:pt x="2378906" y="558282"/>
                      <a:pt x="2378906" y="564849"/>
                    </a:cubicBezTo>
                    <a:cubicBezTo>
                      <a:pt x="2378906" y="571386"/>
                      <a:pt x="2378906" y="577954"/>
                      <a:pt x="2378906" y="584491"/>
                    </a:cubicBezTo>
                    <a:cubicBezTo>
                      <a:pt x="2378906" y="591058"/>
                      <a:pt x="2378906" y="597596"/>
                      <a:pt x="2378906" y="604163"/>
                    </a:cubicBezTo>
                    <a:cubicBezTo>
                      <a:pt x="2378906" y="607446"/>
                      <a:pt x="2378906" y="610700"/>
                      <a:pt x="2378906" y="613984"/>
                    </a:cubicBezTo>
                    <a:cubicBezTo>
                      <a:pt x="2378906" y="613984"/>
                      <a:pt x="2378906" y="617267"/>
                      <a:pt x="2378906" y="617267"/>
                    </a:cubicBezTo>
                    <a:cubicBezTo>
                      <a:pt x="2378906" y="620551"/>
                      <a:pt x="2378906" y="623835"/>
                      <a:pt x="2372351" y="627089"/>
                    </a:cubicBezTo>
                    <a:cubicBezTo>
                      <a:pt x="2372351" y="627089"/>
                      <a:pt x="2365797" y="630372"/>
                      <a:pt x="2362522" y="630372"/>
                    </a:cubicBezTo>
                    <a:cubicBezTo>
                      <a:pt x="2355967" y="630372"/>
                      <a:pt x="2352692" y="630372"/>
                      <a:pt x="2346138" y="630372"/>
                    </a:cubicBezTo>
                    <a:cubicBezTo>
                      <a:pt x="2336308" y="630372"/>
                      <a:pt x="2329754" y="630372"/>
                      <a:pt x="2323200" y="627089"/>
                    </a:cubicBezTo>
                    <a:cubicBezTo>
                      <a:pt x="2319920" y="623805"/>
                      <a:pt x="2316645" y="623805"/>
                      <a:pt x="2313370" y="620551"/>
                    </a:cubicBezTo>
                    <a:cubicBezTo>
                      <a:pt x="2310091" y="620551"/>
                      <a:pt x="2310091" y="617267"/>
                      <a:pt x="2310091" y="617267"/>
                    </a:cubicBezTo>
                    <a:cubicBezTo>
                      <a:pt x="2310091" y="617267"/>
                      <a:pt x="2310091" y="613984"/>
                      <a:pt x="2310091" y="613984"/>
                    </a:cubicBezTo>
                    <a:cubicBezTo>
                      <a:pt x="2310091" y="610700"/>
                      <a:pt x="2310091" y="610700"/>
                      <a:pt x="2310091" y="607446"/>
                    </a:cubicBezTo>
                    <a:cubicBezTo>
                      <a:pt x="2310091" y="604163"/>
                      <a:pt x="2310091" y="597596"/>
                      <a:pt x="2310091" y="594342"/>
                    </a:cubicBezTo>
                    <a:cubicBezTo>
                      <a:pt x="2310091" y="584491"/>
                      <a:pt x="2313370" y="574670"/>
                      <a:pt x="2313370" y="564849"/>
                    </a:cubicBezTo>
                    <a:cubicBezTo>
                      <a:pt x="2313370" y="551744"/>
                      <a:pt x="2313370" y="538610"/>
                      <a:pt x="2313370" y="525505"/>
                    </a:cubicBezTo>
                    <a:cubicBezTo>
                      <a:pt x="2313370" y="509147"/>
                      <a:pt x="2313370" y="496013"/>
                      <a:pt x="2313370" y="482908"/>
                    </a:cubicBezTo>
                    <a:cubicBezTo>
                      <a:pt x="2313370" y="469803"/>
                      <a:pt x="2316645" y="456699"/>
                      <a:pt x="2316645" y="443594"/>
                    </a:cubicBezTo>
                    <a:cubicBezTo>
                      <a:pt x="2319925" y="427206"/>
                      <a:pt x="2319925" y="414101"/>
                      <a:pt x="2319925" y="400997"/>
                    </a:cubicBezTo>
                    <a:cubicBezTo>
                      <a:pt x="2319925" y="387892"/>
                      <a:pt x="2316645" y="374787"/>
                      <a:pt x="2316645" y="361683"/>
                    </a:cubicBezTo>
                    <a:cubicBezTo>
                      <a:pt x="2316645" y="348578"/>
                      <a:pt x="2316645" y="335473"/>
                      <a:pt x="2313370" y="322369"/>
                    </a:cubicBezTo>
                    <a:cubicBezTo>
                      <a:pt x="2310091" y="305981"/>
                      <a:pt x="2310091" y="292876"/>
                      <a:pt x="2306816" y="279771"/>
                    </a:cubicBezTo>
                    <a:cubicBezTo>
                      <a:pt x="2306816" y="266667"/>
                      <a:pt x="2303536" y="250278"/>
                      <a:pt x="2303536" y="237174"/>
                    </a:cubicBezTo>
                    <a:cubicBezTo>
                      <a:pt x="2303536" y="224069"/>
                      <a:pt x="2300261" y="210965"/>
                      <a:pt x="2300261" y="197830"/>
                    </a:cubicBezTo>
                    <a:cubicBezTo>
                      <a:pt x="2300261" y="184726"/>
                      <a:pt x="2300261" y="171621"/>
                      <a:pt x="2300261" y="158516"/>
                    </a:cubicBezTo>
                    <a:cubicBezTo>
                      <a:pt x="2300261" y="142128"/>
                      <a:pt x="2300261" y="129024"/>
                      <a:pt x="2300261" y="115919"/>
                    </a:cubicBezTo>
                    <a:lnTo>
                      <a:pt x="2298121" y="90262"/>
                    </a:lnTo>
                    <a:lnTo>
                      <a:pt x="2283865" y="92046"/>
                    </a:lnTo>
                    <a:cubicBezTo>
                      <a:pt x="2264247" y="95322"/>
                      <a:pt x="2244525" y="98599"/>
                      <a:pt x="2224907" y="98599"/>
                    </a:cubicBezTo>
                    <a:cubicBezTo>
                      <a:pt x="2188854" y="101876"/>
                      <a:pt x="2152801" y="101876"/>
                      <a:pt x="2116748" y="105152"/>
                    </a:cubicBezTo>
                    <a:cubicBezTo>
                      <a:pt x="2067652" y="108429"/>
                      <a:pt x="2018450" y="111706"/>
                      <a:pt x="1969354" y="114982"/>
                    </a:cubicBezTo>
                    <a:cubicBezTo>
                      <a:pt x="1946344" y="114982"/>
                      <a:pt x="1920152" y="114982"/>
                      <a:pt x="1897248" y="114982"/>
                    </a:cubicBezTo>
                    <a:cubicBezTo>
                      <a:pt x="1874344" y="114982"/>
                      <a:pt x="1851333" y="114982"/>
                      <a:pt x="1828429" y="114982"/>
                    </a:cubicBezTo>
                    <a:cubicBezTo>
                      <a:pt x="1775940" y="118259"/>
                      <a:pt x="1726844" y="118259"/>
                      <a:pt x="1677642" y="118259"/>
                    </a:cubicBezTo>
                    <a:cubicBezTo>
                      <a:pt x="1628546" y="118259"/>
                      <a:pt x="1579344" y="118259"/>
                      <a:pt x="1530249" y="118259"/>
                    </a:cubicBezTo>
                    <a:cubicBezTo>
                      <a:pt x="1481047" y="118259"/>
                      <a:pt x="1435238" y="114982"/>
                      <a:pt x="1389323" y="114982"/>
                    </a:cubicBezTo>
                    <a:cubicBezTo>
                      <a:pt x="1340227" y="114982"/>
                      <a:pt x="1287738" y="111706"/>
                      <a:pt x="1238642" y="111706"/>
                    </a:cubicBezTo>
                    <a:cubicBezTo>
                      <a:pt x="1192728" y="111706"/>
                      <a:pt x="1143632" y="108429"/>
                      <a:pt x="1097717" y="108429"/>
                    </a:cubicBezTo>
                    <a:cubicBezTo>
                      <a:pt x="1045228" y="105157"/>
                      <a:pt x="996132" y="105157"/>
                      <a:pt x="943749" y="105157"/>
                    </a:cubicBezTo>
                    <a:cubicBezTo>
                      <a:pt x="897834" y="101881"/>
                      <a:pt x="848632" y="101881"/>
                      <a:pt x="799536" y="101881"/>
                    </a:cubicBezTo>
                    <a:cubicBezTo>
                      <a:pt x="750335" y="101881"/>
                      <a:pt x="701239" y="98604"/>
                      <a:pt x="652037" y="98604"/>
                    </a:cubicBezTo>
                    <a:cubicBezTo>
                      <a:pt x="629132" y="98604"/>
                      <a:pt x="602941" y="98604"/>
                      <a:pt x="580037" y="98604"/>
                    </a:cubicBezTo>
                    <a:cubicBezTo>
                      <a:pt x="566888" y="98604"/>
                      <a:pt x="557026" y="98604"/>
                      <a:pt x="543983" y="98604"/>
                    </a:cubicBezTo>
                    <a:cubicBezTo>
                      <a:pt x="530835" y="98604"/>
                      <a:pt x="520973" y="98604"/>
                      <a:pt x="507930" y="98604"/>
                    </a:cubicBezTo>
                    <a:cubicBezTo>
                      <a:pt x="462016" y="98604"/>
                      <a:pt x="412920" y="95322"/>
                      <a:pt x="363718" y="92051"/>
                    </a:cubicBezTo>
                    <a:cubicBezTo>
                      <a:pt x="317803" y="92051"/>
                      <a:pt x="268707" y="88774"/>
                      <a:pt x="222793" y="88774"/>
                    </a:cubicBezTo>
                    <a:cubicBezTo>
                      <a:pt x="199888" y="88774"/>
                      <a:pt x="176984" y="88774"/>
                      <a:pt x="153973" y="92051"/>
                    </a:cubicBezTo>
                    <a:cubicBezTo>
                      <a:pt x="144218" y="92051"/>
                      <a:pt x="134356" y="92051"/>
                      <a:pt x="121208" y="92051"/>
                    </a:cubicBezTo>
                    <a:cubicBezTo>
                      <a:pt x="114739" y="92051"/>
                      <a:pt x="111452" y="92051"/>
                      <a:pt x="104878" y="92051"/>
                    </a:cubicBezTo>
                    <a:lnTo>
                      <a:pt x="100288" y="90907"/>
                    </a:lnTo>
                    <a:lnTo>
                      <a:pt x="101583" y="105162"/>
                    </a:lnTo>
                    <a:cubicBezTo>
                      <a:pt x="104860" y="128065"/>
                      <a:pt x="101583" y="154291"/>
                      <a:pt x="101583" y="177267"/>
                    </a:cubicBezTo>
                    <a:cubicBezTo>
                      <a:pt x="101583" y="209995"/>
                      <a:pt x="98306" y="242797"/>
                      <a:pt x="95030" y="275525"/>
                    </a:cubicBezTo>
                    <a:cubicBezTo>
                      <a:pt x="91753" y="291926"/>
                      <a:pt x="91753" y="308327"/>
                      <a:pt x="91753" y="324728"/>
                    </a:cubicBezTo>
                    <a:cubicBezTo>
                      <a:pt x="91753" y="341055"/>
                      <a:pt x="91753" y="357456"/>
                      <a:pt x="91753" y="373856"/>
                    </a:cubicBezTo>
                    <a:cubicBezTo>
                      <a:pt x="91753" y="390257"/>
                      <a:pt x="91753" y="406584"/>
                      <a:pt x="91753" y="422985"/>
                    </a:cubicBezTo>
                    <a:cubicBezTo>
                      <a:pt x="91753" y="439386"/>
                      <a:pt x="88476" y="459038"/>
                      <a:pt x="88476" y="475439"/>
                    </a:cubicBezTo>
                    <a:cubicBezTo>
                      <a:pt x="85199" y="508166"/>
                      <a:pt x="85199" y="544219"/>
                      <a:pt x="85199" y="577021"/>
                    </a:cubicBezTo>
                    <a:cubicBezTo>
                      <a:pt x="81922" y="609749"/>
                      <a:pt x="81922" y="645801"/>
                      <a:pt x="81922" y="678603"/>
                    </a:cubicBezTo>
                    <a:cubicBezTo>
                      <a:pt x="81922" y="711331"/>
                      <a:pt x="81922" y="744133"/>
                      <a:pt x="78645" y="776860"/>
                    </a:cubicBezTo>
                    <a:cubicBezTo>
                      <a:pt x="78645" y="812913"/>
                      <a:pt x="75368" y="845715"/>
                      <a:pt x="75368" y="881767"/>
                    </a:cubicBezTo>
                    <a:cubicBezTo>
                      <a:pt x="75368" y="914495"/>
                      <a:pt x="72091" y="947297"/>
                      <a:pt x="72091" y="980025"/>
                    </a:cubicBezTo>
                    <a:cubicBezTo>
                      <a:pt x="68815" y="996426"/>
                      <a:pt x="68815" y="1012827"/>
                      <a:pt x="68815" y="1029154"/>
                    </a:cubicBezTo>
                    <a:cubicBezTo>
                      <a:pt x="68815" y="1048879"/>
                      <a:pt x="68815" y="1065206"/>
                      <a:pt x="68815" y="1084931"/>
                    </a:cubicBezTo>
                    <a:cubicBezTo>
                      <a:pt x="72091" y="1120910"/>
                      <a:pt x="72091" y="1153712"/>
                      <a:pt x="72091" y="1186440"/>
                    </a:cubicBezTo>
                    <a:cubicBezTo>
                      <a:pt x="72091" y="1206165"/>
                      <a:pt x="72091" y="1222492"/>
                      <a:pt x="72091" y="1238893"/>
                    </a:cubicBezTo>
                    <a:cubicBezTo>
                      <a:pt x="72091" y="1255294"/>
                      <a:pt x="72091" y="1271695"/>
                      <a:pt x="72091" y="1288022"/>
                    </a:cubicBezTo>
                    <a:cubicBezTo>
                      <a:pt x="72091" y="1304423"/>
                      <a:pt x="72091" y="1320824"/>
                      <a:pt x="72091" y="1337225"/>
                    </a:cubicBezTo>
                    <a:cubicBezTo>
                      <a:pt x="72091" y="1353552"/>
                      <a:pt x="75368" y="1369952"/>
                      <a:pt x="75368" y="1386353"/>
                    </a:cubicBezTo>
                    <a:cubicBezTo>
                      <a:pt x="75368" y="1402754"/>
                      <a:pt x="78645" y="1422406"/>
                      <a:pt x="78645" y="1438807"/>
                    </a:cubicBezTo>
                    <a:cubicBezTo>
                      <a:pt x="78645" y="1458458"/>
                      <a:pt x="81922" y="1474859"/>
                      <a:pt x="81922" y="1491186"/>
                    </a:cubicBezTo>
                    <a:cubicBezTo>
                      <a:pt x="81922" y="1507587"/>
                      <a:pt x="85199" y="1523988"/>
                      <a:pt x="85199" y="1540389"/>
                    </a:cubicBezTo>
                    <a:cubicBezTo>
                      <a:pt x="85199" y="1550215"/>
                      <a:pt x="85199" y="1556716"/>
                      <a:pt x="85199" y="1566542"/>
                    </a:cubicBezTo>
                    <a:lnTo>
                      <a:pt x="86308" y="1566542"/>
                    </a:lnTo>
                    <a:lnTo>
                      <a:pt x="86308" y="1579317"/>
                    </a:lnTo>
                    <a:lnTo>
                      <a:pt x="85199" y="1579692"/>
                    </a:lnTo>
                    <a:cubicBezTo>
                      <a:pt x="85199" y="1582943"/>
                      <a:pt x="85199" y="1586267"/>
                      <a:pt x="85199" y="1589518"/>
                    </a:cubicBezTo>
                    <a:cubicBezTo>
                      <a:pt x="81922" y="1592768"/>
                      <a:pt x="81922" y="1596093"/>
                      <a:pt x="78645" y="1599343"/>
                    </a:cubicBezTo>
                    <a:cubicBezTo>
                      <a:pt x="75368" y="1602594"/>
                      <a:pt x="72091" y="1605919"/>
                      <a:pt x="68815" y="1605919"/>
                    </a:cubicBezTo>
                    <a:cubicBezTo>
                      <a:pt x="62261" y="1609169"/>
                      <a:pt x="58984" y="1609169"/>
                      <a:pt x="62261" y="1609169"/>
                    </a:cubicBezTo>
                    <a:cubicBezTo>
                      <a:pt x="58984" y="1609169"/>
                      <a:pt x="58984" y="1609169"/>
                      <a:pt x="55707" y="1609169"/>
                    </a:cubicBezTo>
                    <a:cubicBezTo>
                      <a:pt x="49153" y="1609169"/>
                      <a:pt x="45876" y="1609169"/>
                      <a:pt x="42600" y="1605919"/>
                    </a:cubicBezTo>
                    <a:cubicBezTo>
                      <a:pt x="32769" y="1599343"/>
                      <a:pt x="29492" y="1592768"/>
                      <a:pt x="29492" y="1586267"/>
                    </a:cubicBezTo>
                    <a:cubicBezTo>
                      <a:pt x="29492" y="1582943"/>
                      <a:pt x="29492" y="1579692"/>
                      <a:pt x="29492" y="1576367"/>
                    </a:cubicBezTo>
                    <a:cubicBezTo>
                      <a:pt x="29492" y="1569866"/>
                      <a:pt x="26215" y="1563291"/>
                      <a:pt x="26215" y="1556716"/>
                    </a:cubicBezTo>
                    <a:cubicBezTo>
                      <a:pt x="22938" y="1543639"/>
                      <a:pt x="19661" y="1530563"/>
                      <a:pt x="19661" y="1517413"/>
                    </a:cubicBezTo>
                    <a:cubicBezTo>
                      <a:pt x="16385" y="1491186"/>
                      <a:pt x="16385" y="1468284"/>
                      <a:pt x="13108" y="1442057"/>
                    </a:cubicBezTo>
                    <a:cubicBezTo>
                      <a:pt x="9831" y="1409256"/>
                      <a:pt x="6554" y="1373277"/>
                      <a:pt x="3277" y="1340475"/>
                    </a:cubicBezTo>
                    <a:cubicBezTo>
                      <a:pt x="3277" y="1324074"/>
                      <a:pt x="3277" y="1307747"/>
                      <a:pt x="3277" y="1291346"/>
                    </a:cubicBezTo>
                    <a:cubicBezTo>
                      <a:pt x="3277" y="1274945"/>
                      <a:pt x="3277" y="1258545"/>
                      <a:pt x="3277" y="1242144"/>
                    </a:cubicBezTo>
                    <a:cubicBezTo>
                      <a:pt x="0" y="1206165"/>
                      <a:pt x="0" y="1173363"/>
                      <a:pt x="0" y="1137311"/>
                    </a:cubicBezTo>
                    <a:cubicBezTo>
                      <a:pt x="0" y="1104583"/>
                      <a:pt x="0" y="1068531"/>
                      <a:pt x="0" y="1035729"/>
                    </a:cubicBezTo>
                    <a:cubicBezTo>
                      <a:pt x="0" y="1003001"/>
                      <a:pt x="3277" y="970199"/>
                      <a:pt x="3277" y="937471"/>
                    </a:cubicBezTo>
                    <a:cubicBezTo>
                      <a:pt x="3277" y="901419"/>
                      <a:pt x="6554" y="868617"/>
                      <a:pt x="6554" y="832564"/>
                    </a:cubicBezTo>
                    <a:cubicBezTo>
                      <a:pt x="6554" y="799837"/>
                      <a:pt x="9831" y="767035"/>
                      <a:pt x="9831" y="734307"/>
                    </a:cubicBezTo>
                    <a:cubicBezTo>
                      <a:pt x="13108" y="701505"/>
                      <a:pt x="13108" y="665453"/>
                      <a:pt x="13108" y="629400"/>
                    </a:cubicBezTo>
                    <a:cubicBezTo>
                      <a:pt x="16385" y="593422"/>
                      <a:pt x="16385" y="560620"/>
                      <a:pt x="16385" y="527818"/>
                    </a:cubicBezTo>
                    <a:cubicBezTo>
                      <a:pt x="16385" y="495090"/>
                      <a:pt x="19661" y="459038"/>
                      <a:pt x="19661" y="426236"/>
                    </a:cubicBezTo>
                    <a:cubicBezTo>
                      <a:pt x="19661" y="409909"/>
                      <a:pt x="19661" y="393508"/>
                      <a:pt x="19661" y="377107"/>
                    </a:cubicBezTo>
                    <a:cubicBezTo>
                      <a:pt x="19661" y="367281"/>
                      <a:pt x="19661" y="360706"/>
                      <a:pt x="19661" y="350880"/>
                    </a:cubicBezTo>
                    <a:cubicBezTo>
                      <a:pt x="19661" y="341055"/>
                      <a:pt x="19661" y="334553"/>
                      <a:pt x="19661" y="324728"/>
                    </a:cubicBezTo>
                    <a:cubicBezTo>
                      <a:pt x="19661" y="291926"/>
                      <a:pt x="22938" y="255873"/>
                      <a:pt x="26215" y="223145"/>
                    </a:cubicBezTo>
                    <a:cubicBezTo>
                      <a:pt x="26215" y="190344"/>
                      <a:pt x="29492" y="157616"/>
                      <a:pt x="29492" y="124814"/>
                    </a:cubicBezTo>
                    <a:cubicBezTo>
                      <a:pt x="29492" y="108413"/>
                      <a:pt x="29492" y="92012"/>
                      <a:pt x="26215" y="75685"/>
                    </a:cubicBezTo>
                    <a:cubicBezTo>
                      <a:pt x="26215" y="69110"/>
                      <a:pt x="26215" y="59284"/>
                      <a:pt x="26215" y="52709"/>
                    </a:cubicBezTo>
                    <a:cubicBezTo>
                      <a:pt x="26215" y="49458"/>
                      <a:pt x="26215" y="46208"/>
                      <a:pt x="26215" y="42883"/>
                    </a:cubicBezTo>
                    <a:cubicBezTo>
                      <a:pt x="26215" y="39633"/>
                      <a:pt x="29492" y="36308"/>
                      <a:pt x="29492" y="33058"/>
                    </a:cubicBezTo>
                    <a:cubicBezTo>
                      <a:pt x="29492" y="33058"/>
                      <a:pt x="29492" y="29807"/>
                      <a:pt x="29492" y="29807"/>
                    </a:cubicBezTo>
                    <a:cubicBezTo>
                      <a:pt x="32769" y="26482"/>
                      <a:pt x="32769" y="26482"/>
                      <a:pt x="36046" y="23232"/>
                    </a:cubicBezTo>
                    <a:cubicBezTo>
                      <a:pt x="36046" y="19981"/>
                      <a:pt x="42600" y="19981"/>
                      <a:pt x="45876" y="16657"/>
                    </a:cubicBezTo>
                    <a:cubicBezTo>
                      <a:pt x="52430" y="13406"/>
                      <a:pt x="55707" y="13406"/>
                      <a:pt x="62261" y="13406"/>
                    </a:cubicBezTo>
                    <a:cubicBezTo>
                      <a:pt x="68815" y="13406"/>
                      <a:pt x="75368" y="13406"/>
                      <a:pt x="78645" y="16657"/>
                    </a:cubicBezTo>
                    <a:cubicBezTo>
                      <a:pt x="81922" y="16657"/>
                      <a:pt x="85199" y="19981"/>
                      <a:pt x="88476" y="23232"/>
                    </a:cubicBezTo>
                    <a:lnTo>
                      <a:pt x="88480" y="23236"/>
                    </a:lnTo>
                    <a:lnTo>
                      <a:pt x="91729" y="23236"/>
                    </a:lnTo>
                    <a:cubicBezTo>
                      <a:pt x="95016" y="19959"/>
                      <a:pt x="101590" y="19959"/>
                      <a:pt x="104878" y="19959"/>
                    </a:cubicBezTo>
                    <a:cubicBezTo>
                      <a:pt x="108165" y="19959"/>
                      <a:pt x="111452" y="19959"/>
                      <a:pt x="114739" y="19959"/>
                    </a:cubicBezTo>
                    <a:cubicBezTo>
                      <a:pt x="121208" y="19959"/>
                      <a:pt x="131069" y="19959"/>
                      <a:pt x="140931" y="19959"/>
                    </a:cubicBezTo>
                    <a:cubicBezTo>
                      <a:pt x="160548" y="19959"/>
                      <a:pt x="176984" y="16683"/>
                      <a:pt x="193314" y="16683"/>
                    </a:cubicBezTo>
                    <a:cubicBezTo>
                      <a:pt x="209697" y="15044"/>
                      <a:pt x="226902" y="15044"/>
                      <a:pt x="244517" y="15454"/>
                    </a:cubicBezTo>
                    <a:cubicBezTo>
                      <a:pt x="262133" y="15864"/>
                      <a:pt x="280159" y="16683"/>
                      <a:pt x="298186" y="16683"/>
                    </a:cubicBezTo>
                    <a:cubicBezTo>
                      <a:pt x="344101" y="16683"/>
                      <a:pt x="393197" y="19964"/>
                      <a:pt x="439111" y="23236"/>
                    </a:cubicBezTo>
                    <a:cubicBezTo>
                      <a:pt x="462016" y="26513"/>
                      <a:pt x="488207" y="26513"/>
                      <a:pt x="511218" y="26513"/>
                    </a:cubicBezTo>
                    <a:cubicBezTo>
                      <a:pt x="534122" y="26513"/>
                      <a:pt x="560313" y="26513"/>
                      <a:pt x="583218" y="26513"/>
                    </a:cubicBezTo>
                    <a:cubicBezTo>
                      <a:pt x="606228" y="26513"/>
                      <a:pt x="632420" y="26513"/>
                      <a:pt x="655324" y="26513"/>
                    </a:cubicBezTo>
                    <a:cubicBezTo>
                      <a:pt x="678334" y="26513"/>
                      <a:pt x="704526" y="29789"/>
                      <a:pt x="730717" y="29789"/>
                    </a:cubicBezTo>
                    <a:cubicBezTo>
                      <a:pt x="779813" y="33066"/>
                      <a:pt x="829015" y="33066"/>
                      <a:pt x="878217" y="33066"/>
                    </a:cubicBezTo>
                    <a:cubicBezTo>
                      <a:pt x="927313" y="36343"/>
                      <a:pt x="976515" y="36343"/>
                      <a:pt x="1025611" y="36343"/>
                    </a:cubicBezTo>
                    <a:cubicBezTo>
                      <a:pt x="1071526" y="36343"/>
                      <a:pt x="1120621" y="36343"/>
                      <a:pt x="1166536" y="39619"/>
                    </a:cubicBezTo>
                    <a:cubicBezTo>
                      <a:pt x="1218919" y="39619"/>
                      <a:pt x="1268121" y="42896"/>
                      <a:pt x="1317217" y="42896"/>
                    </a:cubicBezTo>
                    <a:cubicBezTo>
                      <a:pt x="1366419" y="42896"/>
                      <a:pt x="1412228" y="46173"/>
                      <a:pt x="1461429" y="46173"/>
                    </a:cubicBezTo>
                    <a:cubicBezTo>
                      <a:pt x="1484334" y="49444"/>
                      <a:pt x="1510525" y="49444"/>
                      <a:pt x="1533536" y="49444"/>
                    </a:cubicBezTo>
                    <a:cubicBezTo>
                      <a:pt x="1559727" y="49444"/>
                      <a:pt x="1585919" y="49444"/>
                      <a:pt x="1612110" y="49444"/>
                    </a:cubicBezTo>
                    <a:cubicBezTo>
                      <a:pt x="1661312" y="46173"/>
                      <a:pt x="1707227" y="46173"/>
                      <a:pt x="1756323" y="46173"/>
                    </a:cubicBezTo>
                    <a:cubicBezTo>
                      <a:pt x="1779227" y="46173"/>
                      <a:pt x="1805525" y="46173"/>
                      <a:pt x="1828429" y="46173"/>
                    </a:cubicBezTo>
                    <a:cubicBezTo>
                      <a:pt x="1851333" y="46173"/>
                      <a:pt x="1874344" y="46173"/>
                      <a:pt x="1897248" y="46173"/>
                    </a:cubicBezTo>
                    <a:cubicBezTo>
                      <a:pt x="1923440" y="46173"/>
                      <a:pt x="1946344" y="46173"/>
                      <a:pt x="1969354" y="46173"/>
                    </a:cubicBezTo>
                    <a:cubicBezTo>
                      <a:pt x="1992259" y="46173"/>
                      <a:pt x="2018450" y="42896"/>
                      <a:pt x="2041355" y="42896"/>
                    </a:cubicBezTo>
                    <a:cubicBezTo>
                      <a:pt x="2067652" y="42896"/>
                      <a:pt x="2090556" y="39619"/>
                      <a:pt x="2116748" y="39619"/>
                    </a:cubicBezTo>
                    <a:cubicBezTo>
                      <a:pt x="2139758" y="39619"/>
                      <a:pt x="2165950" y="36343"/>
                      <a:pt x="2188854" y="36343"/>
                    </a:cubicBezTo>
                    <a:cubicBezTo>
                      <a:pt x="2211759" y="36343"/>
                      <a:pt x="2238056" y="33066"/>
                      <a:pt x="2260961" y="33066"/>
                    </a:cubicBezTo>
                    <a:lnTo>
                      <a:pt x="2293707" y="33066"/>
                    </a:lnTo>
                    <a:lnTo>
                      <a:pt x="2293707" y="27440"/>
                    </a:lnTo>
                    <a:cubicBezTo>
                      <a:pt x="2293707" y="24186"/>
                      <a:pt x="2293707" y="24186"/>
                      <a:pt x="2293707" y="20903"/>
                    </a:cubicBezTo>
                    <a:cubicBezTo>
                      <a:pt x="2293707" y="17619"/>
                      <a:pt x="2293707" y="17619"/>
                      <a:pt x="2293707" y="14336"/>
                    </a:cubicBezTo>
                    <a:cubicBezTo>
                      <a:pt x="2293707" y="11082"/>
                      <a:pt x="2296982" y="7798"/>
                      <a:pt x="2300261" y="451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33" name="Google Shape;233;ge5669b8a30_1_195"/>
              <p:cNvSpPr/>
              <p:nvPr/>
            </p:nvSpPr>
            <p:spPr>
              <a:xfrm flipH="1">
                <a:off x="2592945" y="4279683"/>
                <a:ext cx="1803551" cy="865050"/>
              </a:xfrm>
              <a:custGeom>
                <a:rect b="b" l="l" r="r" t="t"/>
                <a:pathLst>
                  <a:path extrusionOk="0" h="1153400" w="2396746">
                    <a:moveTo>
                      <a:pt x="144175" y="163836"/>
                    </a:moveTo>
                    <a:cubicBezTo>
                      <a:pt x="150729" y="163836"/>
                      <a:pt x="154006" y="163836"/>
                      <a:pt x="160560" y="163836"/>
                    </a:cubicBezTo>
                    <a:cubicBezTo>
                      <a:pt x="167114" y="163836"/>
                      <a:pt x="173667" y="163836"/>
                      <a:pt x="176944" y="163836"/>
                    </a:cubicBezTo>
                    <a:cubicBezTo>
                      <a:pt x="180221" y="163836"/>
                      <a:pt x="183498" y="163836"/>
                      <a:pt x="186775" y="167113"/>
                    </a:cubicBezTo>
                    <a:cubicBezTo>
                      <a:pt x="190052" y="167113"/>
                      <a:pt x="193329" y="167113"/>
                      <a:pt x="193329" y="170389"/>
                    </a:cubicBezTo>
                    <a:cubicBezTo>
                      <a:pt x="196605" y="173666"/>
                      <a:pt x="196605" y="173666"/>
                      <a:pt x="196605" y="176943"/>
                    </a:cubicBezTo>
                    <a:cubicBezTo>
                      <a:pt x="196605" y="176943"/>
                      <a:pt x="196605" y="180220"/>
                      <a:pt x="196605" y="180220"/>
                    </a:cubicBezTo>
                    <a:cubicBezTo>
                      <a:pt x="196605" y="183496"/>
                      <a:pt x="196605" y="186773"/>
                      <a:pt x="196605" y="190050"/>
                    </a:cubicBezTo>
                    <a:cubicBezTo>
                      <a:pt x="196605" y="196604"/>
                      <a:pt x="199882" y="203157"/>
                      <a:pt x="199882" y="209711"/>
                    </a:cubicBezTo>
                    <a:cubicBezTo>
                      <a:pt x="203159" y="222818"/>
                      <a:pt x="199882" y="239202"/>
                      <a:pt x="199882" y="252309"/>
                    </a:cubicBezTo>
                    <a:cubicBezTo>
                      <a:pt x="199882" y="271970"/>
                      <a:pt x="196605" y="291630"/>
                      <a:pt x="193329" y="311291"/>
                    </a:cubicBezTo>
                    <a:cubicBezTo>
                      <a:pt x="190052" y="321121"/>
                      <a:pt x="190052" y="330952"/>
                      <a:pt x="190052" y="340782"/>
                    </a:cubicBezTo>
                    <a:cubicBezTo>
                      <a:pt x="190052" y="350612"/>
                      <a:pt x="190052" y="360443"/>
                      <a:pt x="190052" y="370273"/>
                    </a:cubicBezTo>
                    <a:cubicBezTo>
                      <a:pt x="190052" y="380103"/>
                      <a:pt x="190052" y="389934"/>
                      <a:pt x="190052" y="399764"/>
                    </a:cubicBezTo>
                    <a:cubicBezTo>
                      <a:pt x="190052" y="412871"/>
                      <a:pt x="186775" y="422701"/>
                      <a:pt x="186775" y="432532"/>
                    </a:cubicBezTo>
                    <a:cubicBezTo>
                      <a:pt x="183498" y="452193"/>
                      <a:pt x="183498" y="471853"/>
                      <a:pt x="183498" y="491514"/>
                    </a:cubicBezTo>
                    <a:cubicBezTo>
                      <a:pt x="180221" y="514451"/>
                      <a:pt x="180221" y="534112"/>
                      <a:pt x="180221" y="553773"/>
                    </a:cubicBezTo>
                    <a:cubicBezTo>
                      <a:pt x="180221" y="573433"/>
                      <a:pt x="180221" y="593094"/>
                      <a:pt x="176944" y="612755"/>
                    </a:cubicBezTo>
                    <a:cubicBezTo>
                      <a:pt x="176944" y="632415"/>
                      <a:pt x="173667" y="655353"/>
                      <a:pt x="173667" y="675014"/>
                    </a:cubicBezTo>
                    <a:cubicBezTo>
                      <a:pt x="173667" y="694674"/>
                      <a:pt x="170390" y="714335"/>
                      <a:pt x="170390" y="733996"/>
                    </a:cubicBezTo>
                    <a:cubicBezTo>
                      <a:pt x="167114" y="743826"/>
                      <a:pt x="167114" y="753656"/>
                      <a:pt x="167114" y="763487"/>
                    </a:cubicBezTo>
                    <a:cubicBezTo>
                      <a:pt x="167114" y="773317"/>
                      <a:pt x="167114" y="786424"/>
                      <a:pt x="167114" y="796255"/>
                    </a:cubicBezTo>
                    <a:cubicBezTo>
                      <a:pt x="170390" y="815915"/>
                      <a:pt x="170390" y="835576"/>
                      <a:pt x="170390" y="855237"/>
                    </a:cubicBezTo>
                    <a:cubicBezTo>
                      <a:pt x="170390" y="865067"/>
                      <a:pt x="170390" y="874897"/>
                      <a:pt x="170390" y="884728"/>
                    </a:cubicBezTo>
                    <a:cubicBezTo>
                      <a:pt x="170390" y="894558"/>
                      <a:pt x="170390" y="904388"/>
                      <a:pt x="170390" y="914219"/>
                    </a:cubicBezTo>
                    <a:cubicBezTo>
                      <a:pt x="170390" y="924049"/>
                      <a:pt x="170390" y="933879"/>
                      <a:pt x="170390" y="943710"/>
                    </a:cubicBezTo>
                    <a:cubicBezTo>
                      <a:pt x="170390" y="953540"/>
                      <a:pt x="173667" y="963370"/>
                      <a:pt x="173667" y="973201"/>
                    </a:cubicBezTo>
                    <a:cubicBezTo>
                      <a:pt x="173667" y="983031"/>
                      <a:pt x="176944" y="992861"/>
                      <a:pt x="176944" y="1002692"/>
                    </a:cubicBezTo>
                    <a:cubicBezTo>
                      <a:pt x="176944" y="1012522"/>
                      <a:pt x="180221" y="1022352"/>
                      <a:pt x="180221" y="1032183"/>
                    </a:cubicBezTo>
                    <a:lnTo>
                      <a:pt x="182706" y="1054540"/>
                    </a:lnTo>
                    <a:lnTo>
                      <a:pt x="226079" y="1051827"/>
                    </a:lnTo>
                    <a:cubicBezTo>
                      <a:pt x="242462" y="1050188"/>
                      <a:pt x="259667" y="1050188"/>
                      <a:pt x="277282" y="1050598"/>
                    </a:cubicBezTo>
                    <a:cubicBezTo>
                      <a:pt x="294898" y="1051008"/>
                      <a:pt x="312924" y="1051827"/>
                      <a:pt x="330951" y="1051827"/>
                    </a:cubicBezTo>
                    <a:cubicBezTo>
                      <a:pt x="376866" y="1051827"/>
                      <a:pt x="425962" y="1055103"/>
                      <a:pt x="471876" y="1058380"/>
                    </a:cubicBezTo>
                    <a:cubicBezTo>
                      <a:pt x="494781" y="1061656"/>
                      <a:pt x="520972" y="1061656"/>
                      <a:pt x="543983" y="1061656"/>
                    </a:cubicBezTo>
                    <a:cubicBezTo>
                      <a:pt x="566887" y="1061656"/>
                      <a:pt x="593078" y="1061656"/>
                      <a:pt x="615983" y="1061656"/>
                    </a:cubicBezTo>
                    <a:cubicBezTo>
                      <a:pt x="638993" y="1061656"/>
                      <a:pt x="665185" y="1061656"/>
                      <a:pt x="688089" y="1061656"/>
                    </a:cubicBezTo>
                    <a:cubicBezTo>
                      <a:pt x="711099" y="1061656"/>
                      <a:pt x="737291" y="1064928"/>
                      <a:pt x="763482" y="1064928"/>
                    </a:cubicBezTo>
                    <a:cubicBezTo>
                      <a:pt x="812578" y="1068205"/>
                      <a:pt x="861780" y="1068205"/>
                      <a:pt x="910982" y="1068205"/>
                    </a:cubicBezTo>
                    <a:cubicBezTo>
                      <a:pt x="960078" y="1071481"/>
                      <a:pt x="1009280" y="1071481"/>
                      <a:pt x="1058376" y="1071481"/>
                    </a:cubicBezTo>
                    <a:cubicBezTo>
                      <a:pt x="1104291" y="1071481"/>
                      <a:pt x="1153386" y="1071481"/>
                      <a:pt x="1199301" y="1074758"/>
                    </a:cubicBezTo>
                    <a:cubicBezTo>
                      <a:pt x="1251684" y="1074758"/>
                      <a:pt x="1300886" y="1078034"/>
                      <a:pt x="1349982" y="1078034"/>
                    </a:cubicBezTo>
                    <a:cubicBezTo>
                      <a:pt x="1399184" y="1078034"/>
                      <a:pt x="1444993" y="1081311"/>
                      <a:pt x="1494194" y="1081311"/>
                    </a:cubicBezTo>
                    <a:cubicBezTo>
                      <a:pt x="1517099" y="1084588"/>
                      <a:pt x="1543290" y="1084588"/>
                      <a:pt x="1566301" y="1084588"/>
                    </a:cubicBezTo>
                    <a:cubicBezTo>
                      <a:pt x="1592492" y="1084588"/>
                      <a:pt x="1618684" y="1084588"/>
                      <a:pt x="1644875" y="1084588"/>
                    </a:cubicBezTo>
                    <a:cubicBezTo>
                      <a:pt x="1694077" y="1081311"/>
                      <a:pt x="1739992" y="1081311"/>
                      <a:pt x="1789088" y="1081311"/>
                    </a:cubicBezTo>
                    <a:cubicBezTo>
                      <a:pt x="1811992" y="1081311"/>
                      <a:pt x="1838290" y="1081311"/>
                      <a:pt x="1861194" y="1081311"/>
                    </a:cubicBezTo>
                    <a:cubicBezTo>
                      <a:pt x="1884098" y="1081311"/>
                      <a:pt x="1907109" y="1081311"/>
                      <a:pt x="1930013" y="1081311"/>
                    </a:cubicBezTo>
                    <a:cubicBezTo>
                      <a:pt x="1956205" y="1081311"/>
                      <a:pt x="1979109" y="1081311"/>
                      <a:pt x="2002119" y="1081311"/>
                    </a:cubicBezTo>
                    <a:cubicBezTo>
                      <a:pt x="2025024" y="1081311"/>
                      <a:pt x="2051215" y="1078034"/>
                      <a:pt x="2074120" y="1078034"/>
                    </a:cubicBezTo>
                    <a:cubicBezTo>
                      <a:pt x="2100417" y="1078034"/>
                      <a:pt x="2123321" y="1074758"/>
                      <a:pt x="2149513" y="1074758"/>
                    </a:cubicBezTo>
                    <a:cubicBezTo>
                      <a:pt x="2172523" y="1074758"/>
                      <a:pt x="2198715" y="1071481"/>
                      <a:pt x="2221619" y="1071481"/>
                    </a:cubicBezTo>
                    <a:cubicBezTo>
                      <a:pt x="2244524" y="1071481"/>
                      <a:pt x="2270821" y="1068205"/>
                      <a:pt x="2293726" y="1068205"/>
                    </a:cubicBezTo>
                    <a:lnTo>
                      <a:pt x="2311184" y="1068205"/>
                    </a:lnTo>
                    <a:lnTo>
                      <a:pt x="2306815" y="1048527"/>
                    </a:lnTo>
                    <a:cubicBezTo>
                      <a:pt x="2303538" y="1035442"/>
                      <a:pt x="2300261" y="1022328"/>
                      <a:pt x="2296984" y="1009214"/>
                    </a:cubicBezTo>
                    <a:cubicBezTo>
                      <a:pt x="2296984" y="1002671"/>
                      <a:pt x="2296984" y="996100"/>
                      <a:pt x="2296984" y="989557"/>
                    </a:cubicBezTo>
                    <a:cubicBezTo>
                      <a:pt x="2296984" y="983015"/>
                      <a:pt x="2296984" y="976443"/>
                      <a:pt x="2296984" y="969900"/>
                    </a:cubicBezTo>
                    <a:cubicBezTo>
                      <a:pt x="2293707" y="956786"/>
                      <a:pt x="2293707" y="943701"/>
                      <a:pt x="2293707" y="930587"/>
                    </a:cubicBezTo>
                    <a:cubicBezTo>
                      <a:pt x="2293707" y="917473"/>
                      <a:pt x="2293707" y="904359"/>
                      <a:pt x="2293707" y="891273"/>
                    </a:cubicBezTo>
                    <a:cubicBezTo>
                      <a:pt x="2293707" y="878159"/>
                      <a:pt x="2296984" y="865045"/>
                      <a:pt x="2296984" y="851931"/>
                    </a:cubicBezTo>
                    <a:cubicBezTo>
                      <a:pt x="2296984" y="838846"/>
                      <a:pt x="2300261" y="825732"/>
                      <a:pt x="2300261" y="812618"/>
                    </a:cubicBezTo>
                    <a:cubicBezTo>
                      <a:pt x="2300261" y="799532"/>
                      <a:pt x="2303538" y="786418"/>
                      <a:pt x="2303538" y="773304"/>
                    </a:cubicBezTo>
                    <a:cubicBezTo>
                      <a:pt x="2306815" y="756933"/>
                      <a:pt x="2306815" y="743819"/>
                      <a:pt x="2306815" y="730705"/>
                    </a:cubicBezTo>
                    <a:cubicBezTo>
                      <a:pt x="2310091" y="717591"/>
                      <a:pt x="2310091" y="704505"/>
                      <a:pt x="2310091" y="691391"/>
                    </a:cubicBezTo>
                    <a:cubicBezTo>
                      <a:pt x="2310091" y="678277"/>
                      <a:pt x="2313368" y="665163"/>
                      <a:pt x="2313368" y="652078"/>
                    </a:cubicBezTo>
                    <a:cubicBezTo>
                      <a:pt x="2313368" y="645506"/>
                      <a:pt x="2313368" y="638964"/>
                      <a:pt x="2313368" y="632392"/>
                    </a:cubicBezTo>
                    <a:cubicBezTo>
                      <a:pt x="2313368" y="629135"/>
                      <a:pt x="2313368" y="625850"/>
                      <a:pt x="2313368" y="622564"/>
                    </a:cubicBezTo>
                    <a:cubicBezTo>
                      <a:pt x="2313368" y="619307"/>
                      <a:pt x="2313368" y="616021"/>
                      <a:pt x="2313368" y="612736"/>
                    </a:cubicBezTo>
                    <a:cubicBezTo>
                      <a:pt x="2313368" y="599650"/>
                      <a:pt x="2316645" y="586536"/>
                      <a:pt x="2319922" y="573422"/>
                    </a:cubicBezTo>
                    <a:cubicBezTo>
                      <a:pt x="2319922" y="560308"/>
                      <a:pt x="2323199" y="547223"/>
                      <a:pt x="2323199" y="534108"/>
                    </a:cubicBezTo>
                    <a:cubicBezTo>
                      <a:pt x="2323199" y="527566"/>
                      <a:pt x="2323199" y="520994"/>
                      <a:pt x="2319922" y="514452"/>
                    </a:cubicBezTo>
                    <a:cubicBezTo>
                      <a:pt x="2319922" y="511166"/>
                      <a:pt x="2319922" y="507880"/>
                      <a:pt x="2319922" y="504623"/>
                    </a:cubicBezTo>
                    <a:cubicBezTo>
                      <a:pt x="2319922" y="504623"/>
                      <a:pt x="2319922" y="501338"/>
                      <a:pt x="2319922" y="501338"/>
                    </a:cubicBezTo>
                    <a:cubicBezTo>
                      <a:pt x="2319922" y="501338"/>
                      <a:pt x="2323199" y="498052"/>
                      <a:pt x="2323199" y="498052"/>
                    </a:cubicBezTo>
                    <a:cubicBezTo>
                      <a:pt x="2326476" y="494795"/>
                      <a:pt x="2326476" y="494795"/>
                      <a:pt x="2329753" y="494795"/>
                    </a:cubicBezTo>
                    <a:cubicBezTo>
                      <a:pt x="2329753" y="491509"/>
                      <a:pt x="2336306" y="491509"/>
                      <a:pt x="2339583" y="491509"/>
                    </a:cubicBezTo>
                    <a:cubicBezTo>
                      <a:pt x="2346137" y="491509"/>
                      <a:pt x="2349414" y="491509"/>
                      <a:pt x="2355968" y="491509"/>
                    </a:cubicBezTo>
                    <a:cubicBezTo>
                      <a:pt x="2362521" y="491509"/>
                      <a:pt x="2369075" y="491509"/>
                      <a:pt x="2372352" y="491509"/>
                    </a:cubicBezTo>
                    <a:cubicBezTo>
                      <a:pt x="2375629" y="491509"/>
                      <a:pt x="2378906" y="494795"/>
                      <a:pt x="2382183" y="494795"/>
                    </a:cubicBezTo>
                    <a:cubicBezTo>
                      <a:pt x="2385459" y="494795"/>
                      <a:pt x="2388736" y="498052"/>
                      <a:pt x="2388736" y="498052"/>
                    </a:cubicBezTo>
                    <a:cubicBezTo>
                      <a:pt x="2392013" y="498052"/>
                      <a:pt x="2392013" y="501338"/>
                      <a:pt x="2392013" y="501338"/>
                    </a:cubicBezTo>
                    <a:cubicBezTo>
                      <a:pt x="2392013" y="501338"/>
                      <a:pt x="2392013" y="504623"/>
                      <a:pt x="2392013" y="504623"/>
                    </a:cubicBezTo>
                    <a:cubicBezTo>
                      <a:pt x="2392013" y="507880"/>
                      <a:pt x="2392013" y="507880"/>
                      <a:pt x="2392013" y="511166"/>
                    </a:cubicBezTo>
                    <a:cubicBezTo>
                      <a:pt x="2392013" y="514452"/>
                      <a:pt x="2395290" y="520994"/>
                      <a:pt x="2395290" y="524280"/>
                    </a:cubicBezTo>
                    <a:cubicBezTo>
                      <a:pt x="2398567" y="534108"/>
                      <a:pt x="2395290" y="543937"/>
                      <a:pt x="2395290" y="553765"/>
                    </a:cubicBezTo>
                    <a:cubicBezTo>
                      <a:pt x="2395290" y="566879"/>
                      <a:pt x="2392013" y="579965"/>
                      <a:pt x="2388736" y="593079"/>
                    </a:cubicBezTo>
                    <a:cubicBezTo>
                      <a:pt x="2385459" y="599621"/>
                      <a:pt x="2385459" y="606193"/>
                      <a:pt x="2385459" y="612736"/>
                    </a:cubicBezTo>
                    <a:cubicBezTo>
                      <a:pt x="2385459" y="619307"/>
                      <a:pt x="2385459" y="625850"/>
                      <a:pt x="2385459" y="632392"/>
                    </a:cubicBezTo>
                    <a:cubicBezTo>
                      <a:pt x="2385459" y="638964"/>
                      <a:pt x="2385459" y="645506"/>
                      <a:pt x="2385459" y="652049"/>
                    </a:cubicBezTo>
                    <a:cubicBezTo>
                      <a:pt x="2385459" y="658620"/>
                      <a:pt x="2382183" y="665163"/>
                      <a:pt x="2382183" y="671735"/>
                    </a:cubicBezTo>
                    <a:cubicBezTo>
                      <a:pt x="2378906" y="684820"/>
                      <a:pt x="2378906" y="697934"/>
                      <a:pt x="2378906" y="711048"/>
                    </a:cubicBezTo>
                    <a:cubicBezTo>
                      <a:pt x="2375629" y="724133"/>
                      <a:pt x="2375629" y="737248"/>
                      <a:pt x="2375629" y="750362"/>
                    </a:cubicBezTo>
                    <a:cubicBezTo>
                      <a:pt x="2375629" y="763476"/>
                      <a:pt x="2375629" y="776561"/>
                      <a:pt x="2372352" y="789675"/>
                    </a:cubicBezTo>
                    <a:cubicBezTo>
                      <a:pt x="2372352" y="802789"/>
                      <a:pt x="2369075" y="815903"/>
                      <a:pt x="2369075" y="828989"/>
                    </a:cubicBezTo>
                    <a:cubicBezTo>
                      <a:pt x="2369075" y="842103"/>
                      <a:pt x="2365798" y="855217"/>
                      <a:pt x="2365798" y="868331"/>
                    </a:cubicBezTo>
                    <a:cubicBezTo>
                      <a:pt x="2362521" y="874874"/>
                      <a:pt x="2362521" y="881416"/>
                      <a:pt x="2362521" y="887988"/>
                    </a:cubicBezTo>
                    <a:cubicBezTo>
                      <a:pt x="2362521" y="894530"/>
                      <a:pt x="2362521" y="901073"/>
                      <a:pt x="2362521" y="907644"/>
                    </a:cubicBezTo>
                    <a:cubicBezTo>
                      <a:pt x="2365798" y="920730"/>
                      <a:pt x="2365798" y="933844"/>
                      <a:pt x="2365798" y="946958"/>
                    </a:cubicBezTo>
                    <a:cubicBezTo>
                      <a:pt x="2365798" y="953501"/>
                      <a:pt x="2365798" y="960072"/>
                      <a:pt x="2365798" y="966615"/>
                    </a:cubicBezTo>
                    <a:cubicBezTo>
                      <a:pt x="2365798" y="973157"/>
                      <a:pt x="2365798" y="979729"/>
                      <a:pt x="2365798" y="986272"/>
                    </a:cubicBezTo>
                    <a:cubicBezTo>
                      <a:pt x="2365798" y="992814"/>
                      <a:pt x="2365798" y="999386"/>
                      <a:pt x="2365798" y="1005928"/>
                    </a:cubicBezTo>
                    <a:cubicBezTo>
                      <a:pt x="2365798" y="1012500"/>
                      <a:pt x="2369075" y="1019042"/>
                      <a:pt x="2369075" y="1025585"/>
                    </a:cubicBezTo>
                    <a:cubicBezTo>
                      <a:pt x="2369075" y="1032156"/>
                      <a:pt x="2372352" y="1038699"/>
                      <a:pt x="2372352" y="1045242"/>
                    </a:cubicBezTo>
                    <a:cubicBezTo>
                      <a:pt x="2372352" y="1051813"/>
                      <a:pt x="2375629" y="1058356"/>
                      <a:pt x="2375629" y="1064927"/>
                    </a:cubicBezTo>
                    <a:lnTo>
                      <a:pt x="2377605" y="1076779"/>
                    </a:lnTo>
                    <a:lnTo>
                      <a:pt x="2385449" y="1084597"/>
                    </a:lnTo>
                    <a:cubicBezTo>
                      <a:pt x="2388736" y="1087874"/>
                      <a:pt x="2388736" y="1091150"/>
                      <a:pt x="2388736" y="1091141"/>
                    </a:cubicBezTo>
                    <a:lnTo>
                      <a:pt x="2388736" y="1092770"/>
                    </a:lnTo>
                    <a:lnTo>
                      <a:pt x="2388737" y="1092769"/>
                    </a:lnTo>
                    <a:lnTo>
                      <a:pt x="2388737" y="1100955"/>
                    </a:lnTo>
                    <a:lnTo>
                      <a:pt x="2388736" y="1100955"/>
                    </a:lnTo>
                    <a:lnTo>
                      <a:pt x="2387101" y="1100955"/>
                    </a:lnTo>
                    <a:lnTo>
                      <a:pt x="2382162" y="1110805"/>
                    </a:lnTo>
                    <a:cubicBezTo>
                      <a:pt x="2375587" y="1120635"/>
                      <a:pt x="2365832" y="1123911"/>
                      <a:pt x="2355970" y="1123911"/>
                    </a:cubicBezTo>
                    <a:cubicBezTo>
                      <a:pt x="2352683" y="1123911"/>
                      <a:pt x="2346108" y="1123911"/>
                      <a:pt x="2342821" y="1123911"/>
                    </a:cubicBezTo>
                    <a:cubicBezTo>
                      <a:pt x="2336353" y="1123911"/>
                      <a:pt x="2326491" y="1127188"/>
                      <a:pt x="2316630" y="1127188"/>
                    </a:cubicBezTo>
                    <a:cubicBezTo>
                      <a:pt x="2297012" y="1130464"/>
                      <a:pt x="2277290" y="1133741"/>
                      <a:pt x="2257672" y="1133741"/>
                    </a:cubicBezTo>
                    <a:cubicBezTo>
                      <a:pt x="2221619" y="1137017"/>
                      <a:pt x="2185566" y="1137017"/>
                      <a:pt x="2149513" y="1140294"/>
                    </a:cubicBezTo>
                    <a:cubicBezTo>
                      <a:pt x="2100417" y="1143571"/>
                      <a:pt x="2051215" y="1146847"/>
                      <a:pt x="2002119" y="1150124"/>
                    </a:cubicBezTo>
                    <a:cubicBezTo>
                      <a:pt x="1979109" y="1150124"/>
                      <a:pt x="1952917" y="1150124"/>
                      <a:pt x="1930013" y="1150124"/>
                    </a:cubicBezTo>
                    <a:cubicBezTo>
                      <a:pt x="1907109" y="1150124"/>
                      <a:pt x="1884098" y="1150124"/>
                      <a:pt x="1861194" y="1150124"/>
                    </a:cubicBezTo>
                    <a:cubicBezTo>
                      <a:pt x="1808705" y="1153400"/>
                      <a:pt x="1759609" y="1153400"/>
                      <a:pt x="1710407" y="1153400"/>
                    </a:cubicBezTo>
                    <a:cubicBezTo>
                      <a:pt x="1661311" y="1153400"/>
                      <a:pt x="1612109" y="1153400"/>
                      <a:pt x="1563014" y="1153400"/>
                    </a:cubicBezTo>
                    <a:cubicBezTo>
                      <a:pt x="1513812" y="1153400"/>
                      <a:pt x="1468003" y="1150124"/>
                      <a:pt x="1422088" y="1150124"/>
                    </a:cubicBezTo>
                    <a:cubicBezTo>
                      <a:pt x="1372992" y="1150124"/>
                      <a:pt x="1320503" y="1146847"/>
                      <a:pt x="1271407" y="1146847"/>
                    </a:cubicBezTo>
                    <a:cubicBezTo>
                      <a:pt x="1225493" y="1146847"/>
                      <a:pt x="1176397" y="1143571"/>
                      <a:pt x="1130482" y="1143571"/>
                    </a:cubicBezTo>
                    <a:cubicBezTo>
                      <a:pt x="1077993" y="1140294"/>
                      <a:pt x="1028897" y="1140294"/>
                      <a:pt x="976514" y="1140294"/>
                    </a:cubicBezTo>
                    <a:cubicBezTo>
                      <a:pt x="930599" y="1137022"/>
                      <a:pt x="881397" y="1137022"/>
                      <a:pt x="832301" y="1137022"/>
                    </a:cubicBezTo>
                    <a:cubicBezTo>
                      <a:pt x="783100" y="1137022"/>
                      <a:pt x="734004" y="1133746"/>
                      <a:pt x="684802" y="1133746"/>
                    </a:cubicBezTo>
                    <a:cubicBezTo>
                      <a:pt x="661897" y="1133746"/>
                      <a:pt x="635706" y="1133746"/>
                      <a:pt x="612802" y="1133746"/>
                    </a:cubicBezTo>
                    <a:cubicBezTo>
                      <a:pt x="599653" y="1133746"/>
                      <a:pt x="589791" y="1133746"/>
                      <a:pt x="576748" y="1133746"/>
                    </a:cubicBezTo>
                    <a:cubicBezTo>
                      <a:pt x="563600" y="1133746"/>
                      <a:pt x="553738" y="1133746"/>
                      <a:pt x="540695" y="1133746"/>
                    </a:cubicBezTo>
                    <a:cubicBezTo>
                      <a:pt x="494781" y="1133746"/>
                      <a:pt x="445685" y="1130469"/>
                      <a:pt x="396483" y="1127193"/>
                    </a:cubicBezTo>
                    <a:cubicBezTo>
                      <a:pt x="350568" y="1127193"/>
                      <a:pt x="301472" y="1123916"/>
                      <a:pt x="255558" y="1123916"/>
                    </a:cubicBezTo>
                    <a:cubicBezTo>
                      <a:pt x="232653" y="1123916"/>
                      <a:pt x="209749" y="1123916"/>
                      <a:pt x="186738" y="1127193"/>
                    </a:cubicBezTo>
                    <a:cubicBezTo>
                      <a:pt x="176983" y="1127193"/>
                      <a:pt x="167121" y="1127193"/>
                      <a:pt x="153973" y="1127193"/>
                    </a:cubicBezTo>
                    <a:cubicBezTo>
                      <a:pt x="147504" y="1127193"/>
                      <a:pt x="144217" y="1127193"/>
                      <a:pt x="137643" y="1127193"/>
                    </a:cubicBezTo>
                    <a:cubicBezTo>
                      <a:pt x="134355" y="1127193"/>
                      <a:pt x="127781" y="1123916"/>
                      <a:pt x="124494" y="1123916"/>
                    </a:cubicBezTo>
                    <a:cubicBezTo>
                      <a:pt x="124494" y="1123916"/>
                      <a:pt x="121207" y="1123916"/>
                      <a:pt x="121207" y="1123916"/>
                    </a:cubicBezTo>
                    <a:cubicBezTo>
                      <a:pt x="117919" y="1120639"/>
                      <a:pt x="114738" y="1120639"/>
                      <a:pt x="111451" y="1117363"/>
                    </a:cubicBezTo>
                    <a:cubicBezTo>
                      <a:pt x="108164" y="1117363"/>
                      <a:pt x="104877" y="1110810"/>
                      <a:pt x="101589" y="1107533"/>
                    </a:cubicBezTo>
                    <a:cubicBezTo>
                      <a:pt x="98302" y="1100980"/>
                      <a:pt x="98302" y="1097699"/>
                      <a:pt x="98302" y="1091146"/>
                    </a:cubicBezTo>
                    <a:cubicBezTo>
                      <a:pt x="98302" y="1084597"/>
                      <a:pt x="98302" y="1078039"/>
                      <a:pt x="101589" y="1074763"/>
                    </a:cubicBezTo>
                    <a:cubicBezTo>
                      <a:pt x="104877" y="1071481"/>
                      <a:pt x="108164" y="1068205"/>
                      <a:pt x="111451" y="1064928"/>
                    </a:cubicBezTo>
                    <a:lnTo>
                      <a:pt x="119264" y="1059684"/>
                    </a:lnTo>
                    <a:lnTo>
                      <a:pt x="117960" y="1055121"/>
                    </a:lnTo>
                    <a:cubicBezTo>
                      <a:pt x="114684" y="1038736"/>
                      <a:pt x="114684" y="1025629"/>
                      <a:pt x="111407" y="1009245"/>
                    </a:cubicBezTo>
                    <a:cubicBezTo>
                      <a:pt x="108130" y="986308"/>
                      <a:pt x="104853" y="966647"/>
                      <a:pt x="101576" y="946987"/>
                    </a:cubicBezTo>
                    <a:cubicBezTo>
                      <a:pt x="101576" y="937156"/>
                      <a:pt x="101576" y="927326"/>
                      <a:pt x="101576" y="917495"/>
                    </a:cubicBezTo>
                    <a:cubicBezTo>
                      <a:pt x="101576" y="907665"/>
                      <a:pt x="101576" y="897835"/>
                      <a:pt x="101576" y="888004"/>
                    </a:cubicBezTo>
                    <a:cubicBezTo>
                      <a:pt x="98299" y="868344"/>
                      <a:pt x="98299" y="845406"/>
                      <a:pt x="98299" y="825746"/>
                    </a:cubicBezTo>
                    <a:cubicBezTo>
                      <a:pt x="98299" y="806085"/>
                      <a:pt x="98299" y="786424"/>
                      <a:pt x="98299" y="766764"/>
                    </a:cubicBezTo>
                    <a:cubicBezTo>
                      <a:pt x="98299" y="747103"/>
                      <a:pt x="101576" y="727442"/>
                      <a:pt x="101576" y="707781"/>
                    </a:cubicBezTo>
                    <a:cubicBezTo>
                      <a:pt x="101576" y="688121"/>
                      <a:pt x="104853" y="665183"/>
                      <a:pt x="104853" y="645523"/>
                    </a:cubicBezTo>
                    <a:cubicBezTo>
                      <a:pt x="104853" y="625862"/>
                      <a:pt x="108130" y="606201"/>
                      <a:pt x="108130" y="586541"/>
                    </a:cubicBezTo>
                    <a:cubicBezTo>
                      <a:pt x="111407" y="566880"/>
                      <a:pt x="111407" y="543942"/>
                      <a:pt x="111407" y="524282"/>
                    </a:cubicBezTo>
                    <a:cubicBezTo>
                      <a:pt x="114684" y="504621"/>
                      <a:pt x="114684" y="484960"/>
                      <a:pt x="114684" y="465300"/>
                    </a:cubicBezTo>
                    <a:cubicBezTo>
                      <a:pt x="114684" y="445639"/>
                      <a:pt x="117960" y="425978"/>
                      <a:pt x="117960" y="406318"/>
                    </a:cubicBezTo>
                    <a:cubicBezTo>
                      <a:pt x="117960" y="396487"/>
                      <a:pt x="117960" y="386657"/>
                      <a:pt x="117960" y="376827"/>
                    </a:cubicBezTo>
                    <a:cubicBezTo>
                      <a:pt x="117960" y="370273"/>
                      <a:pt x="117960" y="366996"/>
                      <a:pt x="117960" y="360443"/>
                    </a:cubicBezTo>
                    <a:cubicBezTo>
                      <a:pt x="117960" y="357166"/>
                      <a:pt x="117960" y="350612"/>
                      <a:pt x="117960" y="347336"/>
                    </a:cubicBezTo>
                    <a:cubicBezTo>
                      <a:pt x="117960" y="327675"/>
                      <a:pt x="121237" y="308014"/>
                      <a:pt x="124514" y="288353"/>
                    </a:cubicBezTo>
                    <a:cubicBezTo>
                      <a:pt x="124514" y="268693"/>
                      <a:pt x="127791" y="249032"/>
                      <a:pt x="127791" y="229371"/>
                    </a:cubicBezTo>
                    <a:cubicBezTo>
                      <a:pt x="127791" y="219541"/>
                      <a:pt x="127791" y="209711"/>
                      <a:pt x="124514" y="199880"/>
                    </a:cubicBezTo>
                    <a:cubicBezTo>
                      <a:pt x="124514" y="196604"/>
                      <a:pt x="124514" y="190050"/>
                      <a:pt x="124514" y="186773"/>
                    </a:cubicBezTo>
                    <a:cubicBezTo>
                      <a:pt x="124514" y="183496"/>
                      <a:pt x="124514" y="183496"/>
                      <a:pt x="124514" y="180220"/>
                    </a:cubicBezTo>
                    <a:cubicBezTo>
                      <a:pt x="124514" y="176943"/>
                      <a:pt x="127791" y="176943"/>
                      <a:pt x="127791" y="173666"/>
                    </a:cubicBezTo>
                    <a:cubicBezTo>
                      <a:pt x="127791" y="170389"/>
                      <a:pt x="127791" y="170389"/>
                      <a:pt x="127791" y="170389"/>
                    </a:cubicBezTo>
                    <a:cubicBezTo>
                      <a:pt x="131068" y="170389"/>
                      <a:pt x="131068" y="167113"/>
                      <a:pt x="134345" y="167113"/>
                    </a:cubicBezTo>
                    <a:cubicBezTo>
                      <a:pt x="134345" y="167113"/>
                      <a:pt x="140899" y="163836"/>
                      <a:pt x="144175" y="163836"/>
                    </a:cubicBezTo>
                    <a:close/>
                    <a:moveTo>
                      <a:pt x="163838" y="0"/>
                    </a:moveTo>
                    <a:cubicBezTo>
                      <a:pt x="173668" y="0"/>
                      <a:pt x="186775" y="3272"/>
                      <a:pt x="193329" y="13111"/>
                    </a:cubicBezTo>
                    <a:cubicBezTo>
                      <a:pt x="196605" y="19654"/>
                      <a:pt x="203159" y="26210"/>
                      <a:pt x="206436" y="32765"/>
                    </a:cubicBezTo>
                    <a:cubicBezTo>
                      <a:pt x="209712" y="39321"/>
                      <a:pt x="209712" y="42604"/>
                      <a:pt x="212989" y="45876"/>
                    </a:cubicBezTo>
                    <a:cubicBezTo>
                      <a:pt x="216266" y="55703"/>
                      <a:pt x="222819" y="62259"/>
                      <a:pt x="226096" y="72086"/>
                    </a:cubicBezTo>
                    <a:cubicBezTo>
                      <a:pt x="232650" y="88469"/>
                      <a:pt x="239203" y="108135"/>
                      <a:pt x="249034" y="124518"/>
                    </a:cubicBezTo>
                    <a:cubicBezTo>
                      <a:pt x="258864" y="140901"/>
                      <a:pt x="265417" y="160555"/>
                      <a:pt x="275248" y="176950"/>
                    </a:cubicBezTo>
                    <a:cubicBezTo>
                      <a:pt x="281801" y="186777"/>
                      <a:pt x="285078" y="193333"/>
                      <a:pt x="291631" y="203160"/>
                    </a:cubicBezTo>
                    <a:cubicBezTo>
                      <a:pt x="298185" y="209716"/>
                      <a:pt x="301462" y="219543"/>
                      <a:pt x="308015" y="229382"/>
                    </a:cubicBezTo>
                    <a:cubicBezTo>
                      <a:pt x="308015" y="229382"/>
                      <a:pt x="311292" y="232654"/>
                      <a:pt x="311292" y="232654"/>
                    </a:cubicBezTo>
                    <a:cubicBezTo>
                      <a:pt x="314569" y="235926"/>
                      <a:pt x="311292" y="239209"/>
                      <a:pt x="308015" y="235926"/>
                    </a:cubicBezTo>
                    <a:cubicBezTo>
                      <a:pt x="301462" y="226098"/>
                      <a:pt x="291631" y="219543"/>
                      <a:pt x="281801" y="209716"/>
                    </a:cubicBezTo>
                    <a:cubicBezTo>
                      <a:pt x="275248" y="203160"/>
                      <a:pt x="268694" y="196605"/>
                      <a:pt x="262141" y="190049"/>
                    </a:cubicBezTo>
                    <a:cubicBezTo>
                      <a:pt x="249034" y="176950"/>
                      <a:pt x="235927" y="163839"/>
                      <a:pt x="222819" y="150728"/>
                    </a:cubicBezTo>
                    <a:cubicBezTo>
                      <a:pt x="209712" y="137629"/>
                      <a:pt x="196605" y="124518"/>
                      <a:pt x="183498" y="108135"/>
                    </a:cubicBezTo>
                    <a:cubicBezTo>
                      <a:pt x="176945" y="101580"/>
                      <a:pt x="170391" y="95024"/>
                      <a:pt x="163838" y="85197"/>
                    </a:cubicBezTo>
                    <a:cubicBezTo>
                      <a:pt x="157284" y="95024"/>
                      <a:pt x="150731" y="101580"/>
                      <a:pt x="144177" y="111419"/>
                    </a:cubicBezTo>
                    <a:cubicBezTo>
                      <a:pt x="134347" y="127802"/>
                      <a:pt x="124517" y="140901"/>
                      <a:pt x="114687" y="157284"/>
                    </a:cubicBezTo>
                    <a:cubicBezTo>
                      <a:pt x="104856" y="170395"/>
                      <a:pt x="95026" y="186777"/>
                      <a:pt x="85195" y="203160"/>
                    </a:cubicBezTo>
                    <a:cubicBezTo>
                      <a:pt x="78642" y="212999"/>
                      <a:pt x="72088" y="219543"/>
                      <a:pt x="65535" y="229382"/>
                    </a:cubicBezTo>
                    <a:cubicBezTo>
                      <a:pt x="62258" y="232666"/>
                      <a:pt x="58981" y="235938"/>
                      <a:pt x="55705" y="239209"/>
                    </a:cubicBezTo>
                    <a:cubicBezTo>
                      <a:pt x="55705" y="239209"/>
                      <a:pt x="55705" y="242493"/>
                      <a:pt x="52428" y="242493"/>
                    </a:cubicBezTo>
                    <a:cubicBezTo>
                      <a:pt x="45874" y="249048"/>
                      <a:pt x="45874" y="249048"/>
                      <a:pt x="36044" y="252320"/>
                    </a:cubicBezTo>
                    <a:cubicBezTo>
                      <a:pt x="32767" y="252320"/>
                      <a:pt x="29491" y="252320"/>
                      <a:pt x="29491" y="258864"/>
                    </a:cubicBezTo>
                    <a:cubicBezTo>
                      <a:pt x="22937" y="258864"/>
                      <a:pt x="16384" y="255580"/>
                      <a:pt x="9830" y="249037"/>
                    </a:cubicBezTo>
                    <a:cubicBezTo>
                      <a:pt x="3277" y="242481"/>
                      <a:pt x="0" y="235926"/>
                      <a:pt x="0" y="229370"/>
                    </a:cubicBezTo>
                    <a:cubicBezTo>
                      <a:pt x="0" y="226098"/>
                      <a:pt x="0" y="219543"/>
                      <a:pt x="3277" y="216259"/>
                    </a:cubicBezTo>
                    <a:cubicBezTo>
                      <a:pt x="6553" y="203160"/>
                      <a:pt x="13107" y="193333"/>
                      <a:pt x="19660" y="183494"/>
                    </a:cubicBezTo>
                    <a:cubicBezTo>
                      <a:pt x="26214" y="176950"/>
                      <a:pt x="29491" y="167111"/>
                      <a:pt x="36044" y="160555"/>
                    </a:cubicBezTo>
                    <a:cubicBezTo>
                      <a:pt x="45874" y="144173"/>
                      <a:pt x="55705" y="127790"/>
                      <a:pt x="65535" y="111407"/>
                    </a:cubicBezTo>
                    <a:cubicBezTo>
                      <a:pt x="72088" y="104864"/>
                      <a:pt x="75365" y="95024"/>
                      <a:pt x="81919" y="88469"/>
                    </a:cubicBezTo>
                    <a:cubicBezTo>
                      <a:pt x="88472" y="78642"/>
                      <a:pt x="95026" y="72086"/>
                      <a:pt x="101580" y="62259"/>
                    </a:cubicBezTo>
                    <a:cubicBezTo>
                      <a:pt x="108133" y="55703"/>
                      <a:pt x="111410" y="45876"/>
                      <a:pt x="117963" y="39321"/>
                    </a:cubicBezTo>
                    <a:cubicBezTo>
                      <a:pt x="121240" y="32765"/>
                      <a:pt x="124517" y="29493"/>
                      <a:pt x="127794" y="26210"/>
                    </a:cubicBezTo>
                    <a:cubicBezTo>
                      <a:pt x="127794" y="22938"/>
                      <a:pt x="131070" y="19654"/>
                      <a:pt x="134347" y="16382"/>
                    </a:cubicBezTo>
                    <a:cubicBezTo>
                      <a:pt x="137624" y="13099"/>
                      <a:pt x="140901" y="9827"/>
                      <a:pt x="144177" y="6555"/>
                    </a:cubicBezTo>
                    <a:cubicBezTo>
                      <a:pt x="150731" y="3272"/>
                      <a:pt x="157284" y="0"/>
                      <a:pt x="163838" y="0"/>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sp>
          <p:nvSpPr>
            <p:cNvPr id="234" name="Google Shape;234;ge5669b8a30_1_195"/>
            <p:cNvSpPr txBox="1"/>
            <p:nvPr/>
          </p:nvSpPr>
          <p:spPr>
            <a:xfrm>
              <a:off x="3065014" y="2988477"/>
              <a:ext cx="1805400" cy="783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Unsur-Unsur</a:t>
              </a:r>
              <a:endParaRPr b="1"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Debat</a:t>
              </a:r>
              <a:endParaRPr b="1" i="0" sz="1600" u="none" cap="none" strike="noStrike">
                <a:solidFill>
                  <a:schemeClr val="dk1"/>
                </a:solidFill>
                <a:latin typeface="Arial"/>
                <a:ea typeface="Arial"/>
                <a:cs typeface="Arial"/>
                <a:sym typeface="Arial"/>
              </a:endParaRPr>
            </a:p>
          </p:txBody>
        </p:sp>
      </p:grpSp>
      <p:sp>
        <p:nvSpPr>
          <p:cNvPr id="235" name="Google Shape;235;ge5669b8a30_1_195"/>
          <p:cNvSpPr/>
          <p:nvPr/>
        </p:nvSpPr>
        <p:spPr>
          <a:xfrm>
            <a:off x="3272244" y="5115127"/>
            <a:ext cx="2051021" cy="991657"/>
          </a:xfrm>
          <a:custGeom>
            <a:rect b="b" l="l" r="r" t="t"/>
            <a:pathLst>
              <a:path extrusionOk="0" h="21504" w="21396">
                <a:moveTo>
                  <a:pt x="3924" y="5349"/>
                </a:moveTo>
                <a:cubicBezTo>
                  <a:pt x="7333" y="5115"/>
                  <a:pt x="10762" y="4921"/>
                  <a:pt x="14172" y="4687"/>
                </a:cubicBezTo>
                <a:cubicBezTo>
                  <a:pt x="14231" y="4687"/>
                  <a:pt x="14290" y="4687"/>
                  <a:pt x="14349" y="4687"/>
                </a:cubicBezTo>
                <a:cubicBezTo>
                  <a:pt x="15374" y="4648"/>
                  <a:pt x="15394" y="4648"/>
                  <a:pt x="15256" y="2663"/>
                </a:cubicBezTo>
                <a:cubicBezTo>
                  <a:pt x="15177" y="1651"/>
                  <a:pt x="15157" y="678"/>
                  <a:pt x="15650" y="56"/>
                </a:cubicBezTo>
                <a:cubicBezTo>
                  <a:pt x="15748" y="-61"/>
                  <a:pt x="16005" y="17"/>
                  <a:pt x="16083" y="173"/>
                </a:cubicBezTo>
                <a:cubicBezTo>
                  <a:pt x="16675" y="1340"/>
                  <a:pt x="17207" y="2624"/>
                  <a:pt x="17857" y="3675"/>
                </a:cubicBezTo>
                <a:cubicBezTo>
                  <a:pt x="18862" y="5349"/>
                  <a:pt x="19927" y="6906"/>
                  <a:pt x="20971" y="8501"/>
                </a:cubicBezTo>
                <a:cubicBezTo>
                  <a:pt x="21424" y="9163"/>
                  <a:pt x="21582" y="10369"/>
                  <a:pt x="21109" y="11264"/>
                </a:cubicBezTo>
                <a:cubicBezTo>
                  <a:pt x="20400" y="12588"/>
                  <a:pt x="19828" y="14222"/>
                  <a:pt x="19178" y="15662"/>
                </a:cubicBezTo>
                <a:cubicBezTo>
                  <a:pt x="18468" y="17219"/>
                  <a:pt x="17700" y="18698"/>
                  <a:pt x="16970" y="20255"/>
                </a:cubicBezTo>
                <a:cubicBezTo>
                  <a:pt x="16852" y="20488"/>
                  <a:pt x="16793" y="20838"/>
                  <a:pt x="16655" y="21033"/>
                </a:cubicBezTo>
                <a:cubicBezTo>
                  <a:pt x="16517" y="21267"/>
                  <a:pt x="16320" y="21539"/>
                  <a:pt x="16182" y="21500"/>
                </a:cubicBezTo>
                <a:cubicBezTo>
                  <a:pt x="16064" y="21500"/>
                  <a:pt x="15965" y="21033"/>
                  <a:pt x="15847" y="20799"/>
                </a:cubicBezTo>
                <a:cubicBezTo>
                  <a:pt x="15827" y="20722"/>
                  <a:pt x="15847" y="20527"/>
                  <a:pt x="15827" y="20527"/>
                </a:cubicBezTo>
                <a:cubicBezTo>
                  <a:pt x="14862" y="19982"/>
                  <a:pt x="15256" y="18309"/>
                  <a:pt x="15118" y="17141"/>
                </a:cubicBezTo>
                <a:cubicBezTo>
                  <a:pt x="14921" y="15312"/>
                  <a:pt x="14980" y="15312"/>
                  <a:pt x="14014" y="15351"/>
                </a:cubicBezTo>
                <a:cubicBezTo>
                  <a:pt x="12694" y="15390"/>
                  <a:pt x="11354" y="15312"/>
                  <a:pt x="10033" y="15390"/>
                </a:cubicBezTo>
                <a:cubicBezTo>
                  <a:pt x="8121" y="15546"/>
                  <a:pt x="6229" y="15779"/>
                  <a:pt x="4318" y="15974"/>
                </a:cubicBezTo>
                <a:cubicBezTo>
                  <a:pt x="3352" y="16090"/>
                  <a:pt x="2367" y="16168"/>
                  <a:pt x="1401" y="16207"/>
                </a:cubicBezTo>
                <a:cubicBezTo>
                  <a:pt x="908" y="16246"/>
                  <a:pt x="494" y="15351"/>
                  <a:pt x="455" y="14378"/>
                </a:cubicBezTo>
                <a:cubicBezTo>
                  <a:pt x="317" y="11887"/>
                  <a:pt x="120" y="9396"/>
                  <a:pt x="2" y="6906"/>
                </a:cubicBezTo>
                <a:cubicBezTo>
                  <a:pt x="-18" y="6555"/>
                  <a:pt x="199" y="5894"/>
                  <a:pt x="356" y="5855"/>
                </a:cubicBezTo>
                <a:cubicBezTo>
                  <a:pt x="1539" y="5504"/>
                  <a:pt x="2741" y="5310"/>
                  <a:pt x="3943" y="5037"/>
                </a:cubicBezTo>
                <a:cubicBezTo>
                  <a:pt x="3924" y="5154"/>
                  <a:pt x="3924" y="5232"/>
                  <a:pt x="3924" y="5349"/>
                </a:cubicBezTo>
                <a:close/>
                <a:moveTo>
                  <a:pt x="16005" y="1924"/>
                </a:moveTo>
                <a:cubicBezTo>
                  <a:pt x="15946" y="1963"/>
                  <a:pt x="15906" y="2002"/>
                  <a:pt x="15847" y="2041"/>
                </a:cubicBezTo>
                <a:cubicBezTo>
                  <a:pt x="15926" y="3091"/>
                  <a:pt x="15965" y="4181"/>
                  <a:pt x="16064" y="5232"/>
                </a:cubicBezTo>
                <a:cubicBezTo>
                  <a:pt x="16143" y="6088"/>
                  <a:pt x="15946" y="6477"/>
                  <a:pt x="15551" y="6477"/>
                </a:cubicBezTo>
                <a:cubicBezTo>
                  <a:pt x="15118" y="6477"/>
                  <a:pt x="14684" y="6360"/>
                  <a:pt x="14251" y="6360"/>
                </a:cubicBezTo>
                <a:cubicBezTo>
                  <a:pt x="12457" y="6438"/>
                  <a:pt x="10664" y="6555"/>
                  <a:pt x="8870" y="6633"/>
                </a:cubicBezTo>
                <a:cubicBezTo>
                  <a:pt x="7412" y="6711"/>
                  <a:pt x="5954" y="6789"/>
                  <a:pt x="4495" y="6750"/>
                </a:cubicBezTo>
                <a:cubicBezTo>
                  <a:pt x="3352" y="6750"/>
                  <a:pt x="2229" y="6555"/>
                  <a:pt x="1086" y="6516"/>
                </a:cubicBezTo>
                <a:cubicBezTo>
                  <a:pt x="948" y="6516"/>
                  <a:pt x="652" y="6866"/>
                  <a:pt x="672" y="6983"/>
                </a:cubicBezTo>
                <a:cubicBezTo>
                  <a:pt x="829" y="9279"/>
                  <a:pt x="1027" y="11576"/>
                  <a:pt x="1243" y="13872"/>
                </a:cubicBezTo>
                <a:cubicBezTo>
                  <a:pt x="1263" y="14144"/>
                  <a:pt x="1500" y="14533"/>
                  <a:pt x="1637" y="14533"/>
                </a:cubicBezTo>
                <a:cubicBezTo>
                  <a:pt x="2544" y="14533"/>
                  <a:pt x="3431" y="14494"/>
                  <a:pt x="4337" y="14417"/>
                </a:cubicBezTo>
                <a:cubicBezTo>
                  <a:pt x="6111" y="14222"/>
                  <a:pt x="7865" y="13872"/>
                  <a:pt x="9639" y="13755"/>
                </a:cubicBezTo>
                <a:cubicBezTo>
                  <a:pt x="11393" y="13638"/>
                  <a:pt x="13127" y="13677"/>
                  <a:pt x="14881" y="13677"/>
                </a:cubicBezTo>
                <a:cubicBezTo>
                  <a:pt x="15492" y="13677"/>
                  <a:pt x="15670" y="14222"/>
                  <a:pt x="15689" y="15390"/>
                </a:cubicBezTo>
                <a:cubicBezTo>
                  <a:pt x="15709" y="16791"/>
                  <a:pt x="15847" y="18192"/>
                  <a:pt x="15926" y="19554"/>
                </a:cubicBezTo>
                <a:cubicBezTo>
                  <a:pt x="15985" y="19593"/>
                  <a:pt x="16044" y="19632"/>
                  <a:pt x="16103" y="19671"/>
                </a:cubicBezTo>
                <a:cubicBezTo>
                  <a:pt x="17542" y="16596"/>
                  <a:pt x="18981" y="13522"/>
                  <a:pt x="20400" y="10408"/>
                </a:cubicBezTo>
                <a:cubicBezTo>
                  <a:pt x="20439" y="10330"/>
                  <a:pt x="20400" y="9902"/>
                  <a:pt x="20321" y="9785"/>
                </a:cubicBezTo>
                <a:cubicBezTo>
                  <a:pt x="19059" y="7567"/>
                  <a:pt x="17798" y="5387"/>
                  <a:pt x="16556" y="3169"/>
                </a:cubicBezTo>
                <a:cubicBezTo>
                  <a:pt x="16340" y="2819"/>
                  <a:pt x="16182" y="2352"/>
                  <a:pt x="16005" y="1924"/>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36" name="Google Shape;236;ge5669b8a30_1_195">
            <a:hlinkClick action="ppaction://hlinksldjump" r:id="rId3"/>
          </p:cNvPr>
          <p:cNvSpPr txBox="1"/>
          <p:nvPr/>
        </p:nvSpPr>
        <p:spPr>
          <a:xfrm>
            <a:off x="3417700" y="5441600"/>
            <a:ext cx="15867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600" u="none" cap="none" strike="noStrike">
                <a:solidFill>
                  <a:srgbClr val="000000"/>
                </a:solidFill>
                <a:latin typeface="Arial"/>
                <a:ea typeface="Arial"/>
                <a:cs typeface="Arial"/>
                <a:sym typeface="Arial"/>
              </a:rPr>
              <a:t>SkemaDebat</a:t>
            </a:r>
            <a:endParaRPr b="1" i="0" sz="1600" u="none" cap="none" strike="noStrike">
              <a:solidFill>
                <a:srgbClr val="000000"/>
              </a:solidFill>
              <a:latin typeface="Arial"/>
              <a:ea typeface="Arial"/>
              <a:cs typeface="Arial"/>
              <a:sym typeface="Arial"/>
            </a:endParaRPr>
          </a:p>
        </p:txBody>
      </p:sp>
      <p:pic>
        <p:nvPicPr>
          <p:cNvPr id="237" name="Google Shape;237;ge5669b8a30_1_195"/>
          <p:cNvPicPr preferRelativeResize="0"/>
          <p:nvPr/>
        </p:nvPicPr>
        <p:blipFill rotWithShape="1">
          <a:blip r:embed="rId4">
            <a:alphaModFix/>
          </a:blip>
          <a:srcRect b="0" l="0" r="0" t="0"/>
          <a:stretch/>
        </p:blipFill>
        <p:spPr>
          <a:xfrm>
            <a:off x="6152875" y="3218442"/>
            <a:ext cx="5886725" cy="3051833"/>
          </a:xfrm>
          <a:prstGeom prst="rect">
            <a:avLst/>
          </a:prstGeom>
          <a:noFill/>
          <a:ln>
            <a:noFill/>
          </a:ln>
          <a:effectLst>
            <a:outerShdw blurRad="190500" rotWithShape="0" algn="tl">
              <a:srgbClr val="000000">
                <a:alpha val="6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e5669b8a30_1_246"/>
          <p:cNvSpPr txBox="1"/>
          <p:nvPr>
            <p:ph type="title"/>
          </p:nvPr>
        </p:nvSpPr>
        <p:spPr>
          <a:xfrm>
            <a:off x="0" y="10150"/>
            <a:ext cx="12192000" cy="1325700"/>
          </a:xfrm>
          <a:prstGeom prst="rect">
            <a:avLst/>
          </a:prstGeom>
          <a:noFill/>
          <a:ln>
            <a:noFill/>
          </a:ln>
        </p:spPr>
        <p:txBody>
          <a:bodyPr anchorCtr="0" anchor="ctr" bIns="45700" lIns="91425" spcFirstLastPara="1" rIns="91425" wrap="square" tIns="45700">
            <a:normAutofit/>
          </a:bodyPr>
          <a:lstStyle/>
          <a:p>
            <a:pPr indent="457200" lvl="0" marL="0" rtl="0" algn="l">
              <a:lnSpc>
                <a:spcPct val="90000"/>
              </a:lnSpc>
              <a:spcBef>
                <a:spcPts val="0"/>
              </a:spcBef>
              <a:spcAft>
                <a:spcPts val="0"/>
              </a:spcAft>
              <a:buClr>
                <a:schemeClr val="dk1"/>
              </a:buClr>
              <a:buSzPts val="1100"/>
              <a:buFont typeface="Arial"/>
              <a:buNone/>
            </a:pPr>
            <a:r>
              <a:rPr b="1" lang="en-US">
                <a:solidFill>
                  <a:srgbClr val="3F365C"/>
                </a:solidFill>
              </a:rPr>
              <a:t>C. Konstruksi Debat</a:t>
            </a:r>
            <a:endParaRPr b="1">
              <a:solidFill>
                <a:srgbClr val="3F365C"/>
              </a:solidFill>
            </a:endParaRPr>
          </a:p>
        </p:txBody>
      </p:sp>
      <p:cxnSp>
        <p:nvCxnSpPr>
          <p:cNvPr id="243" name="Google Shape;243;ge5669b8a30_1_246"/>
          <p:cNvCxnSpPr/>
          <p:nvPr/>
        </p:nvCxnSpPr>
        <p:spPr>
          <a:xfrm>
            <a:off x="5171662" y="4258444"/>
            <a:ext cx="30297" cy="30306"/>
          </a:xfrm>
          <a:prstGeom prst="straightConnector1">
            <a:avLst/>
          </a:prstGeom>
          <a:solidFill>
            <a:srgbClr val="000000"/>
          </a:solidFill>
          <a:ln>
            <a:noFill/>
          </a:ln>
        </p:spPr>
      </p:cxnSp>
      <p:cxnSp>
        <p:nvCxnSpPr>
          <p:cNvPr id="244" name="Google Shape;244;ge5669b8a30_1_246"/>
          <p:cNvCxnSpPr/>
          <p:nvPr/>
        </p:nvCxnSpPr>
        <p:spPr>
          <a:xfrm>
            <a:off x="7822838" y="5749054"/>
            <a:ext cx="30297" cy="30306"/>
          </a:xfrm>
          <a:prstGeom prst="straightConnector1">
            <a:avLst/>
          </a:prstGeom>
          <a:solidFill>
            <a:srgbClr val="000000"/>
          </a:solidFill>
          <a:ln>
            <a:noFill/>
          </a:ln>
        </p:spPr>
      </p:cxnSp>
      <p:pic>
        <p:nvPicPr>
          <p:cNvPr id="245" name="Google Shape;245;ge5669b8a30_1_246"/>
          <p:cNvPicPr preferRelativeResize="0"/>
          <p:nvPr/>
        </p:nvPicPr>
        <p:blipFill rotWithShape="1">
          <a:blip r:embed="rId3">
            <a:alphaModFix/>
          </a:blip>
          <a:srcRect b="0" l="0" r="0" t="0"/>
          <a:stretch/>
        </p:blipFill>
        <p:spPr>
          <a:xfrm>
            <a:off x="347663" y="6195297"/>
            <a:ext cx="551335" cy="551335"/>
          </a:xfrm>
          <a:prstGeom prst="rect">
            <a:avLst/>
          </a:prstGeom>
          <a:noFill/>
          <a:ln>
            <a:noFill/>
          </a:ln>
        </p:spPr>
      </p:pic>
      <p:sp>
        <p:nvSpPr>
          <p:cNvPr id="246" name="Google Shape;246;ge5669b8a30_1_246"/>
          <p:cNvSpPr/>
          <p:nvPr/>
        </p:nvSpPr>
        <p:spPr>
          <a:xfrm>
            <a:off x="228075" y="1174250"/>
            <a:ext cx="5870100" cy="5253600"/>
          </a:xfrm>
          <a:prstGeom prst="rect">
            <a:avLst/>
          </a:prstGeom>
          <a:solidFill>
            <a:srgbClr val="CFD7E7"/>
          </a:solidFill>
          <a:ln>
            <a:noFill/>
          </a:ln>
        </p:spPr>
        <p:txBody>
          <a:bodyPr anchorCtr="0" anchor="t" bIns="45700" lIns="91425" spcFirstLastPara="1" rIns="91425" wrap="square" tIns="45700">
            <a:noAutofit/>
          </a:bodyPr>
          <a:lstStyle/>
          <a:p>
            <a:pPr indent="-330200" lvl="0" marL="457200" marR="0" rtl="0" algn="just">
              <a:lnSpc>
                <a:spcPct val="100000"/>
              </a:lnSpc>
              <a:spcBef>
                <a:spcPts val="0"/>
              </a:spcBef>
              <a:spcAft>
                <a:spcPts val="0"/>
              </a:spcAft>
              <a:buClr>
                <a:schemeClr val="dk1"/>
              </a:buClr>
              <a:buSzPts val="1600"/>
              <a:buFont typeface="Arial"/>
              <a:buAutoNum type="arabicPeriod"/>
            </a:pPr>
            <a:r>
              <a:rPr b="1" i="0" lang="en-US" sz="1600" u="none" cap="none" strike="noStrike">
                <a:solidFill>
                  <a:schemeClr val="dk1"/>
                </a:solidFill>
                <a:latin typeface="Arial"/>
                <a:ea typeface="Arial"/>
                <a:cs typeface="Arial"/>
                <a:sym typeface="Arial"/>
              </a:rPr>
              <a:t>Mosi Berdasarkan Isu atau Permasalahan, serta Pendapat dan Argumen terhadap Mosi</a:t>
            </a:r>
            <a:endParaRPr b="1" i="0" sz="1600" u="none" cap="none" strike="noStrike">
              <a:solidFill>
                <a:schemeClr val="dk1"/>
              </a:solidFill>
              <a:latin typeface="Arial"/>
              <a:ea typeface="Arial"/>
              <a:cs typeface="Arial"/>
              <a:sym typeface="Arial"/>
            </a:endParaRPr>
          </a:p>
          <a:p>
            <a:pPr indent="457200" lvl="0" marL="0" marR="0" rtl="0" algn="just">
              <a:lnSpc>
                <a:spcPct val="100000"/>
              </a:lnSpc>
              <a:spcBef>
                <a:spcPts val="0"/>
              </a:spcBef>
              <a:spcAft>
                <a:spcPts val="0"/>
              </a:spcAft>
              <a:buClr>
                <a:srgbClr val="FFFFFF"/>
              </a:buClr>
              <a:buSzPts val="1600"/>
              <a:buFont typeface="Arial"/>
              <a:buNone/>
            </a:pPr>
            <a:r>
              <a:t/>
            </a:r>
            <a:endParaRPr b="0" i="0" sz="1600" u="none" cap="none" strike="noStrike">
              <a:solidFill>
                <a:schemeClr val="dk1"/>
              </a:solidFill>
              <a:latin typeface="Arial"/>
              <a:ea typeface="Arial"/>
              <a:cs typeface="Arial"/>
              <a:sym typeface="Arial"/>
            </a:endParaRPr>
          </a:p>
          <a:p>
            <a:pPr indent="457200" lvl="0" marL="0" marR="0" rtl="0" algn="just">
              <a:lnSpc>
                <a:spcPct val="100000"/>
              </a:lnSpc>
              <a:spcBef>
                <a:spcPts val="0"/>
              </a:spcBef>
              <a:spcAft>
                <a:spcPts val="0"/>
              </a:spcAft>
              <a:buClr>
                <a:srgbClr val="FFFFFF"/>
              </a:buClr>
              <a:buSzPts val="1600"/>
              <a:buFont typeface="Arial"/>
              <a:buNone/>
            </a:pPr>
            <a:r>
              <a:rPr b="0" i="0" lang="en-US" sz="1600" u="none" cap="none" strike="noStrike">
                <a:solidFill>
                  <a:schemeClr val="dk1"/>
                </a:solidFill>
                <a:latin typeface="Arial"/>
                <a:ea typeface="Arial"/>
                <a:cs typeface="Arial"/>
                <a:sym typeface="Arial"/>
              </a:rPr>
              <a:t>Mosi berbentuk pernyataan dan biasanya diambil dari kejadian-kejadian terkini. Tim afirmasi harus menyetujui dan membangun argumen yang memperkuat mosi. Sementara itu, tim oposisi harus menolak dan memberikan argumen atas penolakannya.</a:t>
            </a:r>
            <a:endParaRPr b="0" i="0" sz="1600" u="none" cap="none" strike="noStrike">
              <a:solidFill>
                <a:schemeClr val="dk1"/>
              </a:solidFill>
              <a:latin typeface="Arial"/>
              <a:ea typeface="Arial"/>
              <a:cs typeface="Arial"/>
              <a:sym typeface="Arial"/>
            </a:endParaRPr>
          </a:p>
          <a:p>
            <a:pPr indent="457200" lvl="0" marL="0" marR="0" rtl="0" algn="just">
              <a:lnSpc>
                <a:spcPct val="100000"/>
              </a:lnSpc>
              <a:spcBef>
                <a:spcPts val="0"/>
              </a:spcBef>
              <a:spcAft>
                <a:spcPts val="0"/>
              </a:spcAft>
              <a:buClr>
                <a:srgbClr val="FFFFFF"/>
              </a:buClr>
              <a:buSzPts val="1600"/>
              <a:buFont typeface="Arial"/>
              <a:buNone/>
            </a:pPr>
            <a:r>
              <a:rPr b="0" i="0" lang="en-US" sz="1600" u="none" cap="none" strike="noStrike">
                <a:solidFill>
                  <a:schemeClr val="dk1"/>
                </a:solidFill>
                <a:latin typeface="Arial"/>
                <a:ea typeface="Arial"/>
                <a:cs typeface="Arial"/>
                <a:sym typeface="Arial"/>
              </a:rPr>
              <a:t>Mosi dalam debat harus didefinisikan, yaitu mendeskripsikan mosi agar lebih jelas dan lebih fokus atau lebih spesifik. Tim afirmasi berhak mendefinisikan mosi, sedangkan tim oposisi hanya berhak menyetujui atau menentang definisi tersebut.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FFFFFF"/>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FFFFFF"/>
              </a:buClr>
              <a:buSzPts val="1600"/>
              <a:buFont typeface="Arial"/>
              <a:buNone/>
            </a:pPr>
            <a:r>
              <a:t/>
            </a:r>
            <a:endParaRPr b="0" i="0" sz="1600" u="none" cap="none" strike="noStrike">
              <a:solidFill>
                <a:schemeClr val="dk1"/>
              </a:solidFill>
              <a:latin typeface="Arial"/>
              <a:ea typeface="Arial"/>
              <a:cs typeface="Arial"/>
              <a:sym typeface="Arial"/>
            </a:endParaRPr>
          </a:p>
          <a:p>
            <a:pPr indent="457200" lvl="0" marL="0" marR="0" rtl="0" algn="just">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Di dalam debat terdapat pendapat dan argumen. Pendapat merupakan sudut pandang atau pernyataan terhadap suatu persoalan. Pendapat harus didukung argumen agar meyakinkan juri (dalam lomba) dan tim lawan. Argumen adalah alasan yang dapat dipakai untuk memperkuat atau menolak pendapat, pendirian, atau gagasan.</a:t>
            </a:r>
            <a:endParaRPr b="0" i="0" sz="1600" u="none" cap="none" strike="noStrike">
              <a:solidFill>
                <a:schemeClr val="dk1"/>
              </a:solidFill>
              <a:latin typeface="Arial"/>
              <a:ea typeface="Arial"/>
              <a:cs typeface="Arial"/>
              <a:sym typeface="Arial"/>
            </a:endParaRPr>
          </a:p>
        </p:txBody>
      </p:sp>
      <p:sp>
        <p:nvSpPr>
          <p:cNvPr id="247" name="Google Shape;247;ge5669b8a30_1_246"/>
          <p:cNvSpPr/>
          <p:nvPr/>
        </p:nvSpPr>
        <p:spPr>
          <a:xfrm>
            <a:off x="6098175" y="1174250"/>
            <a:ext cx="5870100" cy="5253600"/>
          </a:xfrm>
          <a:prstGeom prst="rect">
            <a:avLst/>
          </a:prstGeom>
          <a:solidFill>
            <a:srgbClr val="CFD7E7"/>
          </a:solidFill>
          <a:ln>
            <a:noFill/>
          </a:ln>
        </p:spPr>
        <p:txBody>
          <a:bodyPr anchorCtr="0" anchor="t" bIns="45700" lIns="91425" spcFirstLastPara="1" rIns="91425" wrap="square" tIns="45700">
            <a:noAutofit/>
          </a:bodyPr>
          <a:lstStyle/>
          <a:p>
            <a:pPr indent="-330200" lvl="0" marL="457200" marR="0" rtl="0" algn="just">
              <a:lnSpc>
                <a:spcPct val="100000"/>
              </a:lnSpc>
              <a:spcBef>
                <a:spcPts val="0"/>
              </a:spcBef>
              <a:spcAft>
                <a:spcPts val="0"/>
              </a:spcAft>
              <a:buClr>
                <a:schemeClr val="dk1"/>
              </a:buClr>
              <a:buSzPts val="1600"/>
              <a:buFont typeface="Arial"/>
              <a:buAutoNum type="arabicPeriod" startAt="2"/>
            </a:pPr>
            <a:r>
              <a:rPr b="1" i="0" lang="en-US" sz="1600" u="none" cap="none" strike="noStrike">
                <a:solidFill>
                  <a:schemeClr val="dk1"/>
                </a:solidFill>
                <a:latin typeface="Arial"/>
                <a:ea typeface="Arial"/>
                <a:cs typeface="Arial"/>
                <a:sym typeface="Arial"/>
              </a:rPr>
              <a:t>Simpulan Isi Debat</a:t>
            </a:r>
            <a:endParaRPr b="1" i="0" sz="1600" u="none" cap="none" strike="noStrike">
              <a:solidFill>
                <a:schemeClr val="dk1"/>
              </a:solidFill>
              <a:latin typeface="Arial"/>
              <a:ea typeface="Arial"/>
              <a:cs typeface="Arial"/>
              <a:sym typeface="Arial"/>
            </a:endParaRPr>
          </a:p>
          <a:p>
            <a:pPr indent="457200" lvl="0" marL="0" marR="0" rtl="0" algn="just">
              <a:lnSpc>
                <a:spcPct val="100000"/>
              </a:lnSpc>
              <a:spcBef>
                <a:spcPts val="0"/>
              </a:spcBef>
              <a:spcAft>
                <a:spcPts val="0"/>
              </a:spcAft>
              <a:buClr>
                <a:srgbClr val="FFFFFF"/>
              </a:buClr>
              <a:buSzPts val="1600"/>
              <a:buFont typeface="Arial"/>
              <a:buNone/>
            </a:pPr>
            <a:r>
              <a:t/>
            </a:r>
            <a:endParaRPr b="0" i="0" sz="1600" u="none" cap="none" strike="noStrike">
              <a:solidFill>
                <a:schemeClr val="dk1"/>
              </a:solidFill>
              <a:latin typeface="Arial"/>
              <a:ea typeface="Arial"/>
              <a:cs typeface="Arial"/>
              <a:sym typeface="Arial"/>
            </a:endParaRPr>
          </a:p>
          <a:p>
            <a:pPr indent="457200" lvl="0" marL="0" marR="0" rtl="0" algn="just">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Menarik kesimpulan berkaitan dengan penalaran, yaitu proses berpikir untuk mengembangkan data atau fakta yang ada sehingga sampai pada suatu kesimpulan. Pola penalaran ada dua macam, yaitu penalaran deduktif dan induktif. Simpulan dalam debat termasuk penalaran induktif.</a:t>
            </a:r>
            <a:endParaRPr b="0" i="0" sz="1600" u="none" cap="none" strike="noStrike">
              <a:solidFill>
                <a:schemeClr val="dk1"/>
              </a:solidFill>
              <a:latin typeface="Arial"/>
              <a:ea typeface="Arial"/>
              <a:cs typeface="Arial"/>
              <a:sym typeface="Arial"/>
            </a:endParaRPr>
          </a:p>
          <a:p>
            <a:pPr indent="457200" lvl="0" marL="0" marR="0" rtl="0" algn="just">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Arial"/>
              <a:ea typeface="Arial"/>
              <a:cs typeface="Arial"/>
              <a:sym typeface="Arial"/>
            </a:endParaRPr>
          </a:p>
          <a:p>
            <a:pPr indent="457200" lvl="0" marL="0" marR="0" rtl="0" algn="just">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Arial"/>
              <a:ea typeface="Arial"/>
              <a:cs typeface="Arial"/>
              <a:sym typeface="Arial"/>
            </a:endParaRPr>
          </a:p>
        </p:txBody>
      </p:sp>
      <p:sp>
        <p:nvSpPr>
          <p:cNvPr id="248" name="Google Shape;248;ge5669b8a30_1_246"/>
          <p:cNvSpPr/>
          <p:nvPr/>
        </p:nvSpPr>
        <p:spPr>
          <a:xfrm>
            <a:off x="6526800" y="4312475"/>
            <a:ext cx="1245000" cy="905400"/>
          </a:xfrm>
          <a:prstGeom prst="rect">
            <a:avLst/>
          </a:prstGeom>
          <a:solidFill>
            <a:srgbClr val="CFD7E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rgbClr val="000000"/>
                </a:solidFill>
                <a:latin typeface="Arial"/>
                <a:ea typeface="Arial"/>
                <a:cs typeface="Arial"/>
                <a:sym typeface="Arial"/>
              </a:rPr>
              <a:t>Bentuk </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rgbClr val="000000"/>
                </a:solidFill>
                <a:latin typeface="Arial"/>
                <a:ea typeface="Arial"/>
                <a:cs typeface="Arial"/>
                <a:sym typeface="Arial"/>
              </a:rPr>
              <a:t>penalaran</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rgbClr val="000000"/>
                </a:solidFill>
                <a:latin typeface="Arial"/>
                <a:ea typeface="Arial"/>
                <a:cs typeface="Arial"/>
                <a:sym typeface="Arial"/>
              </a:rPr>
              <a:t>induktif</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
        <p:nvSpPr>
          <p:cNvPr id="249" name="Google Shape;249;ge5669b8a30_1_246"/>
          <p:cNvSpPr/>
          <p:nvPr/>
        </p:nvSpPr>
        <p:spPr>
          <a:xfrm>
            <a:off x="8066728" y="3887660"/>
            <a:ext cx="351216" cy="368334"/>
          </a:xfrm>
          <a:custGeom>
            <a:rect b="b" l="l" r="r" t="t"/>
            <a:pathLst>
              <a:path extrusionOk="0" h="21600" w="21600">
                <a:moveTo>
                  <a:pt x="21600" y="1315"/>
                </a:moveTo>
                <a:cubicBezTo>
                  <a:pt x="21600" y="1127"/>
                  <a:pt x="21404" y="939"/>
                  <a:pt x="21404" y="939"/>
                </a:cubicBezTo>
                <a:cubicBezTo>
                  <a:pt x="21404" y="939"/>
                  <a:pt x="21404" y="939"/>
                  <a:pt x="21404" y="939"/>
                </a:cubicBezTo>
                <a:cubicBezTo>
                  <a:pt x="21404" y="751"/>
                  <a:pt x="21207" y="751"/>
                  <a:pt x="21207" y="564"/>
                </a:cubicBezTo>
                <a:cubicBezTo>
                  <a:pt x="21011" y="376"/>
                  <a:pt x="21011" y="376"/>
                  <a:pt x="20815" y="188"/>
                </a:cubicBezTo>
                <a:cubicBezTo>
                  <a:pt x="20618" y="0"/>
                  <a:pt x="20422" y="0"/>
                  <a:pt x="20226" y="0"/>
                </a:cubicBezTo>
                <a:cubicBezTo>
                  <a:pt x="20029" y="0"/>
                  <a:pt x="19833" y="0"/>
                  <a:pt x="19636" y="0"/>
                </a:cubicBezTo>
                <a:cubicBezTo>
                  <a:pt x="19440" y="0"/>
                  <a:pt x="19244" y="0"/>
                  <a:pt x="19047" y="0"/>
                </a:cubicBezTo>
                <a:cubicBezTo>
                  <a:pt x="18851" y="0"/>
                  <a:pt x="18655" y="188"/>
                  <a:pt x="18262" y="188"/>
                </a:cubicBezTo>
                <a:cubicBezTo>
                  <a:pt x="17869" y="376"/>
                  <a:pt x="17672" y="376"/>
                  <a:pt x="17280" y="564"/>
                </a:cubicBezTo>
                <a:cubicBezTo>
                  <a:pt x="16494" y="751"/>
                  <a:pt x="15905" y="1127"/>
                  <a:pt x="15120" y="1503"/>
                </a:cubicBezTo>
                <a:cubicBezTo>
                  <a:pt x="14531" y="1690"/>
                  <a:pt x="14138" y="2066"/>
                  <a:pt x="13745" y="2254"/>
                </a:cubicBezTo>
                <a:cubicBezTo>
                  <a:pt x="13156" y="2630"/>
                  <a:pt x="12567" y="2817"/>
                  <a:pt x="11978" y="3193"/>
                </a:cubicBezTo>
                <a:cubicBezTo>
                  <a:pt x="11978" y="3193"/>
                  <a:pt x="11978" y="3193"/>
                  <a:pt x="11978" y="3193"/>
                </a:cubicBezTo>
                <a:cubicBezTo>
                  <a:pt x="11978" y="3193"/>
                  <a:pt x="11978" y="3381"/>
                  <a:pt x="11978" y="3381"/>
                </a:cubicBezTo>
                <a:cubicBezTo>
                  <a:pt x="11978" y="3381"/>
                  <a:pt x="11978" y="3381"/>
                  <a:pt x="11978" y="3381"/>
                </a:cubicBezTo>
                <a:cubicBezTo>
                  <a:pt x="11978" y="3381"/>
                  <a:pt x="11978" y="3381"/>
                  <a:pt x="12174" y="3381"/>
                </a:cubicBezTo>
                <a:cubicBezTo>
                  <a:pt x="12174" y="3381"/>
                  <a:pt x="12174" y="3381"/>
                  <a:pt x="12174" y="3381"/>
                </a:cubicBezTo>
                <a:cubicBezTo>
                  <a:pt x="12371" y="3381"/>
                  <a:pt x="12371" y="3193"/>
                  <a:pt x="12567" y="3193"/>
                </a:cubicBezTo>
                <a:cubicBezTo>
                  <a:pt x="12763" y="3193"/>
                  <a:pt x="13156" y="3005"/>
                  <a:pt x="13352" y="3005"/>
                </a:cubicBezTo>
                <a:cubicBezTo>
                  <a:pt x="13549" y="3005"/>
                  <a:pt x="13745" y="3005"/>
                  <a:pt x="13942" y="2817"/>
                </a:cubicBezTo>
                <a:cubicBezTo>
                  <a:pt x="14531" y="2817"/>
                  <a:pt x="14924" y="2630"/>
                  <a:pt x="15513" y="2630"/>
                </a:cubicBezTo>
                <a:cubicBezTo>
                  <a:pt x="16102" y="2630"/>
                  <a:pt x="16495" y="2442"/>
                  <a:pt x="17084" y="2442"/>
                </a:cubicBezTo>
                <a:cubicBezTo>
                  <a:pt x="17673" y="2254"/>
                  <a:pt x="18458" y="2254"/>
                  <a:pt x="19047" y="2066"/>
                </a:cubicBezTo>
                <a:cubicBezTo>
                  <a:pt x="19047" y="2066"/>
                  <a:pt x="19047" y="2066"/>
                  <a:pt x="19047" y="2066"/>
                </a:cubicBezTo>
                <a:cubicBezTo>
                  <a:pt x="19047" y="2066"/>
                  <a:pt x="19047" y="2066"/>
                  <a:pt x="19047" y="2254"/>
                </a:cubicBezTo>
                <a:cubicBezTo>
                  <a:pt x="19047" y="2442"/>
                  <a:pt x="19047" y="2630"/>
                  <a:pt x="19047" y="2817"/>
                </a:cubicBezTo>
                <a:cubicBezTo>
                  <a:pt x="19047" y="3005"/>
                  <a:pt x="19047" y="3381"/>
                  <a:pt x="18851" y="3569"/>
                </a:cubicBezTo>
                <a:cubicBezTo>
                  <a:pt x="18655" y="4320"/>
                  <a:pt x="18458" y="5259"/>
                  <a:pt x="18066" y="6010"/>
                </a:cubicBezTo>
                <a:cubicBezTo>
                  <a:pt x="17869" y="6386"/>
                  <a:pt x="17869" y="6762"/>
                  <a:pt x="17673" y="6950"/>
                </a:cubicBezTo>
                <a:cubicBezTo>
                  <a:pt x="17673" y="7137"/>
                  <a:pt x="17673" y="7325"/>
                  <a:pt x="17477" y="7325"/>
                </a:cubicBezTo>
                <a:cubicBezTo>
                  <a:pt x="17477" y="7513"/>
                  <a:pt x="17477" y="7513"/>
                  <a:pt x="17477" y="7701"/>
                </a:cubicBezTo>
                <a:cubicBezTo>
                  <a:pt x="17477" y="7701"/>
                  <a:pt x="17477" y="7701"/>
                  <a:pt x="17477" y="7701"/>
                </a:cubicBezTo>
                <a:cubicBezTo>
                  <a:pt x="17477" y="7701"/>
                  <a:pt x="17280" y="7513"/>
                  <a:pt x="17280" y="7513"/>
                </a:cubicBezTo>
                <a:cubicBezTo>
                  <a:pt x="17084" y="7325"/>
                  <a:pt x="16888" y="7137"/>
                  <a:pt x="16888" y="7137"/>
                </a:cubicBezTo>
                <a:cubicBezTo>
                  <a:pt x="16691" y="6950"/>
                  <a:pt x="16691" y="6950"/>
                  <a:pt x="16495" y="6762"/>
                </a:cubicBezTo>
                <a:cubicBezTo>
                  <a:pt x="16495" y="6574"/>
                  <a:pt x="16495" y="6574"/>
                  <a:pt x="16495" y="6386"/>
                </a:cubicBezTo>
                <a:cubicBezTo>
                  <a:pt x="16495" y="6198"/>
                  <a:pt x="16299" y="6010"/>
                  <a:pt x="16299" y="5823"/>
                </a:cubicBezTo>
                <a:cubicBezTo>
                  <a:pt x="16102" y="5635"/>
                  <a:pt x="15906" y="5635"/>
                  <a:pt x="15710" y="5447"/>
                </a:cubicBezTo>
                <a:cubicBezTo>
                  <a:pt x="15513" y="5447"/>
                  <a:pt x="15317" y="5447"/>
                  <a:pt x="15120" y="5447"/>
                </a:cubicBezTo>
                <a:cubicBezTo>
                  <a:pt x="15120" y="5447"/>
                  <a:pt x="15120" y="5447"/>
                  <a:pt x="15120" y="5447"/>
                </a:cubicBezTo>
                <a:cubicBezTo>
                  <a:pt x="14531" y="5071"/>
                  <a:pt x="13942" y="4696"/>
                  <a:pt x="13353" y="4132"/>
                </a:cubicBezTo>
                <a:cubicBezTo>
                  <a:pt x="12960" y="3944"/>
                  <a:pt x="12764" y="3569"/>
                  <a:pt x="12567" y="3381"/>
                </a:cubicBezTo>
                <a:cubicBezTo>
                  <a:pt x="12567" y="3381"/>
                  <a:pt x="12371" y="3381"/>
                  <a:pt x="12371" y="3381"/>
                </a:cubicBezTo>
                <a:cubicBezTo>
                  <a:pt x="12371" y="3381"/>
                  <a:pt x="12371" y="3381"/>
                  <a:pt x="12371" y="3569"/>
                </a:cubicBezTo>
                <a:cubicBezTo>
                  <a:pt x="12371" y="3756"/>
                  <a:pt x="12371" y="3756"/>
                  <a:pt x="12371" y="3944"/>
                </a:cubicBezTo>
                <a:cubicBezTo>
                  <a:pt x="12371" y="4132"/>
                  <a:pt x="12567" y="4320"/>
                  <a:pt x="12567" y="4508"/>
                </a:cubicBezTo>
                <a:cubicBezTo>
                  <a:pt x="12764" y="4883"/>
                  <a:pt x="12960" y="5259"/>
                  <a:pt x="13157" y="5447"/>
                </a:cubicBezTo>
                <a:cubicBezTo>
                  <a:pt x="13353" y="5823"/>
                  <a:pt x="13549" y="6010"/>
                  <a:pt x="13746" y="6386"/>
                </a:cubicBezTo>
                <a:cubicBezTo>
                  <a:pt x="13746" y="6386"/>
                  <a:pt x="13746" y="6386"/>
                  <a:pt x="13746" y="6574"/>
                </a:cubicBezTo>
                <a:cubicBezTo>
                  <a:pt x="13746" y="6574"/>
                  <a:pt x="13746" y="6574"/>
                  <a:pt x="13550" y="6762"/>
                </a:cubicBezTo>
                <a:cubicBezTo>
                  <a:pt x="13353" y="6950"/>
                  <a:pt x="12960" y="7325"/>
                  <a:pt x="12764" y="7513"/>
                </a:cubicBezTo>
                <a:cubicBezTo>
                  <a:pt x="12175" y="8076"/>
                  <a:pt x="11586" y="8640"/>
                  <a:pt x="10997" y="9203"/>
                </a:cubicBezTo>
                <a:cubicBezTo>
                  <a:pt x="9819" y="10330"/>
                  <a:pt x="8837" y="11457"/>
                  <a:pt x="7659" y="12584"/>
                </a:cubicBezTo>
                <a:cubicBezTo>
                  <a:pt x="7069" y="13148"/>
                  <a:pt x="6480" y="13711"/>
                  <a:pt x="6088" y="14275"/>
                </a:cubicBezTo>
                <a:cubicBezTo>
                  <a:pt x="5695" y="14838"/>
                  <a:pt x="5106" y="15214"/>
                  <a:pt x="4713" y="15777"/>
                </a:cubicBezTo>
                <a:cubicBezTo>
                  <a:pt x="4124" y="16341"/>
                  <a:pt x="3731" y="16904"/>
                  <a:pt x="3142" y="17468"/>
                </a:cubicBezTo>
                <a:cubicBezTo>
                  <a:pt x="2749" y="17843"/>
                  <a:pt x="2553" y="18219"/>
                  <a:pt x="2160" y="18595"/>
                </a:cubicBezTo>
                <a:cubicBezTo>
                  <a:pt x="1964" y="18783"/>
                  <a:pt x="1768" y="18970"/>
                  <a:pt x="1571" y="19158"/>
                </a:cubicBezTo>
                <a:cubicBezTo>
                  <a:pt x="1375" y="19534"/>
                  <a:pt x="982" y="19910"/>
                  <a:pt x="786" y="20097"/>
                </a:cubicBezTo>
                <a:cubicBezTo>
                  <a:pt x="393" y="20473"/>
                  <a:pt x="196" y="21036"/>
                  <a:pt x="0" y="21412"/>
                </a:cubicBezTo>
                <a:cubicBezTo>
                  <a:pt x="0" y="21412"/>
                  <a:pt x="0" y="21600"/>
                  <a:pt x="0" y="21600"/>
                </a:cubicBezTo>
                <a:lnTo>
                  <a:pt x="0" y="21600"/>
                </a:lnTo>
                <a:cubicBezTo>
                  <a:pt x="0" y="21600"/>
                  <a:pt x="196" y="21600"/>
                  <a:pt x="196" y="21600"/>
                </a:cubicBezTo>
                <a:cubicBezTo>
                  <a:pt x="393" y="21412"/>
                  <a:pt x="786" y="21037"/>
                  <a:pt x="1178" y="20849"/>
                </a:cubicBezTo>
                <a:cubicBezTo>
                  <a:pt x="1374" y="20661"/>
                  <a:pt x="1571" y="20661"/>
                  <a:pt x="1571" y="20473"/>
                </a:cubicBezTo>
                <a:cubicBezTo>
                  <a:pt x="1767" y="20285"/>
                  <a:pt x="2160" y="19910"/>
                  <a:pt x="2356" y="19722"/>
                </a:cubicBezTo>
                <a:cubicBezTo>
                  <a:pt x="2945" y="19158"/>
                  <a:pt x="3534" y="18595"/>
                  <a:pt x="4320" y="18031"/>
                </a:cubicBezTo>
                <a:cubicBezTo>
                  <a:pt x="5498" y="17092"/>
                  <a:pt x="6676" y="16153"/>
                  <a:pt x="7658" y="15026"/>
                </a:cubicBezTo>
                <a:cubicBezTo>
                  <a:pt x="8836" y="14087"/>
                  <a:pt x="10014" y="13148"/>
                  <a:pt x="10996" y="12021"/>
                </a:cubicBezTo>
                <a:cubicBezTo>
                  <a:pt x="12174" y="10894"/>
                  <a:pt x="13549" y="9955"/>
                  <a:pt x="14727" y="8828"/>
                </a:cubicBezTo>
                <a:cubicBezTo>
                  <a:pt x="14924" y="8640"/>
                  <a:pt x="15120" y="8452"/>
                  <a:pt x="15120" y="8452"/>
                </a:cubicBezTo>
                <a:cubicBezTo>
                  <a:pt x="15120" y="8452"/>
                  <a:pt x="15316" y="8640"/>
                  <a:pt x="15316" y="8640"/>
                </a:cubicBezTo>
                <a:cubicBezTo>
                  <a:pt x="15512" y="8828"/>
                  <a:pt x="15709" y="9016"/>
                  <a:pt x="15709" y="9203"/>
                </a:cubicBezTo>
                <a:cubicBezTo>
                  <a:pt x="15905" y="9391"/>
                  <a:pt x="15905" y="9391"/>
                  <a:pt x="16101" y="9579"/>
                </a:cubicBezTo>
                <a:cubicBezTo>
                  <a:pt x="16298" y="9767"/>
                  <a:pt x="16494" y="9955"/>
                  <a:pt x="16691" y="10142"/>
                </a:cubicBezTo>
                <a:cubicBezTo>
                  <a:pt x="16887" y="10330"/>
                  <a:pt x="16887" y="10330"/>
                  <a:pt x="17083" y="10518"/>
                </a:cubicBezTo>
                <a:cubicBezTo>
                  <a:pt x="17280" y="10518"/>
                  <a:pt x="17672" y="10518"/>
                  <a:pt x="17869" y="10518"/>
                </a:cubicBezTo>
                <a:cubicBezTo>
                  <a:pt x="18065" y="10330"/>
                  <a:pt x="18261" y="10142"/>
                  <a:pt x="18458" y="9955"/>
                </a:cubicBezTo>
                <a:cubicBezTo>
                  <a:pt x="18458" y="9955"/>
                  <a:pt x="18458" y="9767"/>
                  <a:pt x="18458" y="9767"/>
                </a:cubicBezTo>
                <a:cubicBezTo>
                  <a:pt x="18458" y="9767"/>
                  <a:pt x="18654" y="9767"/>
                  <a:pt x="18654" y="9767"/>
                </a:cubicBezTo>
                <a:cubicBezTo>
                  <a:pt x="18851" y="9767"/>
                  <a:pt x="19243" y="9579"/>
                  <a:pt x="19440" y="9203"/>
                </a:cubicBezTo>
                <a:cubicBezTo>
                  <a:pt x="19636" y="9016"/>
                  <a:pt x="19636" y="8828"/>
                  <a:pt x="19832" y="8452"/>
                </a:cubicBezTo>
                <a:cubicBezTo>
                  <a:pt x="19832" y="8452"/>
                  <a:pt x="19832" y="8264"/>
                  <a:pt x="20029" y="8264"/>
                </a:cubicBezTo>
                <a:cubicBezTo>
                  <a:pt x="20029" y="8076"/>
                  <a:pt x="20225" y="7889"/>
                  <a:pt x="20225" y="7701"/>
                </a:cubicBezTo>
                <a:cubicBezTo>
                  <a:pt x="20421" y="7325"/>
                  <a:pt x="20421" y="6949"/>
                  <a:pt x="20618" y="6574"/>
                </a:cubicBezTo>
                <a:cubicBezTo>
                  <a:pt x="21010" y="5447"/>
                  <a:pt x="21207" y="4320"/>
                  <a:pt x="21207" y="3005"/>
                </a:cubicBezTo>
                <a:cubicBezTo>
                  <a:pt x="21207" y="2629"/>
                  <a:pt x="21207" y="2442"/>
                  <a:pt x="21207" y="2066"/>
                </a:cubicBezTo>
                <a:cubicBezTo>
                  <a:pt x="21600" y="1691"/>
                  <a:pt x="21600" y="1503"/>
                  <a:pt x="21600" y="1315"/>
                </a:cubicBezTo>
                <a:close/>
                <a:moveTo>
                  <a:pt x="19243" y="1691"/>
                </a:moveTo>
                <a:cubicBezTo>
                  <a:pt x="19243" y="1691"/>
                  <a:pt x="19243" y="1691"/>
                  <a:pt x="19243" y="1691"/>
                </a:cubicBezTo>
                <a:cubicBezTo>
                  <a:pt x="19243" y="1691"/>
                  <a:pt x="19243" y="1691"/>
                  <a:pt x="19243" y="1691"/>
                </a:cubicBezTo>
                <a:cubicBezTo>
                  <a:pt x="19243" y="1691"/>
                  <a:pt x="19243" y="1691"/>
                  <a:pt x="19243" y="1691"/>
                </a:cubicBezTo>
                <a:close/>
                <a:moveTo>
                  <a:pt x="19243" y="1878"/>
                </a:moveTo>
                <a:cubicBezTo>
                  <a:pt x="19243" y="1878"/>
                  <a:pt x="19243" y="1878"/>
                  <a:pt x="19243" y="1878"/>
                </a:cubicBezTo>
                <a:cubicBezTo>
                  <a:pt x="19243" y="1878"/>
                  <a:pt x="19243" y="1878"/>
                  <a:pt x="19243" y="1878"/>
                </a:cubicBezTo>
                <a:cubicBezTo>
                  <a:pt x="19243" y="1878"/>
                  <a:pt x="19243" y="1878"/>
                  <a:pt x="19243" y="1878"/>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0" name="Google Shape;250;ge5669b8a30_1_246"/>
          <p:cNvSpPr/>
          <p:nvPr/>
        </p:nvSpPr>
        <p:spPr>
          <a:xfrm>
            <a:off x="8076716" y="5270428"/>
            <a:ext cx="367902" cy="354024"/>
          </a:xfrm>
          <a:custGeom>
            <a:rect b="b" l="l" r="r" t="t"/>
            <a:pathLst>
              <a:path extrusionOk="0" h="21600" w="21600">
                <a:moveTo>
                  <a:pt x="12397" y="16151"/>
                </a:moveTo>
                <a:cubicBezTo>
                  <a:pt x="12209" y="16346"/>
                  <a:pt x="12209" y="16346"/>
                  <a:pt x="12021" y="16541"/>
                </a:cubicBezTo>
                <a:cubicBezTo>
                  <a:pt x="11833" y="16735"/>
                  <a:pt x="11646" y="16930"/>
                  <a:pt x="11458" y="17124"/>
                </a:cubicBezTo>
                <a:cubicBezTo>
                  <a:pt x="11270" y="17319"/>
                  <a:pt x="11270" y="17319"/>
                  <a:pt x="11082" y="17514"/>
                </a:cubicBezTo>
                <a:cubicBezTo>
                  <a:pt x="11082" y="17708"/>
                  <a:pt x="11082" y="18097"/>
                  <a:pt x="11082" y="18292"/>
                </a:cubicBezTo>
                <a:cubicBezTo>
                  <a:pt x="11270" y="18486"/>
                  <a:pt x="11458" y="18681"/>
                  <a:pt x="11646" y="18876"/>
                </a:cubicBezTo>
                <a:cubicBezTo>
                  <a:pt x="11646" y="18876"/>
                  <a:pt x="11833" y="18876"/>
                  <a:pt x="11833" y="18876"/>
                </a:cubicBezTo>
                <a:cubicBezTo>
                  <a:pt x="11833" y="18876"/>
                  <a:pt x="11833" y="19070"/>
                  <a:pt x="11833" y="19070"/>
                </a:cubicBezTo>
                <a:cubicBezTo>
                  <a:pt x="11833" y="19265"/>
                  <a:pt x="12021" y="19654"/>
                  <a:pt x="12397" y="19849"/>
                </a:cubicBezTo>
                <a:cubicBezTo>
                  <a:pt x="12585" y="20043"/>
                  <a:pt x="12773" y="20043"/>
                  <a:pt x="13148" y="20238"/>
                </a:cubicBezTo>
                <a:cubicBezTo>
                  <a:pt x="13148" y="20238"/>
                  <a:pt x="13336" y="20238"/>
                  <a:pt x="13336" y="20432"/>
                </a:cubicBezTo>
                <a:cubicBezTo>
                  <a:pt x="13524" y="20432"/>
                  <a:pt x="13712" y="20627"/>
                  <a:pt x="13900" y="20627"/>
                </a:cubicBezTo>
                <a:cubicBezTo>
                  <a:pt x="14275" y="20822"/>
                  <a:pt x="14651" y="20822"/>
                  <a:pt x="15027" y="21016"/>
                </a:cubicBezTo>
                <a:cubicBezTo>
                  <a:pt x="16153" y="21405"/>
                  <a:pt x="17280" y="21600"/>
                  <a:pt x="18595" y="21600"/>
                </a:cubicBezTo>
                <a:cubicBezTo>
                  <a:pt x="18971" y="21600"/>
                  <a:pt x="19159" y="21600"/>
                  <a:pt x="19534" y="21600"/>
                </a:cubicBezTo>
                <a:cubicBezTo>
                  <a:pt x="19722" y="21600"/>
                  <a:pt x="19910" y="21600"/>
                  <a:pt x="20286" y="21405"/>
                </a:cubicBezTo>
                <a:cubicBezTo>
                  <a:pt x="20473" y="21405"/>
                  <a:pt x="20661" y="21211"/>
                  <a:pt x="20661" y="21211"/>
                </a:cubicBezTo>
                <a:cubicBezTo>
                  <a:pt x="20661" y="21211"/>
                  <a:pt x="20661" y="21211"/>
                  <a:pt x="20661" y="21211"/>
                </a:cubicBezTo>
                <a:cubicBezTo>
                  <a:pt x="20849" y="21211"/>
                  <a:pt x="20849" y="21016"/>
                  <a:pt x="21037" y="21016"/>
                </a:cubicBezTo>
                <a:cubicBezTo>
                  <a:pt x="21224" y="20822"/>
                  <a:pt x="21224" y="20822"/>
                  <a:pt x="21412" y="20627"/>
                </a:cubicBezTo>
                <a:cubicBezTo>
                  <a:pt x="21600" y="20432"/>
                  <a:pt x="21600" y="20238"/>
                  <a:pt x="21600" y="20043"/>
                </a:cubicBezTo>
                <a:cubicBezTo>
                  <a:pt x="21600" y="19849"/>
                  <a:pt x="21600" y="19654"/>
                  <a:pt x="21600" y="19459"/>
                </a:cubicBezTo>
                <a:cubicBezTo>
                  <a:pt x="21600" y="19265"/>
                  <a:pt x="21600" y="19070"/>
                  <a:pt x="21600" y="18876"/>
                </a:cubicBezTo>
                <a:cubicBezTo>
                  <a:pt x="21600" y="18681"/>
                  <a:pt x="21412" y="18486"/>
                  <a:pt x="21412" y="18097"/>
                </a:cubicBezTo>
                <a:cubicBezTo>
                  <a:pt x="21224" y="17708"/>
                  <a:pt x="21224" y="17514"/>
                  <a:pt x="21037" y="17124"/>
                </a:cubicBezTo>
                <a:cubicBezTo>
                  <a:pt x="20849" y="16346"/>
                  <a:pt x="20473" y="15762"/>
                  <a:pt x="20098" y="14984"/>
                </a:cubicBezTo>
                <a:cubicBezTo>
                  <a:pt x="19910" y="14400"/>
                  <a:pt x="19534" y="14011"/>
                  <a:pt x="19346" y="13622"/>
                </a:cubicBezTo>
                <a:cubicBezTo>
                  <a:pt x="18971" y="13038"/>
                  <a:pt x="18783" y="12454"/>
                  <a:pt x="18407" y="11870"/>
                </a:cubicBezTo>
                <a:cubicBezTo>
                  <a:pt x="18407" y="11870"/>
                  <a:pt x="18407" y="11870"/>
                  <a:pt x="18407" y="11870"/>
                </a:cubicBezTo>
                <a:cubicBezTo>
                  <a:pt x="18407" y="11870"/>
                  <a:pt x="18219" y="11870"/>
                  <a:pt x="18219" y="11870"/>
                </a:cubicBezTo>
                <a:cubicBezTo>
                  <a:pt x="18219" y="11870"/>
                  <a:pt x="18219" y="11870"/>
                  <a:pt x="18219" y="11870"/>
                </a:cubicBezTo>
                <a:cubicBezTo>
                  <a:pt x="18219" y="11870"/>
                  <a:pt x="18219" y="11870"/>
                  <a:pt x="18219" y="12065"/>
                </a:cubicBezTo>
                <a:cubicBezTo>
                  <a:pt x="18219" y="12065"/>
                  <a:pt x="18219" y="12065"/>
                  <a:pt x="18219" y="12065"/>
                </a:cubicBezTo>
                <a:cubicBezTo>
                  <a:pt x="18219" y="12260"/>
                  <a:pt x="18407" y="12260"/>
                  <a:pt x="18407" y="12454"/>
                </a:cubicBezTo>
                <a:cubicBezTo>
                  <a:pt x="18407" y="12649"/>
                  <a:pt x="18595" y="13038"/>
                  <a:pt x="18595" y="13232"/>
                </a:cubicBezTo>
                <a:cubicBezTo>
                  <a:pt x="18595" y="13427"/>
                  <a:pt x="18595" y="13622"/>
                  <a:pt x="18783" y="13816"/>
                </a:cubicBezTo>
                <a:cubicBezTo>
                  <a:pt x="18783" y="14400"/>
                  <a:pt x="18970" y="14789"/>
                  <a:pt x="18970" y="15373"/>
                </a:cubicBezTo>
                <a:cubicBezTo>
                  <a:pt x="18970" y="15957"/>
                  <a:pt x="19158" y="16346"/>
                  <a:pt x="19158" y="16930"/>
                </a:cubicBezTo>
                <a:cubicBezTo>
                  <a:pt x="19346" y="17513"/>
                  <a:pt x="19346" y="18292"/>
                  <a:pt x="19534" y="18876"/>
                </a:cubicBezTo>
                <a:cubicBezTo>
                  <a:pt x="19534" y="18876"/>
                  <a:pt x="19534" y="18876"/>
                  <a:pt x="19534" y="18876"/>
                </a:cubicBezTo>
                <a:cubicBezTo>
                  <a:pt x="19534" y="18876"/>
                  <a:pt x="19534" y="18876"/>
                  <a:pt x="19346" y="18876"/>
                </a:cubicBezTo>
                <a:cubicBezTo>
                  <a:pt x="19158" y="18876"/>
                  <a:pt x="18970" y="18876"/>
                  <a:pt x="18782" y="18876"/>
                </a:cubicBezTo>
                <a:cubicBezTo>
                  <a:pt x="18595" y="18876"/>
                  <a:pt x="18219" y="18876"/>
                  <a:pt x="18031" y="18681"/>
                </a:cubicBezTo>
                <a:cubicBezTo>
                  <a:pt x="17280" y="18486"/>
                  <a:pt x="16341" y="18292"/>
                  <a:pt x="15589" y="17903"/>
                </a:cubicBezTo>
                <a:cubicBezTo>
                  <a:pt x="15214" y="17708"/>
                  <a:pt x="14838" y="17708"/>
                  <a:pt x="14650" y="17513"/>
                </a:cubicBezTo>
                <a:cubicBezTo>
                  <a:pt x="14463" y="17513"/>
                  <a:pt x="14275" y="17513"/>
                  <a:pt x="14275" y="17319"/>
                </a:cubicBezTo>
                <a:cubicBezTo>
                  <a:pt x="14087" y="17319"/>
                  <a:pt x="14087" y="17319"/>
                  <a:pt x="13899" y="17319"/>
                </a:cubicBezTo>
                <a:cubicBezTo>
                  <a:pt x="13899" y="17319"/>
                  <a:pt x="13899" y="17319"/>
                  <a:pt x="13899" y="17319"/>
                </a:cubicBezTo>
                <a:cubicBezTo>
                  <a:pt x="13899" y="17319"/>
                  <a:pt x="14087" y="17124"/>
                  <a:pt x="14087" y="17124"/>
                </a:cubicBezTo>
                <a:cubicBezTo>
                  <a:pt x="14275" y="16930"/>
                  <a:pt x="14463" y="16735"/>
                  <a:pt x="14463" y="16735"/>
                </a:cubicBezTo>
                <a:cubicBezTo>
                  <a:pt x="14650" y="16540"/>
                  <a:pt x="14650" y="16540"/>
                  <a:pt x="14838" y="16346"/>
                </a:cubicBezTo>
                <a:cubicBezTo>
                  <a:pt x="15026" y="16346"/>
                  <a:pt x="15026" y="16346"/>
                  <a:pt x="15214" y="16346"/>
                </a:cubicBezTo>
                <a:cubicBezTo>
                  <a:pt x="15401" y="16346"/>
                  <a:pt x="15589" y="16151"/>
                  <a:pt x="15777" y="16151"/>
                </a:cubicBezTo>
                <a:cubicBezTo>
                  <a:pt x="15965" y="15957"/>
                  <a:pt x="15965" y="15762"/>
                  <a:pt x="16153" y="15567"/>
                </a:cubicBezTo>
                <a:cubicBezTo>
                  <a:pt x="16153" y="15373"/>
                  <a:pt x="16153" y="15178"/>
                  <a:pt x="16153" y="14984"/>
                </a:cubicBezTo>
                <a:cubicBezTo>
                  <a:pt x="16153" y="14984"/>
                  <a:pt x="16153" y="14984"/>
                  <a:pt x="16153" y="14984"/>
                </a:cubicBezTo>
                <a:cubicBezTo>
                  <a:pt x="16528" y="14400"/>
                  <a:pt x="16904" y="13816"/>
                  <a:pt x="17467" y="13232"/>
                </a:cubicBezTo>
                <a:cubicBezTo>
                  <a:pt x="17655" y="12843"/>
                  <a:pt x="18031" y="12649"/>
                  <a:pt x="18219" y="12454"/>
                </a:cubicBezTo>
                <a:cubicBezTo>
                  <a:pt x="18219" y="12454"/>
                  <a:pt x="18219" y="12259"/>
                  <a:pt x="18219" y="12259"/>
                </a:cubicBezTo>
                <a:cubicBezTo>
                  <a:pt x="18219" y="12259"/>
                  <a:pt x="18219" y="12259"/>
                  <a:pt x="18031" y="12259"/>
                </a:cubicBezTo>
                <a:cubicBezTo>
                  <a:pt x="17843" y="12259"/>
                  <a:pt x="17843" y="12259"/>
                  <a:pt x="17655" y="12259"/>
                </a:cubicBezTo>
                <a:cubicBezTo>
                  <a:pt x="17468" y="12259"/>
                  <a:pt x="17280" y="12454"/>
                  <a:pt x="17092" y="12454"/>
                </a:cubicBezTo>
                <a:cubicBezTo>
                  <a:pt x="16716" y="12649"/>
                  <a:pt x="16340" y="12843"/>
                  <a:pt x="16153" y="13038"/>
                </a:cubicBezTo>
                <a:cubicBezTo>
                  <a:pt x="15777" y="13232"/>
                  <a:pt x="15589" y="13427"/>
                  <a:pt x="15214" y="13622"/>
                </a:cubicBezTo>
                <a:cubicBezTo>
                  <a:pt x="15214" y="13622"/>
                  <a:pt x="15214" y="13622"/>
                  <a:pt x="15026" y="13622"/>
                </a:cubicBezTo>
                <a:cubicBezTo>
                  <a:pt x="15026" y="13622"/>
                  <a:pt x="15026" y="13622"/>
                  <a:pt x="14838" y="13427"/>
                </a:cubicBezTo>
                <a:cubicBezTo>
                  <a:pt x="14650" y="13232"/>
                  <a:pt x="14275" y="12843"/>
                  <a:pt x="14087" y="12649"/>
                </a:cubicBezTo>
                <a:cubicBezTo>
                  <a:pt x="13523" y="12065"/>
                  <a:pt x="12960" y="11481"/>
                  <a:pt x="12396" y="10897"/>
                </a:cubicBezTo>
                <a:cubicBezTo>
                  <a:pt x="11269" y="9730"/>
                  <a:pt x="10143" y="8757"/>
                  <a:pt x="9015" y="7589"/>
                </a:cubicBezTo>
                <a:cubicBezTo>
                  <a:pt x="8452" y="7005"/>
                  <a:pt x="7889" y="6422"/>
                  <a:pt x="7325" y="6032"/>
                </a:cubicBezTo>
                <a:cubicBezTo>
                  <a:pt x="6761" y="5643"/>
                  <a:pt x="6386" y="5059"/>
                  <a:pt x="5822" y="4670"/>
                </a:cubicBezTo>
                <a:cubicBezTo>
                  <a:pt x="5259" y="4086"/>
                  <a:pt x="4696" y="3697"/>
                  <a:pt x="4132" y="3113"/>
                </a:cubicBezTo>
                <a:cubicBezTo>
                  <a:pt x="3756" y="2724"/>
                  <a:pt x="3381" y="2530"/>
                  <a:pt x="3005" y="2140"/>
                </a:cubicBezTo>
                <a:cubicBezTo>
                  <a:pt x="2817" y="1946"/>
                  <a:pt x="2630" y="1751"/>
                  <a:pt x="2442" y="1557"/>
                </a:cubicBezTo>
                <a:cubicBezTo>
                  <a:pt x="2066" y="1362"/>
                  <a:pt x="1690" y="973"/>
                  <a:pt x="1502" y="778"/>
                </a:cubicBezTo>
                <a:cubicBezTo>
                  <a:pt x="1127" y="389"/>
                  <a:pt x="563" y="195"/>
                  <a:pt x="188" y="0"/>
                </a:cubicBezTo>
                <a:cubicBezTo>
                  <a:pt x="188" y="0"/>
                  <a:pt x="0" y="0"/>
                  <a:pt x="0" y="0"/>
                </a:cubicBezTo>
                <a:lnTo>
                  <a:pt x="0" y="0"/>
                </a:lnTo>
                <a:cubicBezTo>
                  <a:pt x="0" y="0"/>
                  <a:pt x="0" y="195"/>
                  <a:pt x="0" y="195"/>
                </a:cubicBezTo>
                <a:cubicBezTo>
                  <a:pt x="188" y="389"/>
                  <a:pt x="564" y="778"/>
                  <a:pt x="751" y="1168"/>
                </a:cubicBezTo>
                <a:cubicBezTo>
                  <a:pt x="939" y="1362"/>
                  <a:pt x="939" y="1557"/>
                  <a:pt x="1127" y="1557"/>
                </a:cubicBezTo>
                <a:cubicBezTo>
                  <a:pt x="1315" y="1751"/>
                  <a:pt x="1690" y="2141"/>
                  <a:pt x="1878" y="2335"/>
                </a:cubicBezTo>
                <a:cubicBezTo>
                  <a:pt x="2442" y="2919"/>
                  <a:pt x="3005" y="3503"/>
                  <a:pt x="3569" y="4281"/>
                </a:cubicBezTo>
                <a:cubicBezTo>
                  <a:pt x="4508" y="5449"/>
                  <a:pt x="5447" y="6616"/>
                  <a:pt x="6574" y="7589"/>
                </a:cubicBezTo>
                <a:cubicBezTo>
                  <a:pt x="7513" y="8757"/>
                  <a:pt x="8452" y="9924"/>
                  <a:pt x="9579" y="10897"/>
                </a:cubicBezTo>
                <a:cubicBezTo>
                  <a:pt x="10706" y="12065"/>
                  <a:pt x="11645" y="13427"/>
                  <a:pt x="12772" y="14595"/>
                </a:cubicBezTo>
                <a:cubicBezTo>
                  <a:pt x="12959" y="14789"/>
                  <a:pt x="13147" y="14984"/>
                  <a:pt x="13147" y="14984"/>
                </a:cubicBezTo>
                <a:cubicBezTo>
                  <a:pt x="13147" y="14984"/>
                  <a:pt x="12959" y="15178"/>
                  <a:pt x="12959" y="15178"/>
                </a:cubicBezTo>
                <a:cubicBezTo>
                  <a:pt x="12772" y="15762"/>
                  <a:pt x="12585" y="15957"/>
                  <a:pt x="12397" y="16151"/>
                </a:cubicBezTo>
                <a:close/>
                <a:moveTo>
                  <a:pt x="19910" y="18876"/>
                </a:moveTo>
                <a:cubicBezTo>
                  <a:pt x="19722" y="18876"/>
                  <a:pt x="19722" y="18876"/>
                  <a:pt x="19910" y="18876"/>
                </a:cubicBezTo>
                <a:cubicBezTo>
                  <a:pt x="19722" y="18876"/>
                  <a:pt x="19722" y="18876"/>
                  <a:pt x="19910" y="18876"/>
                </a:cubicBezTo>
                <a:cubicBezTo>
                  <a:pt x="19722" y="18876"/>
                  <a:pt x="19722" y="18876"/>
                  <a:pt x="19910" y="18876"/>
                </a:cubicBezTo>
                <a:close/>
                <a:moveTo>
                  <a:pt x="19722" y="18876"/>
                </a:moveTo>
                <a:cubicBezTo>
                  <a:pt x="19722" y="18876"/>
                  <a:pt x="19722" y="18876"/>
                  <a:pt x="19722" y="18876"/>
                </a:cubicBezTo>
                <a:cubicBezTo>
                  <a:pt x="19722" y="18876"/>
                  <a:pt x="19722" y="18876"/>
                  <a:pt x="19722" y="18876"/>
                </a:cubicBezTo>
                <a:cubicBezTo>
                  <a:pt x="19722" y="18876"/>
                  <a:pt x="19722" y="18876"/>
                  <a:pt x="19722" y="18876"/>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1" name="Google Shape;251;ge5669b8a30_1_246"/>
          <p:cNvSpPr/>
          <p:nvPr/>
        </p:nvSpPr>
        <p:spPr>
          <a:xfrm rot="2602906">
            <a:off x="8151641" y="4571892"/>
            <a:ext cx="374541" cy="368314"/>
          </a:xfrm>
          <a:custGeom>
            <a:rect b="b" l="l" r="r" t="t"/>
            <a:pathLst>
              <a:path extrusionOk="0" h="21600" w="21600">
                <a:moveTo>
                  <a:pt x="21600" y="1315"/>
                </a:moveTo>
                <a:cubicBezTo>
                  <a:pt x="21600" y="1127"/>
                  <a:pt x="21404" y="939"/>
                  <a:pt x="21404" y="939"/>
                </a:cubicBezTo>
                <a:cubicBezTo>
                  <a:pt x="21404" y="939"/>
                  <a:pt x="21404" y="939"/>
                  <a:pt x="21404" y="939"/>
                </a:cubicBezTo>
                <a:cubicBezTo>
                  <a:pt x="21404" y="751"/>
                  <a:pt x="21207" y="751"/>
                  <a:pt x="21207" y="564"/>
                </a:cubicBezTo>
                <a:cubicBezTo>
                  <a:pt x="21011" y="376"/>
                  <a:pt x="21011" y="376"/>
                  <a:pt x="20815" y="188"/>
                </a:cubicBezTo>
                <a:cubicBezTo>
                  <a:pt x="20618" y="0"/>
                  <a:pt x="20422" y="0"/>
                  <a:pt x="20226" y="0"/>
                </a:cubicBezTo>
                <a:cubicBezTo>
                  <a:pt x="20029" y="0"/>
                  <a:pt x="19833" y="0"/>
                  <a:pt x="19636" y="0"/>
                </a:cubicBezTo>
                <a:cubicBezTo>
                  <a:pt x="19440" y="0"/>
                  <a:pt x="19244" y="0"/>
                  <a:pt x="19047" y="0"/>
                </a:cubicBezTo>
                <a:cubicBezTo>
                  <a:pt x="18851" y="0"/>
                  <a:pt x="18655" y="188"/>
                  <a:pt x="18262" y="188"/>
                </a:cubicBezTo>
                <a:cubicBezTo>
                  <a:pt x="17869" y="376"/>
                  <a:pt x="17672" y="376"/>
                  <a:pt x="17280" y="564"/>
                </a:cubicBezTo>
                <a:cubicBezTo>
                  <a:pt x="16494" y="751"/>
                  <a:pt x="15905" y="1127"/>
                  <a:pt x="15120" y="1503"/>
                </a:cubicBezTo>
                <a:cubicBezTo>
                  <a:pt x="14531" y="1690"/>
                  <a:pt x="14138" y="2066"/>
                  <a:pt x="13745" y="2254"/>
                </a:cubicBezTo>
                <a:cubicBezTo>
                  <a:pt x="13156" y="2630"/>
                  <a:pt x="12567" y="2817"/>
                  <a:pt x="11978" y="3193"/>
                </a:cubicBezTo>
                <a:cubicBezTo>
                  <a:pt x="11978" y="3193"/>
                  <a:pt x="11978" y="3193"/>
                  <a:pt x="11978" y="3193"/>
                </a:cubicBezTo>
                <a:cubicBezTo>
                  <a:pt x="11978" y="3193"/>
                  <a:pt x="11978" y="3381"/>
                  <a:pt x="11978" y="3381"/>
                </a:cubicBezTo>
                <a:cubicBezTo>
                  <a:pt x="11978" y="3381"/>
                  <a:pt x="11978" y="3381"/>
                  <a:pt x="11978" y="3381"/>
                </a:cubicBezTo>
                <a:cubicBezTo>
                  <a:pt x="11978" y="3381"/>
                  <a:pt x="11978" y="3381"/>
                  <a:pt x="12174" y="3381"/>
                </a:cubicBezTo>
                <a:cubicBezTo>
                  <a:pt x="12174" y="3381"/>
                  <a:pt x="12174" y="3381"/>
                  <a:pt x="12174" y="3381"/>
                </a:cubicBezTo>
                <a:cubicBezTo>
                  <a:pt x="12371" y="3381"/>
                  <a:pt x="12371" y="3193"/>
                  <a:pt x="12567" y="3193"/>
                </a:cubicBezTo>
                <a:cubicBezTo>
                  <a:pt x="12763" y="3193"/>
                  <a:pt x="13156" y="3005"/>
                  <a:pt x="13352" y="3005"/>
                </a:cubicBezTo>
                <a:cubicBezTo>
                  <a:pt x="13549" y="3005"/>
                  <a:pt x="13745" y="3005"/>
                  <a:pt x="13942" y="2817"/>
                </a:cubicBezTo>
                <a:cubicBezTo>
                  <a:pt x="14531" y="2817"/>
                  <a:pt x="14924" y="2630"/>
                  <a:pt x="15513" y="2630"/>
                </a:cubicBezTo>
                <a:cubicBezTo>
                  <a:pt x="16102" y="2630"/>
                  <a:pt x="16495" y="2442"/>
                  <a:pt x="17084" y="2442"/>
                </a:cubicBezTo>
                <a:cubicBezTo>
                  <a:pt x="17673" y="2254"/>
                  <a:pt x="18458" y="2254"/>
                  <a:pt x="19047" y="2066"/>
                </a:cubicBezTo>
                <a:cubicBezTo>
                  <a:pt x="19047" y="2066"/>
                  <a:pt x="19047" y="2066"/>
                  <a:pt x="19047" y="2066"/>
                </a:cubicBezTo>
                <a:cubicBezTo>
                  <a:pt x="19047" y="2066"/>
                  <a:pt x="19047" y="2066"/>
                  <a:pt x="19047" y="2254"/>
                </a:cubicBezTo>
                <a:cubicBezTo>
                  <a:pt x="19047" y="2442"/>
                  <a:pt x="19047" y="2630"/>
                  <a:pt x="19047" y="2817"/>
                </a:cubicBezTo>
                <a:cubicBezTo>
                  <a:pt x="19047" y="3005"/>
                  <a:pt x="19047" y="3381"/>
                  <a:pt x="18851" y="3569"/>
                </a:cubicBezTo>
                <a:cubicBezTo>
                  <a:pt x="18655" y="4320"/>
                  <a:pt x="18458" y="5259"/>
                  <a:pt x="18066" y="6010"/>
                </a:cubicBezTo>
                <a:cubicBezTo>
                  <a:pt x="17869" y="6386"/>
                  <a:pt x="17869" y="6762"/>
                  <a:pt x="17673" y="6950"/>
                </a:cubicBezTo>
                <a:cubicBezTo>
                  <a:pt x="17673" y="7137"/>
                  <a:pt x="17673" y="7325"/>
                  <a:pt x="17477" y="7325"/>
                </a:cubicBezTo>
                <a:cubicBezTo>
                  <a:pt x="17477" y="7513"/>
                  <a:pt x="17477" y="7513"/>
                  <a:pt x="17477" y="7701"/>
                </a:cubicBezTo>
                <a:cubicBezTo>
                  <a:pt x="17477" y="7701"/>
                  <a:pt x="17477" y="7701"/>
                  <a:pt x="17477" y="7701"/>
                </a:cubicBezTo>
                <a:cubicBezTo>
                  <a:pt x="17477" y="7701"/>
                  <a:pt x="17280" y="7513"/>
                  <a:pt x="17280" y="7513"/>
                </a:cubicBezTo>
                <a:cubicBezTo>
                  <a:pt x="17084" y="7325"/>
                  <a:pt x="16888" y="7137"/>
                  <a:pt x="16888" y="7137"/>
                </a:cubicBezTo>
                <a:cubicBezTo>
                  <a:pt x="16691" y="6950"/>
                  <a:pt x="16691" y="6950"/>
                  <a:pt x="16495" y="6762"/>
                </a:cubicBezTo>
                <a:cubicBezTo>
                  <a:pt x="16495" y="6574"/>
                  <a:pt x="16495" y="6574"/>
                  <a:pt x="16495" y="6386"/>
                </a:cubicBezTo>
                <a:cubicBezTo>
                  <a:pt x="16495" y="6198"/>
                  <a:pt x="16299" y="6010"/>
                  <a:pt x="16299" y="5823"/>
                </a:cubicBezTo>
                <a:cubicBezTo>
                  <a:pt x="16102" y="5635"/>
                  <a:pt x="15906" y="5635"/>
                  <a:pt x="15710" y="5447"/>
                </a:cubicBezTo>
                <a:cubicBezTo>
                  <a:pt x="15513" y="5447"/>
                  <a:pt x="15317" y="5447"/>
                  <a:pt x="15120" y="5447"/>
                </a:cubicBezTo>
                <a:cubicBezTo>
                  <a:pt x="15120" y="5447"/>
                  <a:pt x="15120" y="5447"/>
                  <a:pt x="15120" y="5447"/>
                </a:cubicBezTo>
                <a:cubicBezTo>
                  <a:pt x="14531" y="5071"/>
                  <a:pt x="13942" y="4696"/>
                  <a:pt x="13353" y="4132"/>
                </a:cubicBezTo>
                <a:cubicBezTo>
                  <a:pt x="12960" y="3944"/>
                  <a:pt x="12764" y="3569"/>
                  <a:pt x="12567" y="3381"/>
                </a:cubicBezTo>
                <a:cubicBezTo>
                  <a:pt x="12567" y="3381"/>
                  <a:pt x="12371" y="3381"/>
                  <a:pt x="12371" y="3381"/>
                </a:cubicBezTo>
                <a:cubicBezTo>
                  <a:pt x="12371" y="3381"/>
                  <a:pt x="12371" y="3381"/>
                  <a:pt x="12371" y="3569"/>
                </a:cubicBezTo>
                <a:cubicBezTo>
                  <a:pt x="12371" y="3756"/>
                  <a:pt x="12371" y="3756"/>
                  <a:pt x="12371" y="3944"/>
                </a:cubicBezTo>
                <a:cubicBezTo>
                  <a:pt x="12371" y="4132"/>
                  <a:pt x="12567" y="4320"/>
                  <a:pt x="12567" y="4508"/>
                </a:cubicBezTo>
                <a:cubicBezTo>
                  <a:pt x="12764" y="4883"/>
                  <a:pt x="12960" y="5259"/>
                  <a:pt x="13157" y="5447"/>
                </a:cubicBezTo>
                <a:cubicBezTo>
                  <a:pt x="13353" y="5823"/>
                  <a:pt x="13549" y="6010"/>
                  <a:pt x="13746" y="6386"/>
                </a:cubicBezTo>
                <a:cubicBezTo>
                  <a:pt x="13746" y="6386"/>
                  <a:pt x="13746" y="6386"/>
                  <a:pt x="13746" y="6574"/>
                </a:cubicBezTo>
                <a:cubicBezTo>
                  <a:pt x="13746" y="6574"/>
                  <a:pt x="13746" y="6574"/>
                  <a:pt x="13550" y="6762"/>
                </a:cubicBezTo>
                <a:cubicBezTo>
                  <a:pt x="13353" y="6950"/>
                  <a:pt x="12960" y="7325"/>
                  <a:pt x="12764" y="7513"/>
                </a:cubicBezTo>
                <a:cubicBezTo>
                  <a:pt x="12175" y="8076"/>
                  <a:pt x="11586" y="8640"/>
                  <a:pt x="10997" y="9203"/>
                </a:cubicBezTo>
                <a:cubicBezTo>
                  <a:pt x="9819" y="10330"/>
                  <a:pt x="8837" y="11457"/>
                  <a:pt x="7659" y="12584"/>
                </a:cubicBezTo>
                <a:cubicBezTo>
                  <a:pt x="7069" y="13148"/>
                  <a:pt x="6480" y="13711"/>
                  <a:pt x="6088" y="14275"/>
                </a:cubicBezTo>
                <a:cubicBezTo>
                  <a:pt x="5695" y="14838"/>
                  <a:pt x="5106" y="15214"/>
                  <a:pt x="4713" y="15777"/>
                </a:cubicBezTo>
                <a:cubicBezTo>
                  <a:pt x="4124" y="16341"/>
                  <a:pt x="3731" y="16904"/>
                  <a:pt x="3142" y="17468"/>
                </a:cubicBezTo>
                <a:cubicBezTo>
                  <a:pt x="2749" y="17843"/>
                  <a:pt x="2553" y="18219"/>
                  <a:pt x="2160" y="18595"/>
                </a:cubicBezTo>
                <a:cubicBezTo>
                  <a:pt x="1964" y="18783"/>
                  <a:pt x="1768" y="18970"/>
                  <a:pt x="1571" y="19158"/>
                </a:cubicBezTo>
                <a:cubicBezTo>
                  <a:pt x="1375" y="19534"/>
                  <a:pt x="982" y="19910"/>
                  <a:pt x="786" y="20097"/>
                </a:cubicBezTo>
                <a:cubicBezTo>
                  <a:pt x="393" y="20473"/>
                  <a:pt x="196" y="21036"/>
                  <a:pt x="0" y="21412"/>
                </a:cubicBezTo>
                <a:cubicBezTo>
                  <a:pt x="0" y="21412"/>
                  <a:pt x="0" y="21600"/>
                  <a:pt x="0" y="21600"/>
                </a:cubicBezTo>
                <a:lnTo>
                  <a:pt x="0" y="21600"/>
                </a:lnTo>
                <a:cubicBezTo>
                  <a:pt x="0" y="21600"/>
                  <a:pt x="196" y="21600"/>
                  <a:pt x="196" y="21600"/>
                </a:cubicBezTo>
                <a:cubicBezTo>
                  <a:pt x="393" y="21412"/>
                  <a:pt x="786" y="21037"/>
                  <a:pt x="1178" y="20849"/>
                </a:cubicBezTo>
                <a:cubicBezTo>
                  <a:pt x="1374" y="20661"/>
                  <a:pt x="1571" y="20661"/>
                  <a:pt x="1571" y="20473"/>
                </a:cubicBezTo>
                <a:cubicBezTo>
                  <a:pt x="1767" y="20285"/>
                  <a:pt x="2160" y="19910"/>
                  <a:pt x="2356" y="19722"/>
                </a:cubicBezTo>
                <a:cubicBezTo>
                  <a:pt x="2945" y="19158"/>
                  <a:pt x="3534" y="18595"/>
                  <a:pt x="4320" y="18031"/>
                </a:cubicBezTo>
                <a:cubicBezTo>
                  <a:pt x="5498" y="17092"/>
                  <a:pt x="6676" y="16153"/>
                  <a:pt x="7658" y="15026"/>
                </a:cubicBezTo>
                <a:cubicBezTo>
                  <a:pt x="8836" y="14087"/>
                  <a:pt x="10014" y="13148"/>
                  <a:pt x="10996" y="12021"/>
                </a:cubicBezTo>
                <a:cubicBezTo>
                  <a:pt x="12174" y="10894"/>
                  <a:pt x="13549" y="9955"/>
                  <a:pt x="14727" y="8828"/>
                </a:cubicBezTo>
                <a:cubicBezTo>
                  <a:pt x="14924" y="8640"/>
                  <a:pt x="15120" y="8452"/>
                  <a:pt x="15120" y="8452"/>
                </a:cubicBezTo>
                <a:cubicBezTo>
                  <a:pt x="15120" y="8452"/>
                  <a:pt x="15316" y="8640"/>
                  <a:pt x="15316" y="8640"/>
                </a:cubicBezTo>
                <a:cubicBezTo>
                  <a:pt x="15512" y="8828"/>
                  <a:pt x="15709" y="9016"/>
                  <a:pt x="15709" y="9203"/>
                </a:cubicBezTo>
                <a:cubicBezTo>
                  <a:pt x="15905" y="9391"/>
                  <a:pt x="15905" y="9391"/>
                  <a:pt x="16101" y="9579"/>
                </a:cubicBezTo>
                <a:cubicBezTo>
                  <a:pt x="16298" y="9767"/>
                  <a:pt x="16494" y="9955"/>
                  <a:pt x="16691" y="10142"/>
                </a:cubicBezTo>
                <a:cubicBezTo>
                  <a:pt x="16887" y="10330"/>
                  <a:pt x="16887" y="10330"/>
                  <a:pt x="17083" y="10518"/>
                </a:cubicBezTo>
                <a:cubicBezTo>
                  <a:pt x="17280" y="10518"/>
                  <a:pt x="17672" y="10518"/>
                  <a:pt x="17869" y="10518"/>
                </a:cubicBezTo>
                <a:cubicBezTo>
                  <a:pt x="18065" y="10330"/>
                  <a:pt x="18261" y="10142"/>
                  <a:pt x="18458" y="9955"/>
                </a:cubicBezTo>
                <a:cubicBezTo>
                  <a:pt x="18458" y="9955"/>
                  <a:pt x="18458" y="9767"/>
                  <a:pt x="18458" y="9767"/>
                </a:cubicBezTo>
                <a:cubicBezTo>
                  <a:pt x="18458" y="9767"/>
                  <a:pt x="18654" y="9767"/>
                  <a:pt x="18654" y="9767"/>
                </a:cubicBezTo>
                <a:cubicBezTo>
                  <a:pt x="18851" y="9767"/>
                  <a:pt x="19243" y="9579"/>
                  <a:pt x="19440" y="9203"/>
                </a:cubicBezTo>
                <a:cubicBezTo>
                  <a:pt x="19636" y="9016"/>
                  <a:pt x="19636" y="8828"/>
                  <a:pt x="19832" y="8452"/>
                </a:cubicBezTo>
                <a:cubicBezTo>
                  <a:pt x="19832" y="8452"/>
                  <a:pt x="19832" y="8264"/>
                  <a:pt x="20029" y="8264"/>
                </a:cubicBezTo>
                <a:cubicBezTo>
                  <a:pt x="20029" y="8076"/>
                  <a:pt x="20225" y="7889"/>
                  <a:pt x="20225" y="7701"/>
                </a:cubicBezTo>
                <a:cubicBezTo>
                  <a:pt x="20421" y="7325"/>
                  <a:pt x="20421" y="6949"/>
                  <a:pt x="20618" y="6574"/>
                </a:cubicBezTo>
                <a:cubicBezTo>
                  <a:pt x="21010" y="5447"/>
                  <a:pt x="21207" y="4320"/>
                  <a:pt x="21207" y="3005"/>
                </a:cubicBezTo>
                <a:cubicBezTo>
                  <a:pt x="21207" y="2629"/>
                  <a:pt x="21207" y="2442"/>
                  <a:pt x="21207" y="2066"/>
                </a:cubicBezTo>
                <a:cubicBezTo>
                  <a:pt x="21600" y="1691"/>
                  <a:pt x="21600" y="1503"/>
                  <a:pt x="21600" y="1315"/>
                </a:cubicBezTo>
                <a:close/>
                <a:moveTo>
                  <a:pt x="19243" y="1691"/>
                </a:moveTo>
                <a:cubicBezTo>
                  <a:pt x="19243" y="1691"/>
                  <a:pt x="19243" y="1691"/>
                  <a:pt x="19243" y="1691"/>
                </a:cubicBezTo>
                <a:cubicBezTo>
                  <a:pt x="19243" y="1691"/>
                  <a:pt x="19243" y="1691"/>
                  <a:pt x="19243" y="1691"/>
                </a:cubicBezTo>
                <a:cubicBezTo>
                  <a:pt x="19243" y="1691"/>
                  <a:pt x="19243" y="1691"/>
                  <a:pt x="19243" y="1691"/>
                </a:cubicBezTo>
                <a:close/>
                <a:moveTo>
                  <a:pt x="19243" y="1878"/>
                </a:moveTo>
                <a:cubicBezTo>
                  <a:pt x="19243" y="1878"/>
                  <a:pt x="19243" y="1878"/>
                  <a:pt x="19243" y="1878"/>
                </a:cubicBezTo>
                <a:cubicBezTo>
                  <a:pt x="19243" y="1878"/>
                  <a:pt x="19243" y="1878"/>
                  <a:pt x="19243" y="1878"/>
                </a:cubicBezTo>
                <a:cubicBezTo>
                  <a:pt x="19243" y="1878"/>
                  <a:pt x="19243" y="1878"/>
                  <a:pt x="19243" y="1878"/>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2" name="Google Shape;252;ge5669b8a30_1_246"/>
          <p:cNvSpPr txBox="1"/>
          <p:nvPr/>
        </p:nvSpPr>
        <p:spPr>
          <a:xfrm>
            <a:off x="8889628" y="3518225"/>
            <a:ext cx="1578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Generalisasi</a:t>
            </a:r>
            <a:endParaRPr b="0" i="0" sz="1600" u="none" cap="none" strike="noStrike">
              <a:solidFill>
                <a:srgbClr val="000000"/>
              </a:solidFill>
              <a:latin typeface="Arial"/>
              <a:ea typeface="Arial"/>
              <a:cs typeface="Arial"/>
              <a:sym typeface="Arial"/>
            </a:endParaRPr>
          </a:p>
        </p:txBody>
      </p:sp>
      <p:sp>
        <p:nvSpPr>
          <p:cNvPr id="253" name="Google Shape;253;ge5669b8a30_1_246"/>
          <p:cNvSpPr/>
          <p:nvPr/>
        </p:nvSpPr>
        <p:spPr>
          <a:xfrm>
            <a:off x="8601081" y="3257397"/>
            <a:ext cx="2600215" cy="916006"/>
          </a:xfrm>
          <a:custGeom>
            <a:rect b="b" l="l" r="r" t="t"/>
            <a:pathLst>
              <a:path extrusionOk="0" h="21150" w="21264">
                <a:moveTo>
                  <a:pt x="17854" y="16822"/>
                </a:moveTo>
                <a:cubicBezTo>
                  <a:pt x="15576" y="17125"/>
                  <a:pt x="13258" y="17255"/>
                  <a:pt x="10960" y="17775"/>
                </a:cubicBezTo>
                <a:cubicBezTo>
                  <a:pt x="8427" y="18381"/>
                  <a:pt x="5915" y="19290"/>
                  <a:pt x="3383" y="20112"/>
                </a:cubicBezTo>
                <a:cubicBezTo>
                  <a:pt x="2623" y="20372"/>
                  <a:pt x="1864" y="20762"/>
                  <a:pt x="1104" y="21108"/>
                </a:cubicBezTo>
                <a:cubicBezTo>
                  <a:pt x="676" y="21281"/>
                  <a:pt x="422" y="20935"/>
                  <a:pt x="422" y="19939"/>
                </a:cubicBezTo>
                <a:cubicBezTo>
                  <a:pt x="442" y="17126"/>
                  <a:pt x="520" y="14355"/>
                  <a:pt x="461" y="11542"/>
                </a:cubicBezTo>
                <a:cubicBezTo>
                  <a:pt x="422" y="9464"/>
                  <a:pt x="208" y="7343"/>
                  <a:pt x="33" y="5265"/>
                </a:cubicBezTo>
                <a:cubicBezTo>
                  <a:pt x="-45" y="4269"/>
                  <a:pt x="-26" y="3837"/>
                  <a:pt x="539" y="3837"/>
                </a:cubicBezTo>
                <a:cubicBezTo>
                  <a:pt x="2954" y="3793"/>
                  <a:pt x="5389" y="3707"/>
                  <a:pt x="7804" y="3317"/>
                </a:cubicBezTo>
                <a:cubicBezTo>
                  <a:pt x="9927" y="2971"/>
                  <a:pt x="12031" y="2278"/>
                  <a:pt x="14134" y="1672"/>
                </a:cubicBezTo>
                <a:cubicBezTo>
                  <a:pt x="15653" y="1239"/>
                  <a:pt x="17173" y="850"/>
                  <a:pt x="18692" y="244"/>
                </a:cubicBezTo>
                <a:cubicBezTo>
                  <a:pt x="19237" y="27"/>
                  <a:pt x="19705" y="-319"/>
                  <a:pt x="20133" y="633"/>
                </a:cubicBezTo>
                <a:cubicBezTo>
                  <a:pt x="20231" y="850"/>
                  <a:pt x="20328" y="1239"/>
                  <a:pt x="20308" y="1542"/>
                </a:cubicBezTo>
                <a:cubicBezTo>
                  <a:pt x="20172" y="5958"/>
                  <a:pt x="20737" y="10113"/>
                  <a:pt x="21049" y="14398"/>
                </a:cubicBezTo>
                <a:cubicBezTo>
                  <a:pt x="21107" y="15178"/>
                  <a:pt x="21555" y="16433"/>
                  <a:pt x="20951" y="17212"/>
                </a:cubicBezTo>
                <a:cubicBezTo>
                  <a:pt x="20834" y="17342"/>
                  <a:pt x="20679" y="17428"/>
                  <a:pt x="20542" y="17385"/>
                </a:cubicBezTo>
                <a:cubicBezTo>
                  <a:pt x="19705" y="17255"/>
                  <a:pt x="18809" y="17039"/>
                  <a:pt x="17854" y="16822"/>
                </a:cubicBezTo>
                <a:close/>
                <a:moveTo>
                  <a:pt x="19413" y="2105"/>
                </a:moveTo>
                <a:cubicBezTo>
                  <a:pt x="13277" y="4010"/>
                  <a:pt x="7103" y="6087"/>
                  <a:pt x="734" y="5178"/>
                </a:cubicBezTo>
                <a:cubicBezTo>
                  <a:pt x="1649" y="9767"/>
                  <a:pt x="1552" y="14442"/>
                  <a:pt x="1124" y="19073"/>
                </a:cubicBezTo>
                <a:cubicBezTo>
                  <a:pt x="7512" y="16303"/>
                  <a:pt x="13959" y="14528"/>
                  <a:pt x="20386" y="15091"/>
                </a:cubicBezTo>
                <a:cubicBezTo>
                  <a:pt x="20133" y="12883"/>
                  <a:pt x="19841" y="10806"/>
                  <a:pt x="19685" y="8685"/>
                </a:cubicBezTo>
                <a:cubicBezTo>
                  <a:pt x="19529" y="6520"/>
                  <a:pt x="19510" y="4313"/>
                  <a:pt x="19413" y="210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4" name="Google Shape;254;ge5669b8a30_1_246"/>
          <p:cNvSpPr/>
          <p:nvPr/>
        </p:nvSpPr>
        <p:spPr>
          <a:xfrm>
            <a:off x="8601081" y="4244862"/>
            <a:ext cx="2600215" cy="917593"/>
          </a:xfrm>
          <a:custGeom>
            <a:rect b="b" l="l" r="r" t="t"/>
            <a:pathLst>
              <a:path extrusionOk="0" h="21150" w="21264">
                <a:moveTo>
                  <a:pt x="17854" y="16822"/>
                </a:moveTo>
                <a:cubicBezTo>
                  <a:pt x="15576" y="17125"/>
                  <a:pt x="13258" y="17255"/>
                  <a:pt x="10960" y="17775"/>
                </a:cubicBezTo>
                <a:cubicBezTo>
                  <a:pt x="8427" y="18381"/>
                  <a:pt x="5915" y="19290"/>
                  <a:pt x="3383" y="20112"/>
                </a:cubicBezTo>
                <a:cubicBezTo>
                  <a:pt x="2623" y="20372"/>
                  <a:pt x="1864" y="20762"/>
                  <a:pt x="1104" y="21108"/>
                </a:cubicBezTo>
                <a:cubicBezTo>
                  <a:pt x="676" y="21281"/>
                  <a:pt x="422" y="20935"/>
                  <a:pt x="422" y="19939"/>
                </a:cubicBezTo>
                <a:cubicBezTo>
                  <a:pt x="442" y="17126"/>
                  <a:pt x="520" y="14355"/>
                  <a:pt x="461" y="11542"/>
                </a:cubicBezTo>
                <a:cubicBezTo>
                  <a:pt x="422" y="9464"/>
                  <a:pt x="208" y="7343"/>
                  <a:pt x="33" y="5265"/>
                </a:cubicBezTo>
                <a:cubicBezTo>
                  <a:pt x="-45" y="4269"/>
                  <a:pt x="-26" y="3837"/>
                  <a:pt x="539" y="3837"/>
                </a:cubicBezTo>
                <a:cubicBezTo>
                  <a:pt x="2954" y="3793"/>
                  <a:pt x="5389" y="3707"/>
                  <a:pt x="7804" y="3317"/>
                </a:cubicBezTo>
                <a:cubicBezTo>
                  <a:pt x="9927" y="2971"/>
                  <a:pt x="12031" y="2278"/>
                  <a:pt x="14134" y="1672"/>
                </a:cubicBezTo>
                <a:cubicBezTo>
                  <a:pt x="15653" y="1239"/>
                  <a:pt x="17173" y="850"/>
                  <a:pt x="18692" y="244"/>
                </a:cubicBezTo>
                <a:cubicBezTo>
                  <a:pt x="19237" y="27"/>
                  <a:pt x="19705" y="-319"/>
                  <a:pt x="20133" y="633"/>
                </a:cubicBezTo>
                <a:cubicBezTo>
                  <a:pt x="20231" y="850"/>
                  <a:pt x="20328" y="1239"/>
                  <a:pt x="20308" y="1542"/>
                </a:cubicBezTo>
                <a:cubicBezTo>
                  <a:pt x="20172" y="5958"/>
                  <a:pt x="20737" y="10113"/>
                  <a:pt x="21049" y="14398"/>
                </a:cubicBezTo>
                <a:cubicBezTo>
                  <a:pt x="21107" y="15178"/>
                  <a:pt x="21555" y="16433"/>
                  <a:pt x="20951" y="17212"/>
                </a:cubicBezTo>
                <a:cubicBezTo>
                  <a:pt x="20834" y="17342"/>
                  <a:pt x="20679" y="17428"/>
                  <a:pt x="20542" y="17385"/>
                </a:cubicBezTo>
                <a:cubicBezTo>
                  <a:pt x="19705" y="17255"/>
                  <a:pt x="18809" y="17039"/>
                  <a:pt x="17854" y="16822"/>
                </a:cubicBezTo>
                <a:close/>
                <a:moveTo>
                  <a:pt x="19413" y="2105"/>
                </a:moveTo>
                <a:cubicBezTo>
                  <a:pt x="13277" y="4010"/>
                  <a:pt x="7103" y="6087"/>
                  <a:pt x="734" y="5178"/>
                </a:cubicBezTo>
                <a:cubicBezTo>
                  <a:pt x="1649" y="9767"/>
                  <a:pt x="1552" y="14442"/>
                  <a:pt x="1124" y="19073"/>
                </a:cubicBezTo>
                <a:cubicBezTo>
                  <a:pt x="7512" y="16303"/>
                  <a:pt x="13959" y="14528"/>
                  <a:pt x="20386" y="15091"/>
                </a:cubicBezTo>
                <a:cubicBezTo>
                  <a:pt x="20133" y="12883"/>
                  <a:pt x="19841" y="10806"/>
                  <a:pt x="19685" y="8685"/>
                </a:cubicBezTo>
                <a:cubicBezTo>
                  <a:pt x="19529" y="6520"/>
                  <a:pt x="19510" y="4313"/>
                  <a:pt x="19413" y="210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5" name="Google Shape;255;ge5669b8a30_1_246"/>
          <p:cNvSpPr/>
          <p:nvPr/>
        </p:nvSpPr>
        <p:spPr>
          <a:xfrm>
            <a:off x="8601081" y="5233915"/>
            <a:ext cx="2600215" cy="916007"/>
          </a:xfrm>
          <a:custGeom>
            <a:rect b="b" l="l" r="r" t="t"/>
            <a:pathLst>
              <a:path extrusionOk="0" h="21150" w="21264">
                <a:moveTo>
                  <a:pt x="17854" y="16822"/>
                </a:moveTo>
                <a:cubicBezTo>
                  <a:pt x="15576" y="17125"/>
                  <a:pt x="13258" y="17255"/>
                  <a:pt x="10960" y="17775"/>
                </a:cubicBezTo>
                <a:cubicBezTo>
                  <a:pt x="8427" y="18381"/>
                  <a:pt x="5915" y="19290"/>
                  <a:pt x="3383" y="20112"/>
                </a:cubicBezTo>
                <a:cubicBezTo>
                  <a:pt x="2623" y="20372"/>
                  <a:pt x="1864" y="20762"/>
                  <a:pt x="1104" y="21108"/>
                </a:cubicBezTo>
                <a:cubicBezTo>
                  <a:pt x="676" y="21281"/>
                  <a:pt x="422" y="20935"/>
                  <a:pt x="422" y="19939"/>
                </a:cubicBezTo>
                <a:cubicBezTo>
                  <a:pt x="442" y="17126"/>
                  <a:pt x="520" y="14355"/>
                  <a:pt x="461" y="11542"/>
                </a:cubicBezTo>
                <a:cubicBezTo>
                  <a:pt x="422" y="9464"/>
                  <a:pt x="208" y="7343"/>
                  <a:pt x="33" y="5265"/>
                </a:cubicBezTo>
                <a:cubicBezTo>
                  <a:pt x="-45" y="4269"/>
                  <a:pt x="-26" y="3837"/>
                  <a:pt x="539" y="3837"/>
                </a:cubicBezTo>
                <a:cubicBezTo>
                  <a:pt x="2954" y="3793"/>
                  <a:pt x="5389" y="3707"/>
                  <a:pt x="7804" y="3317"/>
                </a:cubicBezTo>
                <a:cubicBezTo>
                  <a:pt x="9927" y="2971"/>
                  <a:pt x="12031" y="2278"/>
                  <a:pt x="14134" y="1672"/>
                </a:cubicBezTo>
                <a:cubicBezTo>
                  <a:pt x="15653" y="1239"/>
                  <a:pt x="17173" y="850"/>
                  <a:pt x="18692" y="244"/>
                </a:cubicBezTo>
                <a:cubicBezTo>
                  <a:pt x="19237" y="27"/>
                  <a:pt x="19705" y="-319"/>
                  <a:pt x="20133" y="633"/>
                </a:cubicBezTo>
                <a:cubicBezTo>
                  <a:pt x="20231" y="850"/>
                  <a:pt x="20328" y="1239"/>
                  <a:pt x="20308" y="1542"/>
                </a:cubicBezTo>
                <a:cubicBezTo>
                  <a:pt x="20172" y="5958"/>
                  <a:pt x="20737" y="10113"/>
                  <a:pt x="21049" y="14398"/>
                </a:cubicBezTo>
                <a:cubicBezTo>
                  <a:pt x="21107" y="15178"/>
                  <a:pt x="21555" y="16433"/>
                  <a:pt x="20951" y="17212"/>
                </a:cubicBezTo>
                <a:cubicBezTo>
                  <a:pt x="20834" y="17342"/>
                  <a:pt x="20679" y="17428"/>
                  <a:pt x="20542" y="17385"/>
                </a:cubicBezTo>
                <a:cubicBezTo>
                  <a:pt x="19705" y="17255"/>
                  <a:pt x="18809" y="17039"/>
                  <a:pt x="17854" y="16822"/>
                </a:cubicBezTo>
                <a:close/>
                <a:moveTo>
                  <a:pt x="19413" y="2105"/>
                </a:moveTo>
                <a:cubicBezTo>
                  <a:pt x="13277" y="4010"/>
                  <a:pt x="7103" y="6087"/>
                  <a:pt x="734" y="5178"/>
                </a:cubicBezTo>
                <a:cubicBezTo>
                  <a:pt x="1649" y="9767"/>
                  <a:pt x="1552" y="14442"/>
                  <a:pt x="1124" y="19073"/>
                </a:cubicBezTo>
                <a:cubicBezTo>
                  <a:pt x="7512" y="16303"/>
                  <a:pt x="13959" y="14528"/>
                  <a:pt x="20386" y="15091"/>
                </a:cubicBezTo>
                <a:cubicBezTo>
                  <a:pt x="20133" y="12883"/>
                  <a:pt x="19841" y="10806"/>
                  <a:pt x="19685" y="8685"/>
                </a:cubicBezTo>
                <a:cubicBezTo>
                  <a:pt x="19529" y="6520"/>
                  <a:pt x="19510" y="4313"/>
                  <a:pt x="19413" y="210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6" name="Google Shape;256;ge5669b8a30_1_246"/>
          <p:cNvSpPr txBox="1"/>
          <p:nvPr/>
        </p:nvSpPr>
        <p:spPr>
          <a:xfrm>
            <a:off x="8889629" y="4520675"/>
            <a:ext cx="1148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Analogi</a:t>
            </a:r>
            <a:endParaRPr b="0" i="0" sz="1600" u="none" cap="none" strike="noStrike">
              <a:solidFill>
                <a:srgbClr val="000000"/>
              </a:solidFill>
              <a:latin typeface="Arial"/>
              <a:ea typeface="Arial"/>
              <a:cs typeface="Arial"/>
              <a:sym typeface="Arial"/>
            </a:endParaRPr>
          </a:p>
        </p:txBody>
      </p:sp>
      <p:sp>
        <p:nvSpPr>
          <p:cNvPr id="257" name="Google Shape;257;ge5669b8a30_1_246"/>
          <p:cNvSpPr txBox="1"/>
          <p:nvPr/>
        </p:nvSpPr>
        <p:spPr>
          <a:xfrm>
            <a:off x="8895736" y="5487993"/>
            <a:ext cx="2821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Hubungan kausal</a:t>
            </a:r>
            <a:endParaRPr b="0" i="0" sz="1600" u="none" cap="none" strike="noStrike">
              <a:solidFill>
                <a:srgbClr val="000000"/>
              </a:solidFill>
              <a:latin typeface="Arial"/>
              <a:ea typeface="Arial"/>
              <a:cs typeface="Arial"/>
              <a:sym typeface="Arial"/>
            </a:endParaRPr>
          </a:p>
        </p:txBody>
      </p:sp>
      <p:sp>
        <p:nvSpPr>
          <p:cNvPr id="258" name="Google Shape;258;ge5669b8a30_1_246"/>
          <p:cNvSpPr/>
          <p:nvPr/>
        </p:nvSpPr>
        <p:spPr>
          <a:xfrm>
            <a:off x="6337051" y="3950125"/>
            <a:ext cx="1523778" cy="1676825"/>
          </a:xfrm>
          <a:custGeom>
            <a:rect b="b" l="l" r="r" t="t"/>
            <a:pathLst>
              <a:path extrusionOk="0" h="21150" w="21264">
                <a:moveTo>
                  <a:pt x="17854" y="16822"/>
                </a:moveTo>
                <a:cubicBezTo>
                  <a:pt x="15576" y="17125"/>
                  <a:pt x="13258" y="17255"/>
                  <a:pt x="10960" y="17775"/>
                </a:cubicBezTo>
                <a:cubicBezTo>
                  <a:pt x="8427" y="18381"/>
                  <a:pt x="5915" y="19290"/>
                  <a:pt x="3383" y="20112"/>
                </a:cubicBezTo>
                <a:cubicBezTo>
                  <a:pt x="2623" y="20372"/>
                  <a:pt x="1864" y="20762"/>
                  <a:pt x="1104" y="21108"/>
                </a:cubicBezTo>
                <a:cubicBezTo>
                  <a:pt x="676" y="21281"/>
                  <a:pt x="422" y="20935"/>
                  <a:pt x="422" y="19939"/>
                </a:cubicBezTo>
                <a:cubicBezTo>
                  <a:pt x="442" y="17126"/>
                  <a:pt x="520" y="14355"/>
                  <a:pt x="461" y="11542"/>
                </a:cubicBezTo>
                <a:cubicBezTo>
                  <a:pt x="422" y="9464"/>
                  <a:pt x="208" y="7343"/>
                  <a:pt x="33" y="5265"/>
                </a:cubicBezTo>
                <a:cubicBezTo>
                  <a:pt x="-45" y="4269"/>
                  <a:pt x="-26" y="3837"/>
                  <a:pt x="539" y="3837"/>
                </a:cubicBezTo>
                <a:cubicBezTo>
                  <a:pt x="2954" y="3793"/>
                  <a:pt x="5389" y="3707"/>
                  <a:pt x="7804" y="3317"/>
                </a:cubicBezTo>
                <a:cubicBezTo>
                  <a:pt x="9927" y="2971"/>
                  <a:pt x="12031" y="2278"/>
                  <a:pt x="14134" y="1672"/>
                </a:cubicBezTo>
                <a:cubicBezTo>
                  <a:pt x="15653" y="1239"/>
                  <a:pt x="17173" y="850"/>
                  <a:pt x="18692" y="244"/>
                </a:cubicBezTo>
                <a:cubicBezTo>
                  <a:pt x="19237" y="27"/>
                  <a:pt x="19705" y="-319"/>
                  <a:pt x="20133" y="633"/>
                </a:cubicBezTo>
                <a:cubicBezTo>
                  <a:pt x="20231" y="850"/>
                  <a:pt x="20328" y="1239"/>
                  <a:pt x="20308" y="1542"/>
                </a:cubicBezTo>
                <a:cubicBezTo>
                  <a:pt x="20172" y="5958"/>
                  <a:pt x="20737" y="10113"/>
                  <a:pt x="21049" y="14398"/>
                </a:cubicBezTo>
                <a:cubicBezTo>
                  <a:pt x="21107" y="15178"/>
                  <a:pt x="21555" y="16433"/>
                  <a:pt x="20951" y="17212"/>
                </a:cubicBezTo>
                <a:cubicBezTo>
                  <a:pt x="20834" y="17342"/>
                  <a:pt x="20679" y="17428"/>
                  <a:pt x="20542" y="17385"/>
                </a:cubicBezTo>
                <a:cubicBezTo>
                  <a:pt x="19705" y="17255"/>
                  <a:pt x="18809" y="17039"/>
                  <a:pt x="17854" y="16822"/>
                </a:cubicBezTo>
                <a:close/>
                <a:moveTo>
                  <a:pt x="19413" y="2105"/>
                </a:moveTo>
                <a:cubicBezTo>
                  <a:pt x="13277" y="4010"/>
                  <a:pt x="7103" y="6087"/>
                  <a:pt x="734" y="5178"/>
                </a:cubicBezTo>
                <a:cubicBezTo>
                  <a:pt x="1649" y="9767"/>
                  <a:pt x="1552" y="14442"/>
                  <a:pt x="1124" y="19073"/>
                </a:cubicBezTo>
                <a:cubicBezTo>
                  <a:pt x="7512" y="16303"/>
                  <a:pt x="13959" y="14528"/>
                  <a:pt x="20386" y="15091"/>
                </a:cubicBezTo>
                <a:cubicBezTo>
                  <a:pt x="20133" y="12883"/>
                  <a:pt x="19841" y="10806"/>
                  <a:pt x="19685" y="8685"/>
                </a:cubicBezTo>
                <a:cubicBezTo>
                  <a:pt x="19529" y="6520"/>
                  <a:pt x="19510" y="4313"/>
                  <a:pt x="19413" y="210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e5669b8a30_1_341"/>
          <p:cNvSpPr txBox="1"/>
          <p:nvPr>
            <p:ph type="title"/>
          </p:nvPr>
        </p:nvSpPr>
        <p:spPr>
          <a:xfrm>
            <a:off x="0" y="10150"/>
            <a:ext cx="12192000" cy="1325700"/>
          </a:xfrm>
          <a:prstGeom prst="rect">
            <a:avLst/>
          </a:prstGeom>
          <a:noFill/>
          <a:ln>
            <a:noFill/>
          </a:ln>
        </p:spPr>
        <p:txBody>
          <a:bodyPr anchorCtr="0" anchor="ctr" bIns="45700" lIns="91425" spcFirstLastPara="1" rIns="91425" wrap="square" tIns="45700">
            <a:normAutofit/>
          </a:bodyPr>
          <a:lstStyle/>
          <a:p>
            <a:pPr indent="457200" lvl="0" marL="0" rtl="0" algn="l">
              <a:lnSpc>
                <a:spcPct val="90000"/>
              </a:lnSpc>
              <a:spcBef>
                <a:spcPts val="0"/>
              </a:spcBef>
              <a:spcAft>
                <a:spcPts val="0"/>
              </a:spcAft>
              <a:buClr>
                <a:schemeClr val="dk1"/>
              </a:buClr>
              <a:buSzPts val="1100"/>
              <a:buFont typeface="Arial"/>
              <a:buNone/>
            </a:pPr>
            <a:r>
              <a:rPr b="1" lang="en-US">
                <a:solidFill>
                  <a:srgbClr val="3F365C"/>
                </a:solidFill>
              </a:rPr>
              <a:t>D. Analisis Isi Debat</a:t>
            </a:r>
            <a:endParaRPr b="1">
              <a:solidFill>
                <a:srgbClr val="3F365C"/>
              </a:solidFill>
            </a:endParaRPr>
          </a:p>
        </p:txBody>
      </p:sp>
      <p:grpSp>
        <p:nvGrpSpPr>
          <p:cNvPr id="264" name="Google Shape;264;ge5669b8a30_1_341"/>
          <p:cNvGrpSpPr/>
          <p:nvPr/>
        </p:nvGrpSpPr>
        <p:grpSpPr>
          <a:xfrm>
            <a:off x="2942401" y="2342580"/>
            <a:ext cx="3983626" cy="4119280"/>
            <a:chOff x="3442222" y="227469"/>
            <a:chExt cx="4355117" cy="3886847"/>
          </a:xfrm>
        </p:grpSpPr>
        <p:grpSp>
          <p:nvGrpSpPr>
            <p:cNvPr id="265" name="Google Shape;265;ge5669b8a30_1_341"/>
            <p:cNvGrpSpPr/>
            <p:nvPr/>
          </p:nvGrpSpPr>
          <p:grpSpPr>
            <a:xfrm>
              <a:off x="3442222" y="227469"/>
              <a:ext cx="4109423" cy="3886847"/>
              <a:chOff x="1657350" y="1713524"/>
              <a:chExt cx="3304191" cy="3587307"/>
            </a:xfrm>
          </p:grpSpPr>
          <p:sp>
            <p:nvSpPr>
              <p:cNvPr id="266" name="Google Shape;266;ge5669b8a30_1_341"/>
              <p:cNvSpPr/>
              <p:nvPr/>
            </p:nvSpPr>
            <p:spPr>
              <a:xfrm>
                <a:off x="3808635" y="3287378"/>
                <a:ext cx="1152906" cy="597402"/>
              </a:xfrm>
              <a:custGeom>
                <a:rect b="b" l="l" r="r" t="t"/>
                <a:pathLst>
                  <a:path extrusionOk="0" h="21600" w="21590">
                    <a:moveTo>
                      <a:pt x="13034" y="0"/>
                    </a:moveTo>
                    <a:cubicBezTo>
                      <a:pt x="12009" y="0"/>
                      <a:pt x="10984" y="45"/>
                      <a:pt x="9960" y="136"/>
                    </a:cubicBezTo>
                    <a:cubicBezTo>
                      <a:pt x="8976" y="226"/>
                      <a:pt x="7992" y="317"/>
                      <a:pt x="7009" y="408"/>
                    </a:cubicBezTo>
                    <a:cubicBezTo>
                      <a:pt x="6517" y="453"/>
                      <a:pt x="6025" y="498"/>
                      <a:pt x="5533" y="543"/>
                    </a:cubicBezTo>
                    <a:cubicBezTo>
                      <a:pt x="4959" y="589"/>
                      <a:pt x="4386" y="679"/>
                      <a:pt x="3771" y="770"/>
                    </a:cubicBezTo>
                    <a:cubicBezTo>
                      <a:pt x="3525" y="815"/>
                      <a:pt x="3279" y="860"/>
                      <a:pt x="3033" y="906"/>
                    </a:cubicBezTo>
                    <a:cubicBezTo>
                      <a:pt x="2787" y="951"/>
                      <a:pt x="2541" y="996"/>
                      <a:pt x="2295" y="1087"/>
                    </a:cubicBezTo>
                    <a:cubicBezTo>
                      <a:pt x="2213" y="1132"/>
                      <a:pt x="2090" y="1132"/>
                      <a:pt x="2008" y="1177"/>
                    </a:cubicBezTo>
                    <a:cubicBezTo>
                      <a:pt x="1844" y="1223"/>
                      <a:pt x="1680" y="1313"/>
                      <a:pt x="1476" y="1404"/>
                    </a:cubicBezTo>
                    <a:cubicBezTo>
                      <a:pt x="1271" y="1494"/>
                      <a:pt x="1107" y="1585"/>
                      <a:pt x="902" y="1721"/>
                    </a:cubicBezTo>
                    <a:cubicBezTo>
                      <a:pt x="738" y="1857"/>
                      <a:pt x="615" y="1992"/>
                      <a:pt x="451" y="2128"/>
                    </a:cubicBezTo>
                    <a:cubicBezTo>
                      <a:pt x="410" y="2219"/>
                      <a:pt x="328" y="2309"/>
                      <a:pt x="287" y="2400"/>
                    </a:cubicBezTo>
                    <a:cubicBezTo>
                      <a:pt x="287" y="2445"/>
                      <a:pt x="246" y="2445"/>
                      <a:pt x="246" y="2491"/>
                    </a:cubicBezTo>
                    <a:cubicBezTo>
                      <a:pt x="205" y="2581"/>
                      <a:pt x="164" y="2717"/>
                      <a:pt x="123" y="2808"/>
                    </a:cubicBezTo>
                    <a:cubicBezTo>
                      <a:pt x="82" y="2898"/>
                      <a:pt x="82" y="2943"/>
                      <a:pt x="82" y="3034"/>
                    </a:cubicBezTo>
                    <a:cubicBezTo>
                      <a:pt x="41" y="3215"/>
                      <a:pt x="41" y="3396"/>
                      <a:pt x="41" y="3532"/>
                    </a:cubicBezTo>
                    <a:cubicBezTo>
                      <a:pt x="41" y="3623"/>
                      <a:pt x="41" y="3713"/>
                      <a:pt x="82" y="3758"/>
                    </a:cubicBezTo>
                    <a:cubicBezTo>
                      <a:pt x="82" y="3804"/>
                      <a:pt x="82" y="3849"/>
                      <a:pt x="82" y="3940"/>
                    </a:cubicBezTo>
                    <a:cubicBezTo>
                      <a:pt x="41" y="4166"/>
                      <a:pt x="41" y="4438"/>
                      <a:pt x="41" y="4709"/>
                    </a:cubicBezTo>
                    <a:cubicBezTo>
                      <a:pt x="41" y="5253"/>
                      <a:pt x="0" y="5842"/>
                      <a:pt x="0" y="6385"/>
                    </a:cubicBezTo>
                    <a:cubicBezTo>
                      <a:pt x="0" y="6928"/>
                      <a:pt x="0" y="7517"/>
                      <a:pt x="0" y="8060"/>
                    </a:cubicBezTo>
                    <a:cubicBezTo>
                      <a:pt x="0" y="8649"/>
                      <a:pt x="0" y="9238"/>
                      <a:pt x="0" y="9826"/>
                    </a:cubicBezTo>
                    <a:cubicBezTo>
                      <a:pt x="0" y="10370"/>
                      <a:pt x="41" y="10913"/>
                      <a:pt x="82" y="11502"/>
                    </a:cubicBezTo>
                    <a:cubicBezTo>
                      <a:pt x="123" y="12091"/>
                      <a:pt x="164" y="12679"/>
                      <a:pt x="246" y="13268"/>
                    </a:cubicBezTo>
                    <a:cubicBezTo>
                      <a:pt x="369" y="14355"/>
                      <a:pt x="369" y="15442"/>
                      <a:pt x="410" y="16483"/>
                    </a:cubicBezTo>
                    <a:cubicBezTo>
                      <a:pt x="410" y="16755"/>
                      <a:pt x="451" y="17072"/>
                      <a:pt x="451" y="17343"/>
                    </a:cubicBezTo>
                    <a:cubicBezTo>
                      <a:pt x="492" y="17660"/>
                      <a:pt x="533" y="18023"/>
                      <a:pt x="574" y="18340"/>
                    </a:cubicBezTo>
                    <a:cubicBezTo>
                      <a:pt x="615" y="18475"/>
                      <a:pt x="615" y="18611"/>
                      <a:pt x="656" y="18747"/>
                    </a:cubicBezTo>
                    <a:cubicBezTo>
                      <a:pt x="697" y="18838"/>
                      <a:pt x="738" y="18974"/>
                      <a:pt x="738" y="19064"/>
                    </a:cubicBezTo>
                    <a:cubicBezTo>
                      <a:pt x="779" y="19200"/>
                      <a:pt x="820" y="19291"/>
                      <a:pt x="861" y="19426"/>
                    </a:cubicBezTo>
                    <a:cubicBezTo>
                      <a:pt x="902" y="19562"/>
                      <a:pt x="1025" y="19698"/>
                      <a:pt x="1107" y="19789"/>
                    </a:cubicBezTo>
                    <a:cubicBezTo>
                      <a:pt x="1312" y="20106"/>
                      <a:pt x="1639" y="20332"/>
                      <a:pt x="1967" y="20513"/>
                    </a:cubicBezTo>
                    <a:cubicBezTo>
                      <a:pt x="2213" y="20649"/>
                      <a:pt x="2459" y="20785"/>
                      <a:pt x="2746" y="20875"/>
                    </a:cubicBezTo>
                    <a:cubicBezTo>
                      <a:pt x="3238" y="21057"/>
                      <a:pt x="3730" y="21192"/>
                      <a:pt x="4263" y="21283"/>
                    </a:cubicBezTo>
                    <a:cubicBezTo>
                      <a:pt x="4836" y="21374"/>
                      <a:pt x="5410" y="21464"/>
                      <a:pt x="5984" y="21509"/>
                    </a:cubicBezTo>
                    <a:cubicBezTo>
                      <a:pt x="6476" y="21555"/>
                      <a:pt x="7009" y="21600"/>
                      <a:pt x="7501" y="21600"/>
                    </a:cubicBezTo>
                    <a:cubicBezTo>
                      <a:pt x="7992" y="21600"/>
                      <a:pt x="8525" y="21600"/>
                      <a:pt x="9017" y="21600"/>
                    </a:cubicBezTo>
                    <a:cubicBezTo>
                      <a:pt x="10042" y="21600"/>
                      <a:pt x="11066" y="21600"/>
                      <a:pt x="12091" y="21555"/>
                    </a:cubicBezTo>
                    <a:cubicBezTo>
                      <a:pt x="13116" y="21509"/>
                      <a:pt x="14140" y="21464"/>
                      <a:pt x="15165" y="21374"/>
                    </a:cubicBezTo>
                    <a:cubicBezTo>
                      <a:pt x="15698" y="21328"/>
                      <a:pt x="16190" y="21328"/>
                      <a:pt x="16723" y="21283"/>
                    </a:cubicBezTo>
                    <a:cubicBezTo>
                      <a:pt x="17296" y="21238"/>
                      <a:pt x="17911" y="21147"/>
                      <a:pt x="18485" y="21057"/>
                    </a:cubicBezTo>
                    <a:cubicBezTo>
                      <a:pt x="18895" y="20966"/>
                      <a:pt x="19264" y="20830"/>
                      <a:pt x="19592" y="20604"/>
                    </a:cubicBezTo>
                    <a:cubicBezTo>
                      <a:pt x="19674" y="20559"/>
                      <a:pt x="19715" y="20513"/>
                      <a:pt x="19797" y="20468"/>
                    </a:cubicBezTo>
                    <a:cubicBezTo>
                      <a:pt x="19920" y="20377"/>
                      <a:pt x="20002" y="20287"/>
                      <a:pt x="20083" y="20196"/>
                    </a:cubicBezTo>
                    <a:cubicBezTo>
                      <a:pt x="20247" y="20060"/>
                      <a:pt x="20370" y="19879"/>
                      <a:pt x="20452" y="19698"/>
                    </a:cubicBezTo>
                    <a:cubicBezTo>
                      <a:pt x="20534" y="19562"/>
                      <a:pt x="20616" y="19381"/>
                      <a:pt x="20698" y="19245"/>
                    </a:cubicBezTo>
                    <a:cubicBezTo>
                      <a:pt x="20821" y="19019"/>
                      <a:pt x="20903" y="18747"/>
                      <a:pt x="20985" y="18521"/>
                    </a:cubicBezTo>
                    <a:cubicBezTo>
                      <a:pt x="21108" y="18113"/>
                      <a:pt x="21149" y="17706"/>
                      <a:pt x="21231" y="17343"/>
                    </a:cubicBezTo>
                    <a:cubicBezTo>
                      <a:pt x="21272" y="17072"/>
                      <a:pt x="21313" y="16800"/>
                      <a:pt x="21354" y="16483"/>
                    </a:cubicBezTo>
                    <a:cubicBezTo>
                      <a:pt x="21354" y="16483"/>
                      <a:pt x="21354" y="16483"/>
                      <a:pt x="21354" y="16483"/>
                    </a:cubicBezTo>
                    <a:cubicBezTo>
                      <a:pt x="21436" y="15849"/>
                      <a:pt x="21518" y="15215"/>
                      <a:pt x="21559" y="14626"/>
                    </a:cubicBezTo>
                    <a:cubicBezTo>
                      <a:pt x="21600" y="14038"/>
                      <a:pt x="21600" y="13449"/>
                      <a:pt x="21559" y="12860"/>
                    </a:cubicBezTo>
                    <a:cubicBezTo>
                      <a:pt x="21559" y="12317"/>
                      <a:pt x="21518" y="11774"/>
                      <a:pt x="21436" y="11230"/>
                    </a:cubicBezTo>
                    <a:cubicBezTo>
                      <a:pt x="21354" y="10642"/>
                      <a:pt x="21313" y="10053"/>
                      <a:pt x="21272" y="9509"/>
                    </a:cubicBezTo>
                    <a:cubicBezTo>
                      <a:pt x="21231" y="8966"/>
                      <a:pt x="21190" y="8377"/>
                      <a:pt x="21108" y="7834"/>
                    </a:cubicBezTo>
                    <a:cubicBezTo>
                      <a:pt x="21026" y="7200"/>
                      <a:pt x="20944" y="6611"/>
                      <a:pt x="20821" y="5977"/>
                    </a:cubicBezTo>
                    <a:cubicBezTo>
                      <a:pt x="20739" y="5434"/>
                      <a:pt x="20575" y="4936"/>
                      <a:pt x="20452" y="4392"/>
                    </a:cubicBezTo>
                    <a:cubicBezTo>
                      <a:pt x="20370" y="4076"/>
                      <a:pt x="20247" y="3713"/>
                      <a:pt x="20124" y="3396"/>
                    </a:cubicBezTo>
                    <a:cubicBezTo>
                      <a:pt x="20043" y="3170"/>
                      <a:pt x="19961" y="2898"/>
                      <a:pt x="19838" y="2672"/>
                    </a:cubicBezTo>
                    <a:cubicBezTo>
                      <a:pt x="19715" y="2400"/>
                      <a:pt x="19551" y="2174"/>
                      <a:pt x="19428" y="1947"/>
                    </a:cubicBezTo>
                    <a:cubicBezTo>
                      <a:pt x="19346" y="1811"/>
                      <a:pt x="19223" y="1676"/>
                      <a:pt x="19100" y="1540"/>
                    </a:cubicBezTo>
                    <a:cubicBezTo>
                      <a:pt x="18977" y="1404"/>
                      <a:pt x="18813" y="1268"/>
                      <a:pt x="18649" y="1132"/>
                    </a:cubicBezTo>
                    <a:cubicBezTo>
                      <a:pt x="18403" y="951"/>
                      <a:pt x="18116" y="815"/>
                      <a:pt x="17829" y="679"/>
                    </a:cubicBezTo>
                    <a:cubicBezTo>
                      <a:pt x="17583" y="589"/>
                      <a:pt x="17337" y="498"/>
                      <a:pt x="17091" y="408"/>
                    </a:cubicBezTo>
                    <a:cubicBezTo>
                      <a:pt x="16846" y="362"/>
                      <a:pt x="16600" y="317"/>
                      <a:pt x="16354" y="272"/>
                    </a:cubicBezTo>
                    <a:cubicBezTo>
                      <a:pt x="16026" y="226"/>
                      <a:pt x="15698" y="181"/>
                      <a:pt x="15411" y="181"/>
                    </a:cubicBezTo>
                    <a:cubicBezTo>
                      <a:pt x="15165" y="181"/>
                      <a:pt x="14919" y="136"/>
                      <a:pt x="14714" y="136"/>
                    </a:cubicBezTo>
                    <a:cubicBezTo>
                      <a:pt x="14591" y="136"/>
                      <a:pt x="14509" y="136"/>
                      <a:pt x="14386" y="136"/>
                    </a:cubicBezTo>
                    <a:cubicBezTo>
                      <a:pt x="13854" y="0"/>
                      <a:pt x="13444" y="0"/>
                      <a:pt x="13034" y="0"/>
                    </a:cubicBezTo>
                    <a:lnTo>
                      <a:pt x="13034" y="0"/>
                    </a:lnTo>
                    <a:lnTo>
                      <a:pt x="13034" y="0"/>
                    </a:lnTo>
                    <a:close/>
                    <a:moveTo>
                      <a:pt x="7173" y="1494"/>
                    </a:moveTo>
                    <a:cubicBezTo>
                      <a:pt x="8197" y="1404"/>
                      <a:pt x="9263" y="1268"/>
                      <a:pt x="10288" y="1177"/>
                    </a:cubicBezTo>
                    <a:cubicBezTo>
                      <a:pt x="11271" y="1087"/>
                      <a:pt x="12255" y="1042"/>
                      <a:pt x="13239" y="1042"/>
                    </a:cubicBezTo>
                    <a:cubicBezTo>
                      <a:pt x="14263" y="1042"/>
                      <a:pt x="15288" y="996"/>
                      <a:pt x="16313" y="1132"/>
                    </a:cubicBezTo>
                    <a:cubicBezTo>
                      <a:pt x="16559" y="1177"/>
                      <a:pt x="16805" y="1223"/>
                      <a:pt x="17050" y="1268"/>
                    </a:cubicBezTo>
                    <a:cubicBezTo>
                      <a:pt x="17214" y="1313"/>
                      <a:pt x="17378" y="1358"/>
                      <a:pt x="17542" y="1449"/>
                    </a:cubicBezTo>
                    <a:cubicBezTo>
                      <a:pt x="17665" y="1494"/>
                      <a:pt x="17747" y="1540"/>
                      <a:pt x="17829" y="1585"/>
                    </a:cubicBezTo>
                    <a:cubicBezTo>
                      <a:pt x="17993" y="1675"/>
                      <a:pt x="18157" y="1766"/>
                      <a:pt x="18280" y="1902"/>
                    </a:cubicBezTo>
                    <a:cubicBezTo>
                      <a:pt x="18362" y="1992"/>
                      <a:pt x="18444" y="2083"/>
                      <a:pt x="18485" y="2128"/>
                    </a:cubicBezTo>
                    <a:cubicBezTo>
                      <a:pt x="18567" y="2309"/>
                      <a:pt x="18690" y="2445"/>
                      <a:pt x="18772" y="2626"/>
                    </a:cubicBezTo>
                    <a:cubicBezTo>
                      <a:pt x="18854" y="2808"/>
                      <a:pt x="18936" y="3034"/>
                      <a:pt x="19018" y="3215"/>
                    </a:cubicBezTo>
                    <a:cubicBezTo>
                      <a:pt x="19264" y="3894"/>
                      <a:pt x="19428" y="4574"/>
                      <a:pt x="19592" y="5298"/>
                    </a:cubicBezTo>
                    <a:cubicBezTo>
                      <a:pt x="19756" y="5977"/>
                      <a:pt x="19838" y="6702"/>
                      <a:pt x="19920" y="7426"/>
                    </a:cubicBezTo>
                    <a:cubicBezTo>
                      <a:pt x="19961" y="8015"/>
                      <a:pt x="20002" y="8558"/>
                      <a:pt x="20043" y="9147"/>
                    </a:cubicBezTo>
                    <a:cubicBezTo>
                      <a:pt x="20084" y="9781"/>
                      <a:pt x="20165" y="10415"/>
                      <a:pt x="20206" y="11049"/>
                    </a:cubicBezTo>
                    <a:cubicBezTo>
                      <a:pt x="20329" y="12272"/>
                      <a:pt x="20370" y="13494"/>
                      <a:pt x="20329" y="14717"/>
                    </a:cubicBezTo>
                    <a:cubicBezTo>
                      <a:pt x="20288" y="15577"/>
                      <a:pt x="20206" y="16392"/>
                      <a:pt x="20084" y="17253"/>
                    </a:cubicBezTo>
                    <a:cubicBezTo>
                      <a:pt x="20043" y="17751"/>
                      <a:pt x="19920" y="18249"/>
                      <a:pt x="19797" y="18702"/>
                    </a:cubicBezTo>
                    <a:cubicBezTo>
                      <a:pt x="19715" y="18883"/>
                      <a:pt x="19633" y="19109"/>
                      <a:pt x="19551" y="19245"/>
                    </a:cubicBezTo>
                    <a:cubicBezTo>
                      <a:pt x="19510" y="19290"/>
                      <a:pt x="19428" y="19381"/>
                      <a:pt x="19387" y="19426"/>
                    </a:cubicBezTo>
                    <a:cubicBezTo>
                      <a:pt x="19305" y="19472"/>
                      <a:pt x="19264" y="19517"/>
                      <a:pt x="19182" y="19562"/>
                    </a:cubicBezTo>
                    <a:cubicBezTo>
                      <a:pt x="18977" y="19653"/>
                      <a:pt x="18772" y="19698"/>
                      <a:pt x="18567" y="19743"/>
                    </a:cubicBezTo>
                    <a:cubicBezTo>
                      <a:pt x="18403" y="19789"/>
                      <a:pt x="18198" y="19834"/>
                      <a:pt x="18034" y="19834"/>
                    </a:cubicBezTo>
                    <a:cubicBezTo>
                      <a:pt x="17010" y="19970"/>
                      <a:pt x="16026" y="20015"/>
                      <a:pt x="15001" y="20060"/>
                    </a:cubicBezTo>
                    <a:cubicBezTo>
                      <a:pt x="13895" y="20106"/>
                      <a:pt x="12829" y="20196"/>
                      <a:pt x="11722" y="20287"/>
                    </a:cubicBezTo>
                    <a:cubicBezTo>
                      <a:pt x="11189" y="20332"/>
                      <a:pt x="10657" y="20332"/>
                      <a:pt x="10124" y="20332"/>
                    </a:cubicBezTo>
                    <a:cubicBezTo>
                      <a:pt x="9591" y="20332"/>
                      <a:pt x="9058" y="20332"/>
                      <a:pt x="8484" y="20377"/>
                    </a:cubicBezTo>
                    <a:cubicBezTo>
                      <a:pt x="7951" y="20377"/>
                      <a:pt x="7419" y="20377"/>
                      <a:pt x="6886" y="20332"/>
                    </a:cubicBezTo>
                    <a:cubicBezTo>
                      <a:pt x="6353" y="20332"/>
                      <a:pt x="5861" y="20241"/>
                      <a:pt x="5328" y="20196"/>
                    </a:cubicBezTo>
                    <a:cubicBezTo>
                      <a:pt x="5205" y="20196"/>
                      <a:pt x="5041" y="20151"/>
                      <a:pt x="4918" y="20151"/>
                    </a:cubicBezTo>
                    <a:cubicBezTo>
                      <a:pt x="4754" y="20106"/>
                      <a:pt x="4591" y="20106"/>
                      <a:pt x="4468" y="20060"/>
                    </a:cubicBezTo>
                    <a:cubicBezTo>
                      <a:pt x="4304" y="20015"/>
                      <a:pt x="4140" y="19970"/>
                      <a:pt x="3976" y="19924"/>
                    </a:cubicBezTo>
                    <a:cubicBezTo>
                      <a:pt x="3812" y="19879"/>
                      <a:pt x="3648" y="19834"/>
                      <a:pt x="3484" y="19789"/>
                    </a:cubicBezTo>
                    <a:cubicBezTo>
                      <a:pt x="3402" y="19743"/>
                      <a:pt x="3320" y="19743"/>
                      <a:pt x="3279" y="19698"/>
                    </a:cubicBezTo>
                    <a:cubicBezTo>
                      <a:pt x="3197" y="19653"/>
                      <a:pt x="3115" y="19607"/>
                      <a:pt x="3033" y="19607"/>
                    </a:cubicBezTo>
                    <a:cubicBezTo>
                      <a:pt x="2869" y="19517"/>
                      <a:pt x="2746" y="19426"/>
                      <a:pt x="2582" y="19336"/>
                    </a:cubicBezTo>
                    <a:cubicBezTo>
                      <a:pt x="2541" y="19291"/>
                      <a:pt x="2500" y="19245"/>
                      <a:pt x="2459" y="19200"/>
                    </a:cubicBezTo>
                    <a:cubicBezTo>
                      <a:pt x="2418" y="19155"/>
                      <a:pt x="2377" y="19064"/>
                      <a:pt x="2377" y="19019"/>
                    </a:cubicBezTo>
                    <a:cubicBezTo>
                      <a:pt x="2213" y="18566"/>
                      <a:pt x="2172" y="18068"/>
                      <a:pt x="2090" y="17570"/>
                    </a:cubicBezTo>
                    <a:cubicBezTo>
                      <a:pt x="2049" y="17026"/>
                      <a:pt x="1967" y="16438"/>
                      <a:pt x="1926" y="15894"/>
                    </a:cubicBezTo>
                    <a:cubicBezTo>
                      <a:pt x="1885" y="15215"/>
                      <a:pt x="1844" y="14581"/>
                      <a:pt x="1762" y="13902"/>
                    </a:cubicBezTo>
                    <a:cubicBezTo>
                      <a:pt x="1721" y="13585"/>
                      <a:pt x="1680" y="13268"/>
                      <a:pt x="1599" y="12951"/>
                    </a:cubicBezTo>
                    <a:cubicBezTo>
                      <a:pt x="1558" y="12679"/>
                      <a:pt x="1476" y="12408"/>
                      <a:pt x="1435" y="12136"/>
                    </a:cubicBezTo>
                    <a:cubicBezTo>
                      <a:pt x="1353" y="11502"/>
                      <a:pt x="1230" y="10868"/>
                      <a:pt x="1148" y="10234"/>
                    </a:cubicBezTo>
                    <a:cubicBezTo>
                      <a:pt x="1107" y="10053"/>
                      <a:pt x="1107" y="9872"/>
                      <a:pt x="1066" y="9691"/>
                    </a:cubicBezTo>
                    <a:cubicBezTo>
                      <a:pt x="1025" y="9057"/>
                      <a:pt x="943" y="8468"/>
                      <a:pt x="902" y="7834"/>
                    </a:cubicBezTo>
                    <a:cubicBezTo>
                      <a:pt x="861" y="7245"/>
                      <a:pt x="779" y="6611"/>
                      <a:pt x="738" y="6023"/>
                    </a:cubicBezTo>
                    <a:cubicBezTo>
                      <a:pt x="656" y="5389"/>
                      <a:pt x="615" y="4800"/>
                      <a:pt x="533" y="4166"/>
                    </a:cubicBezTo>
                    <a:cubicBezTo>
                      <a:pt x="533" y="4166"/>
                      <a:pt x="533" y="4166"/>
                      <a:pt x="533" y="4121"/>
                    </a:cubicBezTo>
                    <a:cubicBezTo>
                      <a:pt x="656" y="4211"/>
                      <a:pt x="779" y="4211"/>
                      <a:pt x="902" y="4211"/>
                    </a:cubicBezTo>
                    <a:cubicBezTo>
                      <a:pt x="1230" y="4211"/>
                      <a:pt x="1517" y="3940"/>
                      <a:pt x="1640" y="3577"/>
                    </a:cubicBezTo>
                    <a:cubicBezTo>
                      <a:pt x="1680" y="3442"/>
                      <a:pt x="1680" y="3351"/>
                      <a:pt x="1721" y="3215"/>
                    </a:cubicBezTo>
                    <a:cubicBezTo>
                      <a:pt x="1762" y="3079"/>
                      <a:pt x="1762" y="2943"/>
                      <a:pt x="1762" y="2808"/>
                    </a:cubicBezTo>
                    <a:cubicBezTo>
                      <a:pt x="1762" y="2762"/>
                      <a:pt x="1762" y="2672"/>
                      <a:pt x="1762" y="2626"/>
                    </a:cubicBezTo>
                    <a:cubicBezTo>
                      <a:pt x="1762" y="2626"/>
                      <a:pt x="1762" y="2626"/>
                      <a:pt x="1762" y="2581"/>
                    </a:cubicBezTo>
                    <a:cubicBezTo>
                      <a:pt x="1762" y="2581"/>
                      <a:pt x="1762" y="2581"/>
                      <a:pt x="1762" y="2581"/>
                    </a:cubicBezTo>
                    <a:cubicBezTo>
                      <a:pt x="1885" y="2491"/>
                      <a:pt x="2049" y="2400"/>
                      <a:pt x="2172" y="2309"/>
                    </a:cubicBezTo>
                    <a:cubicBezTo>
                      <a:pt x="2500" y="2174"/>
                      <a:pt x="2828" y="2083"/>
                      <a:pt x="3156" y="1992"/>
                    </a:cubicBezTo>
                    <a:cubicBezTo>
                      <a:pt x="3484" y="1902"/>
                      <a:pt x="3812" y="1857"/>
                      <a:pt x="4181" y="1811"/>
                    </a:cubicBezTo>
                    <a:cubicBezTo>
                      <a:pt x="5205" y="1675"/>
                      <a:pt x="6189" y="1585"/>
                      <a:pt x="7173" y="1494"/>
                    </a:cubicBezTo>
                    <a:lnTo>
                      <a:pt x="7173" y="1494"/>
                    </a:lnTo>
                    <a:lnTo>
                      <a:pt x="7173" y="1494"/>
                    </a:lnTo>
                    <a:close/>
                    <a:moveTo>
                      <a:pt x="1762" y="3306"/>
                    </a:moveTo>
                    <a:cubicBezTo>
                      <a:pt x="1762" y="3351"/>
                      <a:pt x="1762" y="3351"/>
                      <a:pt x="1721" y="3396"/>
                    </a:cubicBezTo>
                    <a:cubicBezTo>
                      <a:pt x="1762" y="3351"/>
                      <a:pt x="1762" y="3351"/>
                      <a:pt x="1762" y="3306"/>
                    </a:cubicBezTo>
                    <a:lnTo>
                      <a:pt x="1762" y="3306"/>
                    </a:lnTo>
                    <a:lnTo>
                      <a:pt x="1762" y="3306"/>
                    </a:lnTo>
                    <a:close/>
                    <a:moveTo>
                      <a:pt x="1148" y="9600"/>
                    </a:moveTo>
                    <a:cubicBezTo>
                      <a:pt x="1148" y="9645"/>
                      <a:pt x="1148" y="9645"/>
                      <a:pt x="1148" y="9691"/>
                    </a:cubicBezTo>
                    <a:cubicBezTo>
                      <a:pt x="1148" y="9645"/>
                      <a:pt x="1148" y="9645"/>
                      <a:pt x="1148" y="9600"/>
                    </a:cubicBezTo>
                    <a:lnTo>
                      <a:pt x="1148" y="9600"/>
                    </a:lnTo>
                    <a:lnTo>
                      <a:pt x="1148" y="9600"/>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67" name="Google Shape;267;ge5669b8a30_1_341"/>
              <p:cNvSpPr/>
              <p:nvPr/>
            </p:nvSpPr>
            <p:spPr>
              <a:xfrm>
                <a:off x="1657350" y="2455462"/>
                <a:ext cx="1897236" cy="567864"/>
              </a:xfrm>
              <a:custGeom>
                <a:rect b="b" l="l" r="r" t="t"/>
                <a:pathLst>
                  <a:path extrusionOk="0" h="21600" w="21600">
                    <a:moveTo>
                      <a:pt x="19502" y="93"/>
                    </a:moveTo>
                    <a:cubicBezTo>
                      <a:pt x="18970" y="0"/>
                      <a:pt x="18438" y="0"/>
                      <a:pt x="17879" y="0"/>
                    </a:cubicBezTo>
                    <a:cubicBezTo>
                      <a:pt x="17375" y="0"/>
                      <a:pt x="16872" y="0"/>
                      <a:pt x="16368" y="0"/>
                    </a:cubicBezTo>
                    <a:cubicBezTo>
                      <a:pt x="15836" y="0"/>
                      <a:pt x="15277" y="0"/>
                      <a:pt x="14745" y="0"/>
                    </a:cubicBezTo>
                    <a:cubicBezTo>
                      <a:pt x="14213" y="0"/>
                      <a:pt x="13710" y="0"/>
                      <a:pt x="13178" y="0"/>
                    </a:cubicBezTo>
                    <a:cubicBezTo>
                      <a:pt x="12675" y="0"/>
                      <a:pt x="12199" y="0"/>
                      <a:pt x="11695" y="0"/>
                    </a:cubicBezTo>
                    <a:cubicBezTo>
                      <a:pt x="10660" y="0"/>
                      <a:pt x="9625" y="187"/>
                      <a:pt x="8618" y="281"/>
                    </a:cubicBezTo>
                    <a:cubicBezTo>
                      <a:pt x="7554" y="374"/>
                      <a:pt x="6519" y="374"/>
                      <a:pt x="5456" y="374"/>
                    </a:cubicBezTo>
                    <a:cubicBezTo>
                      <a:pt x="4924" y="374"/>
                      <a:pt x="4421" y="281"/>
                      <a:pt x="3889" y="281"/>
                    </a:cubicBezTo>
                    <a:cubicBezTo>
                      <a:pt x="3637" y="281"/>
                      <a:pt x="3385" y="187"/>
                      <a:pt x="3162" y="187"/>
                    </a:cubicBezTo>
                    <a:cubicBezTo>
                      <a:pt x="2910" y="187"/>
                      <a:pt x="2630" y="187"/>
                      <a:pt x="2378" y="187"/>
                    </a:cubicBezTo>
                    <a:cubicBezTo>
                      <a:pt x="2098" y="187"/>
                      <a:pt x="1819" y="281"/>
                      <a:pt x="1567" y="374"/>
                    </a:cubicBezTo>
                    <a:cubicBezTo>
                      <a:pt x="1427" y="468"/>
                      <a:pt x="1287" y="561"/>
                      <a:pt x="1147" y="748"/>
                    </a:cubicBezTo>
                    <a:cubicBezTo>
                      <a:pt x="1119" y="842"/>
                      <a:pt x="1063" y="842"/>
                      <a:pt x="1035" y="935"/>
                    </a:cubicBezTo>
                    <a:cubicBezTo>
                      <a:pt x="951" y="1029"/>
                      <a:pt x="867" y="1216"/>
                      <a:pt x="783" y="1403"/>
                    </a:cubicBezTo>
                    <a:cubicBezTo>
                      <a:pt x="699" y="1590"/>
                      <a:pt x="644" y="1870"/>
                      <a:pt x="588" y="2057"/>
                    </a:cubicBezTo>
                    <a:cubicBezTo>
                      <a:pt x="504" y="2338"/>
                      <a:pt x="476" y="2712"/>
                      <a:pt x="420" y="2992"/>
                    </a:cubicBezTo>
                    <a:cubicBezTo>
                      <a:pt x="364" y="3366"/>
                      <a:pt x="336" y="3740"/>
                      <a:pt x="308" y="4114"/>
                    </a:cubicBezTo>
                    <a:cubicBezTo>
                      <a:pt x="280" y="4395"/>
                      <a:pt x="252" y="4769"/>
                      <a:pt x="252" y="5049"/>
                    </a:cubicBezTo>
                    <a:cubicBezTo>
                      <a:pt x="224" y="5423"/>
                      <a:pt x="224" y="5891"/>
                      <a:pt x="196" y="6265"/>
                    </a:cubicBezTo>
                    <a:cubicBezTo>
                      <a:pt x="168" y="7107"/>
                      <a:pt x="140" y="8042"/>
                      <a:pt x="140" y="8883"/>
                    </a:cubicBezTo>
                    <a:cubicBezTo>
                      <a:pt x="140" y="9725"/>
                      <a:pt x="112" y="10566"/>
                      <a:pt x="112" y="11408"/>
                    </a:cubicBezTo>
                    <a:cubicBezTo>
                      <a:pt x="112" y="12249"/>
                      <a:pt x="84" y="13091"/>
                      <a:pt x="84" y="13932"/>
                    </a:cubicBezTo>
                    <a:cubicBezTo>
                      <a:pt x="84" y="14774"/>
                      <a:pt x="56" y="15616"/>
                      <a:pt x="28" y="16457"/>
                    </a:cubicBezTo>
                    <a:cubicBezTo>
                      <a:pt x="28" y="16831"/>
                      <a:pt x="0" y="17299"/>
                      <a:pt x="0" y="17673"/>
                    </a:cubicBezTo>
                    <a:cubicBezTo>
                      <a:pt x="0" y="17953"/>
                      <a:pt x="0" y="18234"/>
                      <a:pt x="28" y="18514"/>
                    </a:cubicBezTo>
                    <a:cubicBezTo>
                      <a:pt x="56" y="18888"/>
                      <a:pt x="112" y="19169"/>
                      <a:pt x="168" y="19449"/>
                    </a:cubicBezTo>
                    <a:cubicBezTo>
                      <a:pt x="196" y="19543"/>
                      <a:pt x="252" y="19730"/>
                      <a:pt x="280" y="19823"/>
                    </a:cubicBezTo>
                    <a:cubicBezTo>
                      <a:pt x="308" y="19917"/>
                      <a:pt x="336" y="20010"/>
                      <a:pt x="364" y="20010"/>
                    </a:cubicBezTo>
                    <a:cubicBezTo>
                      <a:pt x="392" y="20104"/>
                      <a:pt x="420" y="20104"/>
                      <a:pt x="448" y="20197"/>
                    </a:cubicBezTo>
                    <a:cubicBezTo>
                      <a:pt x="504" y="20291"/>
                      <a:pt x="588" y="20384"/>
                      <a:pt x="644" y="20478"/>
                    </a:cubicBezTo>
                    <a:cubicBezTo>
                      <a:pt x="895" y="20852"/>
                      <a:pt x="1147" y="20946"/>
                      <a:pt x="1399" y="21133"/>
                    </a:cubicBezTo>
                    <a:cubicBezTo>
                      <a:pt x="1539" y="21226"/>
                      <a:pt x="1651" y="21226"/>
                      <a:pt x="1791" y="21320"/>
                    </a:cubicBezTo>
                    <a:cubicBezTo>
                      <a:pt x="1903" y="21413"/>
                      <a:pt x="2042" y="21413"/>
                      <a:pt x="2154" y="21413"/>
                    </a:cubicBezTo>
                    <a:cubicBezTo>
                      <a:pt x="2266" y="21413"/>
                      <a:pt x="2378" y="21507"/>
                      <a:pt x="2490" y="21507"/>
                    </a:cubicBezTo>
                    <a:cubicBezTo>
                      <a:pt x="2630" y="21507"/>
                      <a:pt x="2770" y="21600"/>
                      <a:pt x="2882" y="21600"/>
                    </a:cubicBezTo>
                    <a:cubicBezTo>
                      <a:pt x="3050" y="21600"/>
                      <a:pt x="3190" y="21600"/>
                      <a:pt x="3358" y="21600"/>
                    </a:cubicBezTo>
                    <a:cubicBezTo>
                      <a:pt x="3581" y="21600"/>
                      <a:pt x="3833" y="21600"/>
                      <a:pt x="4057" y="21600"/>
                    </a:cubicBezTo>
                    <a:cubicBezTo>
                      <a:pt x="4617" y="21600"/>
                      <a:pt x="5148" y="21600"/>
                      <a:pt x="5708" y="21507"/>
                    </a:cubicBezTo>
                    <a:cubicBezTo>
                      <a:pt x="5932" y="21507"/>
                      <a:pt x="6183" y="21507"/>
                      <a:pt x="6407" y="21413"/>
                    </a:cubicBezTo>
                    <a:cubicBezTo>
                      <a:pt x="6687" y="21413"/>
                      <a:pt x="6967" y="21320"/>
                      <a:pt x="7275" y="21320"/>
                    </a:cubicBezTo>
                    <a:cubicBezTo>
                      <a:pt x="7778" y="21226"/>
                      <a:pt x="8282" y="21226"/>
                      <a:pt x="8813" y="21226"/>
                    </a:cubicBezTo>
                    <a:cubicBezTo>
                      <a:pt x="9317" y="21226"/>
                      <a:pt x="9821" y="21133"/>
                      <a:pt x="10324" y="21039"/>
                    </a:cubicBezTo>
                    <a:cubicBezTo>
                      <a:pt x="10856" y="21039"/>
                      <a:pt x="11388" y="20946"/>
                      <a:pt x="11919" y="20946"/>
                    </a:cubicBezTo>
                    <a:cubicBezTo>
                      <a:pt x="12171" y="20946"/>
                      <a:pt x="12395" y="20946"/>
                      <a:pt x="12647" y="20946"/>
                    </a:cubicBezTo>
                    <a:cubicBezTo>
                      <a:pt x="12926" y="20946"/>
                      <a:pt x="13206" y="20946"/>
                      <a:pt x="13458" y="20946"/>
                    </a:cubicBezTo>
                    <a:cubicBezTo>
                      <a:pt x="13962" y="20946"/>
                      <a:pt x="14493" y="20946"/>
                      <a:pt x="14997" y="20852"/>
                    </a:cubicBezTo>
                    <a:cubicBezTo>
                      <a:pt x="15501" y="20759"/>
                      <a:pt x="16032" y="20759"/>
                      <a:pt x="16536" y="20665"/>
                    </a:cubicBezTo>
                    <a:cubicBezTo>
                      <a:pt x="17039" y="20665"/>
                      <a:pt x="17571" y="20572"/>
                      <a:pt x="18075" y="20665"/>
                    </a:cubicBezTo>
                    <a:cubicBezTo>
                      <a:pt x="18326" y="20665"/>
                      <a:pt x="18578" y="20665"/>
                      <a:pt x="18830" y="20759"/>
                    </a:cubicBezTo>
                    <a:cubicBezTo>
                      <a:pt x="19110" y="20759"/>
                      <a:pt x="19390" y="20852"/>
                      <a:pt x="19641" y="20759"/>
                    </a:cubicBezTo>
                    <a:cubicBezTo>
                      <a:pt x="19753" y="20759"/>
                      <a:pt x="19865" y="20665"/>
                      <a:pt x="19977" y="20572"/>
                    </a:cubicBezTo>
                    <a:cubicBezTo>
                      <a:pt x="20089" y="20478"/>
                      <a:pt x="20173" y="20384"/>
                      <a:pt x="20285" y="20291"/>
                    </a:cubicBezTo>
                    <a:cubicBezTo>
                      <a:pt x="20369" y="20198"/>
                      <a:pt x="20481" y="19917"/>
                      <a:pt x="20565" y="19730"/>
                    </a:cubicBezTo>
                    <a:cubicBezTo>
                      <a:pt x="20593" y="19637"/>
                      <a:pt x="20649" y="19543"/>
                      <a:pt x="20677" y="19449"/>
                    </a:cubicBezTo>
                    <a:cubicBezTo>
                      <a:pt x="20761" y="19169"/>
                      <a:pt x="20845" y="18888"/>
                      <a:pt x="20929" y="18608"/>
                    </a:cubicBezTo>
                    <a:cubicBezTo>
                      <a:pt x="20984" y="18421"/>
                      <a:pt x="21012" y="18234"/>
                      <a:pt x="21040" y="18047"/>
                    </a:cubicBezTo>
                    <a:cubicBezTo>
                      <a:pt x="21124" y="17579"/>
                      <a:pt x="21180" y="17112"/>
                      <a:pt x="21264" y="16738"/>
                    </a:cubicBezTo>
                    <a:cubicBezTo>
                      <a:pt x="21320" y="16364"/>
                      <a:pt x="21348" y="15896"/>
                      <a:pt x="21404" y="15522"/>
                    </a:cubicBezTo>
                    <a:cubicBezTo>
                      <a:pt x="21460" y="14961"/>
                      <a:pt x="21488" y="14494"/>
                      <a:pt x="21516" y="13933"/>
                    </a:cubicBezTo>
                    <a:cubicBezTo>
                      <a:pt x="21544" y="13559"/>
                      <a:pt x="21544" y="13185"/>
                      <a:pt x="21572" y="12717"/>
                    </a:cubicBezTo>
                    <a:cubicBezTo>
                      <a:pt x="21600" y="12250"/>
                      <a:pt x="21600" y="11875"/>
                      <a:pt x="21600" y="11408"/>
                    </a:cubicBezTo>
                    <a:cubicBezTo>
                      <a:pt x="21600" y="10847"/>
                      <a:pt x="21600" y="10192"/>
                      <a:pt x="21600" y="9631"/>
                    </a:cubicBezTo>
                    <a:cubicBezTo>
                      <a:pt x="21600" y="9070"/>
                      <a:pt x="21600" y="8416"/>
                      <a:pt x="21600" y="7855"/>
                    </a:cubicBezTo>
                    <a:cubicBezTo>
                      <a:pt x="21600" y="7107"/>
                      <a:pt x="21572" y="6452"/>
                      <a:pt x="21544" y="5704"/>
                    </a:cubicBezTo>
                    <a:cubicBezTo>
                      <a:pt x="21516" y="5143"/>
                      <a:pt x="21516" y="4675"/>
                      <a:pt x="21488" y="4114"/>
                    </a:cubicBezTo>
                    <a:cubicBezTo>
                      <a:pt x="21488" y="3834"/>
                      <a:pt x="21488" y="3647"/>
                      <a:pt x="21488" y="3366"/>
                    </a:cubicBezTo>
                    <a:cubicBezTo>
                      <a:pt x="21488" y="3179"/>
                      <a:pt x="21488" y="3086"/>
                      <a:pt x="21488" y="2899"/>
                    </a:cubicBezTo>
                    <a:cubicBezTo>
                      <a:pt x="21488" y="2712"/>
                      <a:pt x="21488" y="2525"/>
                      <a:pt x="21460" y="2338"/>
                    </a:cubicBezTo>
                    <a:cubicBezTo>
                      <a:pt x="21432" y="2057"/>
                      <a:pt x="21404" y="1870"/>
                      <a:pt x="21376" y="1683"/>
                    </a:cubicBezTo>
                    <a:cubicBezTo>
                      <a:pt x="21376" y="1683"/>
                      <a:pt x="21376" y="1590"/>
                      <a:pt x="21348" y="1590"/>
                    </a:cubicBezTo>
                    <a:cubicBezTo>
                      <a:pt x="21292" y="1403"/>
                      <a:pt x="21236" y="1216"/>
                      <a:pt x="21180" y="1216"/>
                    </a:cubicBezTo>
                    <a:cubicBezTo>
                      <a:pt x="21124" y="1122"/>
                      <a:pt x="21068" y="1122"/>
                      <a:pt x="20984" y="1216"/>
                    </a:cubicBezTo>
                    <a:cubicBezTo>
                      <a:pt x="20956" y="1216"/>
                      <a:pt x="20929" y="1216"/>
                      <a:pt x="20929" y="1309"/>
                    </a:cubicBezTo>
                    <a:cubicBezTo>
                      <a:pt x="20901" y="1309"/>
                      <a:pt x="20901" y="1216"/>
                      <a:pt x="20873" y="1216"/>
                    </a:cubicBezTo>
                    <a:cubicBezTo>
                      <a:pt x="20817" y="1122"/>
                      <a:pt x="20761" y="1029"/>
                      <a:pt x="20705" y="935"/>
                    </a:cubicBezTo>
                    <a:cubicBezTo>
                      <a:pt x="20649" y="842"/>
                      <a:pt x="20593" y="842"/>
                      <a:pt x="20537" y="748"/>
                    </a:cubicBezTo>
                    <a:cubicBezTo>
                      <a:pt x="20453" y="655"/>
                      <a:pt x="20397" y="655"/>
                      <a:pt x="20313" y="561"/>
                    </a:cubicBezTo>
                    <a:cubicBezTo>
                      <a:pt x="20229" y="468"/>
                      <a:pt x="20173" y="468"/>
                      <a:pt x="20089" y="468"/>
                    </a:cubicBezTo>
                    <a:cubicBezTo>
                      <a:pt x="20033" y="468"/>
                      <a:pt x="19977" y="374"/>
                      <a:pt x="19921" y="374"/>
                    </a:cubicBezTo>
                    <a:cubicBezTo>
                      <a:pt x="19865" y="374"/>
                      <a:pt x="19781" y="374"/>
                      <a:pt x="19725" y="281"/>
                    </a:cubicBezTo>
                    <a:cubicBezTo>
                      <a:pt x="19669" y="187"/>
                      <a:pt x="19585" y="93"/>
                      <a:pt x="19502" y="93"/>
                    </a:cubicBezTo>
                    <a:lnTo>
                      <a:pt x="19502" y="93"/>
                    </a:lnTo>
                    <a:lnTo>
                      <a:pt x="19502" y="93"/>
                    </a:lnTo>
                    <a:close/>
                    <a:moveTo>
                      <a:pt x="3553" y="2338"/>
                    </a:moveTo>
                    <a:cubicBezTo>
                      <a:pt x="4085" y="2431"/>
                      <a:pt x="4589" y="2431"/>
                      <a:pt x="5120" y="2525"/>
                    </a:cubicBezTo>
                    <a:cubicBezTo>
                      <a:pt x="6127" y="2618"/>
                      <a:pt x="7163" y="2618"/>
                      <a:pt x="8170" y="2525"/>
                    </a:cubicBezTo>
                    <a:cubicBezTo>
                      <a:pt x="8674" y="2525"/>
                      <a:pt x="9205" y="2431"/>
                      <a:pt x="9709" y="2338"/>
                    </a:cubicBezTo>
                    <a:cubicBezTo>
                      <a:pt x="10240" y="2244"/>
                      <a:pt x="10744" y="2151"/>
                      <a:pt x="11276" y="2151"/>
                    </a:cubicBezTo>
                    <a:cubicBezTo>
                      <a:pt x="11835" y="2151"/>
                      <a:pt x="12367" y="2151"/>
                      <a:pt x="12926" y="2057"/>
                    </a:cubicBezTo>
                    <a:cubicBezTo>
                      <a:pt x="13458" y="2057"/>
                      <a:pt x="13962" y="1964"/>
                      <a:pt x="14493" y="1964"/>
                    </a:cubicBezTo>
                    <a:cubicBezTo>
                      <a:pt x="15528" y="1870"/>
                      <a:pt x="16564" y="1964"/>
                      <a:pt x="17599" y="1777"/>
                    </a:cubicBezTo>
                    <a:cubicBezTo>
                      <a:pt x="18131" y="1683"/>
                      <a:pt x="18662" y="1683"/>
                      <a:pt x="19194" y="1590"/>
                    </a:cubicBezTo>
                    <a:cubicBezTo>
                      <a:pt x="19446" y="1590"/>
                      <a:pt x="19697" y="1496"/>
                      <a:pt x="19949" y="1496"/>
                    </a:cubicBezTo>
                    <a:cubicBezTo>
                      <a:pt x="20201" y="1496"/>
                      <a:pt x="20453" y="1496"/>
                      <a:pt x="20705" y="1403"/>
                    </a:cubicBezTo>
                    <a:cubicBezTo>
                      <a:pt x="20705" y="1403"/>
                      <a:pt x="20733" y="1403"/>
                      <a:pt x="20733" y="1403"/>
                    </a:cubicBezTo>
                    <a:cubicBezTo>
                      <a:pt x="20677" y="1590"/>
                      <a:pt x="20649" y="1777"/>
                      <a:pt x="20649" y="2057"/>
                    </a:cubicBezTo>
                    <a:cubicBezTo>
                      <a:pt x="20621" y="2431"/>
                      <a:pt x="20621" y="2899"/>
                      <a:pt x="20621" y="3366"/>
                    </a:cubicBezTo>
                    <a:cubicBezTo>
                      <a:pt x="20621" y="4675"/>
                      <a:pt x="20705" y="5984"/>
                      <a:pt x="20733" y="7294"/>
                    </a:cubicBezTo>
                    <a:cubicBezTo>
                      <a:pt x="20733" y="8322"/>
                      <a:pt x="20733" y="9444"/>
                      <a:pt x="20733" y="10473"/>
                    </a:cubicBezTo>
                    <a:cubicBezTo>
                      <a:pt x="20733" y="11034"/>
                      <a:pt x="20733" y="11501"/>
                      <a:pt x="20705" y="12062"/>
                    </a:cubicBezTo>
                    <a:cubicBezTo>
                      <a:pt x="20677" y="12623"/>
                      <a:pt x="20677" y="13091"/>
                      <a:pt x="20621" y="13652"/>
                    </a:cubicBezTo>
                    <a:cubicBezTo>
                      <a:pt x="20565" y="14400"/>
                      <a:pt x="20509" y="15148"/>
                      <a:pt x="20397" y="15803"/>
                    </a:cubicBezTo>
                    <a:cubicBezTo>
                      <a:pt x="20341" y="16177"/>
                      <a:pt x="20285" y="16457"/>
                      <a:pt x="20201" y="16738"/>
                    </a:cubicBezTo>
                    <a:cubicBezTo>
                      <a:pt x="20145" y="16925"/>
                      <a:pt x="20089" y="17112"/>
                      <a:pt x="20033" y="17299"/>
                    </a:cubicBezTo>
                    <a:cubicBezTo>
                      <a:pt x="20005" y="17392"/>
                      <a:pt x="19949" y="17486"/>
                      <a:pt x="19921" y="17486"/>
                    </a:cubicBezTo>
                    <a:cubicBezTo>
                      <a:pt x="19781" y="17579"/>
                      <a:pt x="19669" y="17673"/>
                      <a:pt x="19530" y="17673"/>
                    </a:cubicBezTo>
                    <a:cubicBezTo>
                      <a:pt x="19306" y="17673"/>
                      <a:pt x="19110" y="17673"/>
                      <a:pt x="18886" y="17673"/>
                    </a:cubicBezTo>
                    <a:cubicBezTo>
                      <a:pt x="18634" y="17673"/>
                      <a:pt x="18382" y="17673"/>
                      <a:pt x="18131" y="17673"/>
                    </a:cubicBezTo>
                    <a:cubicBezTo>
                      <a:pt x="17599" y="17673"/>
                      <a:pt x="17067" y="17673"/>
                      <a:pt x="16536" y="17766"/>
                    </a:cubicBezTo>
                    <a:cubicBezTo>
                      <a:pt x="16032" y="17860"/>
                      <a:pt x="15501" y="17953"/>
                      <a:pt x="14997" y="17953"/>
                    </a:cubicBezTo>
                    <a:cubicBezTo>
                      <a:pt x="14493" y="18047"/>
                      <a:pt x="14018" y="18047"/>
                      <a:pt x="13514" y="18047"/>
                    </a:cubicBezTo>
                    <a:cubicBezTo>
                      <a:pt x="12982" y="18047"/>
                      <a:pt x="12451" y="18047"/>
                      <a:pt x="11919" y="18047"/>
                    </a:cubicBezTo>
                    <a:cubicBezTo>
                      <a:pt x="11388" y="18047"/>
                      <a:pt x="10856" y="18047"/>
                      <a:pt x="10352" y="18140"/>
                    </a:cubicBezTo>
                    <a:cubicBezTo>
                      <a:pt x="9849" y="18140"/>
                      <a:pt x="9373" y="18234"/>
                      <a:pt x="8869" y="18327"/>
                    </a:cubicBezTo>
                    <a:cubicBezTo>
                      <a:pt x="8366" y="18327"/>
                      <a:pt x="7834" y="18421"/>
                      <a:pt x="7331" y="18514"/>
                    </a:cubicBezTo>
                    <a:cubicBezTo>
                      <a:pt x="6799" y="18608"/>
                      <a:pt x="6295" y="18701"/>
                      <a:pt x="5764" y="18701"/>
                    </a:cubicBezTo>
                    <a:cubicBezTo>
                      <a:pt x="5204" y="18701"/>
                      <a:pt x="4673" y="18795"/>
                      <a:pt x="4113" y="18795"/>
                    </a:cubicBezTo>
                    <a:cubicBezTo>
                      <a:pt x="3889" y="18795"/>
                      <a:pt x="3693" y="18795"/>
                      <a:pt x="3469" y="18795"/>
                    </a:cubicBezTo>
                    <a:cubicBezTo>
                      <a:pt x="3330" y="18795"/>
                      <a:pt x="3162" y="18795"/>
                      <a:pt x="3022" y="18795"/>
                    </a:cubicBezTo>
                    <a:cubicBezTo>
                      <a:pt x="2910" y="18795"/>
                      <a:pt x="2798" y="18795"/>
                      <a:pt x="2686" y="18795"/>
                    </a:cubicBezTo>
                    <a:cubicBezTo>
                      <a:pt x="2574" y="18795"/>
                      <a:pt x="2490" y="18795"/>
                      <a:pt x="2378" y="18701"/>
                    </a:cubicBezTo>
                    <a:cubicBezTo>
                      <a:pt x="2322" y="18701"/>
                      <a:pt x="2294" y="18701"/>
                      <a:pt x="2238" y="18701"/>
                    </a:cubicBezTo>
                    <a:cubicBezTo>
                      <a:pt x="2154" y="18701"/>
                      <a:pt x="2070" y="18701"/>
                      <a:pt x="1987" y="18608"/>
                    </a:cubicBezTo>
                    <a:cubicBezTo>
                      <a:pt x="1847" y="18514"/>
                      <a:pt x="1735" y="18514"/>
                      <a:pt x="1595" y="18421"/>
                    </a:cubicBezTo>
                    <a:cubicBezTo>
                      <a:pt x="1539" y="18421"/>
                      <a:pt x="1483" y="18327"/>
                      <a:pt x="1455" y="18327"/>
                    </a:cubicBezTo>
                    <a:cubicBezTo>
                      <a:pt x="1399" y="18327"/>
                      <a:pt x="1343" y="18234"/>
                      <a:pt x="1287" y="18234"/>
                    </a:cubicBezTo>
                    <a:cubicBezTo>
                      <a:pt x="1147" y="18140"/>
                      <a:pt x="979" y="17953"/>
                      <a:pt x="839" y="17766"/>
                    </a:cubicBezTo>
                    <a:cubicBezTo>
                      <a:pt x="811" y="17673"/>
                      <a:pt x="783" y="17673"/>
                      <a:pt x="755" y="17579"/>
                    </a:cubicBezTo>
                    <a:cubicBezTo>
                      <a:pt x="755" y="17579"/>
                      <a:pt x="755" y="17579"/>
                      <a:pt x="755" y="17579"/>
                    </a:cubicBezTo>
                    <a:cubicBezTo>
                      <a:pt x="755" y="17205"/>
                      <a:pt x="783" y="16831"/>
                      <a:pt x="783" y="16457"/>
                    </a:cubicBezTo>
                    <a:cubicBezTo>
                      <a:pt x="783" y="16083"/>
                      <a:pt x="811" y="15709"/>
                      <a:pt x="811" y="15242"/>
                    </a:cubicBezTo>
                    <a:cubicBezTo>
                      <a:pt x="839" y="14400"/>
                      <a:pt x="839" y="13559"/>
                      <a:pt x="839" y="12623"/>
                    </a:cubicBezTo>
                    <a:cubicBezTo>
                      <a:pt x="867" y="10940"/>
                      <a:pt x="867" y="9257"/>
                      <a:pt x="895" y="7574"/>
                    </a:cubicBezTo>
                    <a:cubicBezTo>
                      <a:pt x="895" y="7107"/>
                      <a:pt x="923" y="6546"/>
                      <a:pt x="923" y="6078"/>
                    </a:cubicBezTo>
                    <a:cubicBezTo>
                      <a:pt x="923" y="5611"/>
                      <a:pt x="951" y="5236"/>
                      <a:pt x="979" y="4769"/>
                    </a:cubicBezTo>
                    <a:cubicBezTo>
                      <a:pt x="1007" y="4301"/>
                      <a:pt x="1035" y="3927"/>
                      <a:pt x="1091" y="3553"/>
                    </a:cubicBezTo>
                    <a:cubicBezTo>
                      <a:pt x="1119" y="3366"/>
                      <a:pt x="1147" y="3273"/>
                      <a:pt x="1175" y="3086"/>
                    </a:cubicBezTo>
                    <a:cubicBezTo>
                      <a:pt x="1203" y="2992"/>
                      <a:pt x="1231" y="2899"/>
                      <a:pt x="1259" y="2899"/>
                    </a:cubicBezTo>
                    <a:cubicBezTo>
                      <a:pt x="1315" y="2805"/>
                      <a:pt x="1371" y="2712"/>
                      <a:pt x="1427" y="2618"/>
                    </a:cubicBezTo>
                    <a:cubicBezTo>
                      <a:pt x="1539" y="2525"/>
                      <a:pt x="1651" y="2431"/>
                      <a:pt x="1763" y="2338"/>
                    </a:cubicBezTo>
                    <a:cubicBezTo>
                      <a:pt x="1875" y="2244"/>
                      <a:pt x="1987" y="2244"/>
                      <a:pt x="2098" y="2244"/>
                    </a:cubicBezTo>
                    <a:cubicBezTo>
                      <a:pt x="2602" y="2244"/>
                      <a:pt x="3078" y="2338"/>
                      <a:pt x="3553" y="2338"/>
                    </a:cubicBezTo>
                    <a:lnTo>
                      <a:pt x="3553" y="2338"/>
                    </a:lnTo>
                    <a:lnTo>
                      <a:pt x="3553" y="2338"/>
                    </a:lnTo>
                    <a:close/>
                    <a:moveTo>
                      <a:pt x="20425" y="15803"/>
                    </a:moveTo>
                    <a:cubicBezTo>
                      <a:pt x="20425" y="15896"/>
                      <a:pt x="20425" y="15896"/>
                      <a:pt x="20425" y="15803"/>
                    </a:cubicBezTo>
                    <a:cubicBezTo>
                      <a:pt x="20425" y="15896"/>
                      <a:pt x="20425" y="15896"/>
                      <a:pt x="20425" y="15803"/>
                    </a:cubicBezTo>
                    <a:lnTo>
                      <a:pt x="20425" y="15803"/>
                    </a:lnTo>
                    <a:lnTo>
                      <a:pt x="20425" y="15803"/>
                    </a:lnTo>
                    <a:close/>
                    <a:moveTo>
                      <a:pt x="20397" y="16177"/>
                    </a:moveTo>
                    <a:cubicBezTo>
                      <a:pt x="20369" y="16177"/>
                      <a:pt x="20369" y="16177"/>
                      <a:pt x="20397" y="16177"/>
                    </a:cubicBezTo>
                    <a:cubicBezTo>
                      <a:pt x="20369" y="16270"/>
                      <a:pt x="20369" y="16270"/>
                      <a:pt x="20397" y="16177"/>
                    </a:cubicBezTo>
                    <a:cubicBezTo>
                      <a:pt x="20369" y="16177"/>
                      <a:pt x="20369" y="16177"/>
                      <a:pt x="20397" y="16177"/>
                    </a:cubicBezTo>
                    <a:lnTo>
                      <a:pt x="20397" y="16177"/>
                    </a:lnTo>
                    <a:lnTo>
                      <a:pt x="20397" y="16177"/>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68" name="Google Shape;268;ge5669b8a30_1_341"/>
              <p:cNvSpPr/>
              <p:nvPr/>
            </p:nvSpPr>
            <p:spPr>
              <a:xfrm>
                <a:off x="1657350" y="4138470"/>
                <a:ext cx="1897236" cy="567864"/>
              </a:xfrm>
              <a:custGeom>
                <a:rect b="b" l="l" r="r" t="t"/>
                <a:pathLst>
                  <a:path extrusionOk="0" h="21600" w="21600">
                    <a:moveTo>
                      <a:pt x="2098" y="21507"/>
                    </a:moveTo>
                    <a:cubicBezTo>
                      <a:pt x="2630" y="21600"/>
                      <a:pt x="3162" y="21600"/>
                      <a:pt x="3721" y="21600"/>
                    </a:cubicBezTo>
                    <a:cubicBezTo>
                      <a:pt x="4225" y="21600"/>
                      <a:pt x="4729" y="21600"/>
                      <a:pt x="5232" y="21600"/>
                    </a:cubicBezTo>
                    <a:cubicBezTo>
                      <a:pt x="5764" y="21600"/>
                      <a:pt x="6323" y="21600"/>
                      <a:pt x="6855" y="21600"/>
                    </a:cubicBezTo>
                    <a:cubicBezTo>
                      <a:pt x="7387" y="21600"/>
                      <a:pt x="7890" y="21600"/>
                      <a:pt x="8422" y="21600"/>
                    </a:cubicBezTo>
                    <a:cubicBezTo>
                      <a:pt x="8925" y="21600"/>
                      <a:pt x="9401" y="21600"/>
                      <a:pt x="9905" y="21600"/>
                    </a:cubicBezTo>
                    <a:cubicBezTo>
                      <a:pt x="10940" y="21600"/>
                      <a:pt x="11975" y="21413"/>
                      <a:pt x="12982" y="21319"/>
                    </a:cubicBezTo>
                    <a:cubicBezTo>
                      <a:pt x="14046" y="21226"/>
                      <a:pt x="15081" y="21226"/>
                      <a:pt x="16144" y="21226"/>
                    </a:cubicBezTo>
                    <a:cubicBezTo>
                      <a:pt x="16676" y="21226"/>
                      <a:pt x="17179" y="21319"/>
                      <a:pt x="17711" y="21319"/>
                    </a:cubicBezTo>
                    <a:cubicBezTo>
                      <a:pt x="17963" y="21319"/>
                      <a:pt x="18215" y="21413"/>
                      <a:pt x="18438" y="21413"/>
                    </a:cubicBezTo>
                    <a:cubicBezTo>
                      <a:pt x="18690" y="21413"/>
                      <a:pt x="18970" y="21413"/>
                      <a:pt x="19222" y="21413"/>
                    </a:cubicBezTo>
                    <a:cubicBezTo>
                      <a:pt x="19502" y="21413"/>
                      <a:pt x="19781" y="21319"/>
                      <a:pt x="20033" y="21226"/>
                    </a:cubicBezTo>
                    <a:cubicBezTo>
                      <a:pt x="20173" y="21132"/>
                      <a:pt x="20313" y="21039"/>
                      <a:pt x="20453" y="20852"/>
                    </a:cubicBezTo>
                    <a:cubicBezTo>
                      <a:pt x="20481" y="20758"/>
                      <a:pt x="20537" y="20758"/>
                      <a:pt x="20565" y="20665"/>
                    </a:cubicBezTo>
                    <a:cubicBezTo>
                      <a:pt x="20649" y="20571"/>
                      <a:pt x="20733" y="20384"/>
                      <a:pt x="20817" y="20197"/>
                    </a:cubicBezTo>
                    <a:cubicBezTo>
                      <a:pt x="20901" y="20010"/>
                      <a:pt x="20956" y="19730"/>
                      <a:pt x="21012" y="19543"/>
                    </a:cubicBezTo>
                    <a:cubicBezTo>
                      <a:pt x="21096" y="19262"/>
                      <a:pt x="21124" y="18888"/>
                      <a:pt x="21180" y="18608"/>
                    </a:cubicBezTo>
                    <a:cubicBezTo>
                      <a:pt x="21236" y="18234"/>
                      <a:pt x="21264" y="17860"/>
                      <a:pt x="21292" y="17486"/>
                    </a:cubicBezTo>
                    <a:cubicBezTo>
                      <a:pt x="21320" y="17205"/>
                      <a:pt x="21348" y="16831"/>
                      <a:pt x="21348" y="16551"/>
                    </a:cubicBezTo>
                    <a:cubicBezTo>
                      <a:pt x="21376" y="16177"/>
                      <a:pt x="21376" y="15709"/>
                      <a:pt x="21404" y="15335"/>
                    </a:cubicBezTo>
                    <a:cubicBezTo>
                      <a:pt x="21432" y="14493"/>
                      <a:pt x="21460" y="13558"/>
                      <a:pt x="21460" y="12717"/>
                    </a:cubicBezTo>
                    <a:cubicBezTo>
                      <a:pt x="21460" y="11875"/>
                      <a:pt x="21488" y="11034"/>
                      <a:pt x="21488" y="10192"/>
                    </a:cubicBezTo>
                    <a:cubicBezTo>
                      <a:pt x="21488" y="9351"/>
                      <a:pt x="21516" y="8509"/>
                      <a:pt x="21516" y="7667"/>
                    </a:cubicBezTo>
                    <a:cubicBezTo>
                      <a:pt x="21516" y="6826"/>
                      <a:pt x="21544" y="5984"/>
                      <a:pt x="21572" y="5143"/>
                    </a:cubicBezTo>
                    <a:cubicBezTo>
                      <a:pt x="21572" y="4769"/>
                      <a:pt x="21600" y="4301"/>
                      <a:pt x="21600" y="3927"/>
                    </a:cubicBezTo>
                    <a:cubicBezTo>
                      <a:pt x="21600" y="3647"/>
                      <a:pt x="21600" y="3366"/>
                      <a:pt x="21572" y="3086"/>
                    </a:cubicBezTo>
                    <a:cubicBezTo>
                      <a:pt x="21544" y="2712"/>
                      <a:pt x="21488" y="2431"/>
                      <a:pt x="21432" y="2150"/>
                    </a:cubicBezTo>
                    <a:cubicBezTo>
                      <a:pt x="21404" y="2057"/>
                      <a:pt x="21348" y="1870"/>
                      <a:pt x="21320" y="1776"/>
                    </a:cubicBezTo>
                    <a:cubicBezTo>
                      <a:pt x="21292" y="1683"/>
                      <a:pt x="21264" y="1589"/>
                      <a:pt x="21236" y="1589"/>
                    </a:cubicBezTo>
                    <a:cubicBezTo>
                      <a:pt x="21208" y="1496"/>
                      <a:pt x="21180" y="1496"/>
                      <a:pt x="21152" y="1402"/>
                    </a:cubicBezTo>
                    <a:cubicBezTo>
                      <a:pt x="21096" y="1309"/>
                      <a:pt x="21012" y="1216"/>
                      <a:pt x="20956" y="1122"/>
                    </a:cubicBezTo>
                    <a:cubicBezTo>
                      <a:pt x="20705" y="748"/>
                      <a:pt x="20453" y="654"/>
                      <a:pt x="20201" y="467"/>
                    </a:cubicBezTo>
                    <a:cubicBezTo>
                      <a:pt x="20061" y="374"/>
                      <a:pt x="19949" y="374"/>
                      <a:pt x="19809" y="280"/>
                    </a:cubicBezTo>
                    <a:cubicBezTo>
                      <a:pt x="19697" y="187"/>
                      <a:pt x="19558" y="187"/>
                      <a:pt x="19446" y="187"/>
                    </a:cubicBezTo>
                    <a:cubicBezTo>
                      <a:pt x="19334" y="187"/>
                      <a:pt x="19222" y="93"/>
                      <a:pt x="19110" y="93"/>
                    </a:cubicBezTo>
                    <a:cubicBezTo>
                      <a:pt x="18970" y="93"/>
                      <a:pt x="18830" y="0"/>
                      <a:pt x="18718" y="0"/>
                    </a:cubicBezTo>
                    <a:cubicBezTo>
                      <a:pt x="18550" y="0"/>
                      <a:pt x="18410" y="0"/>
                      <a:pt x="18242" y="0"/>
                    </a:cubicBezTo>
                    <a:cubicBezTo>
                      <a:pt x="18019" y="0"/>
                      <a:pt x="17767" y="0"/>
                      <a:pt x="17543" y="0"/>
                    </a:cubicBezTo>
                    <a:cubicBezTo>
                      <a:pt x="16983" y="0"/>
                      <a:pt x="16452" y="0"/>
                      <a:pt x="15892" y="93"/>
                    </a:cubicBezTo>
                    <a:cubicBezTo>
                      <a:pt x="15668" y="93"/>
                      <a:pt x="15417" y="93"/>
                      <a:pt x="15193" y="187"/>
                    </a:cubicBezTo>
                    <a:cubicBezTo>
                      <a:pt x="14913" y="187"/>
                      <a:pt x="14633" y="280"/>
                      <a:pt x="14325" y="280"/>
                    </a:cubicBezTo>
                    <a:cubicBezTo>
                      <a:pt x="13822" y="374"/>
                      <a:pt x="13318" y="374"/>
                      <a:pt x="12787" y="374"/>
                    </a:cubicBezTo>
                    <a:cubicBezTo>
                      <a:pt x="12283" y="374"/>
                      <a:pt x="11779" y="467"/>
                      <a:pt x="11276" y="561"/>
                    </a:cubicBezTo>
                    <a:cubicBezTo>
                      <a:pt x="10744" y="561"/>
                      <a:pt x="10212" y="654"/>
                      <a:pt x="9681" y="654"/>
                    </a:cubicBezTo>
                    <a:cubicBezTo>
                      <a:pt x="9429" y="654"/>
                      <a:pt x="9205" y="654"/>
                      <a:pt x="8953" y="654"/>
                    </a:cubicBezTo>
                    <a:cubicBezTo>
                      <a:pt x="8674" y="654"/>
                      <a:pt x="8394" y="654"/>
                      <a:pt x="8142" y="654"/>
                    </a:cubicBezTo>
                    <a:cubicBezTo>
                      <a:pt x="7638" y="654"/>
                      <a:pt x="7107" y="654"/>
                      <a:pt x="6603" y="748"/>
                    </a:cubicBezTo>
                    <a:cubicBezTo>
                      <a:pt x="6099" y="841"/>
                      <a:pt x="5568" y="841"/>
                      <a:pt x="5064" y="935"/>
                    </a:cubicBezTo>
                    <a:cubicBezTo>
                      <a:pt x="4561" y="935"/>
                      <a:pt x="4029" y="1028"/>
                      <a:pt x="3525" y="935"/>
                    </a:cubicBezTo>
                    <a:cubicBezTo>
                      <a:pt x="3274" y="935"/>
                      <a:pt x="3022" y="935"/>
                      <a:pt x="2770" y="841"/>
                    </a:cubicBezTo>
                    <a:cubicBezTo>
                      <a:pt x="2490" y="841"/>
                      <a:pt x="2210" y="748"/>
                      <a:pt x="1959" y="841"/>
                    </a:cubicBezTo>
                    <a:cubicBezTo>
                      <a:pt x="1847" y="841"/>
                      <a:pt x="1735" y="935"/>
                      <a:pt x="1623" y="1028"/>
                    </a:cubicBezTo>
                    <a:cubicBezTo>
                      <a:pt x="1511" y="1122"/>
                      <a:pt x="1427" y="1215"/>
                      <a:pt x="1315" y="1309"/>
                    </a:cubicBezTo>
                    <a:cubicBezTo>
                      <a:pt x="1231" y="1402"/>
                      <a:pt x="1119" y="1683"/>
                      <a:pt x="1035" y="1870"/>
                    </a:cubicBezTo>
                    <a:cubicBezTo>
                      <a:pt x="1007" y="1963"/>
                      <a:pt x="951" y="2057"/>
                      <a:pt x="923" y="2150"/>
                    </a:cubicBezTo>
                    <a:cubicBezTo>
                      <a:pt x="839" y="2431"/>
                      <a:pt x="755" y="2712"/>
                      <a:pt x="672" y="2992"/>
                    </a:cubicBezTo>
                    <a:cubicBezTo>
                      <a:pt x="616" y="3179"/>
                      <a:pt x="588" y="3366"/>
                      <a:pt x="560" y="3553"/>
                    </a:cubicBezTo>
                    <a:cubicBezTo>
                      <a:pt x="476" y="4021"/>
                      <a:pt x="420" y="4488"/>
                      <a:pt x="336" y="4862"/>
                    </a:cubicBezTo>
                    <a:cubicBezTo>
                      <a:pt x="280" y="5236"/>
                      <a:pt x="252" y="5704"/>
                      <a:pt x="196" y="6078"/>
                    </a:cubicBezTo>
                    <a:cubicBezTo>
                      <a:pt x="140" y="6639"/>
                      <a:pt x="112" y="7106"/>
                      <a:pt x="84" y="7667"/>
                    </a:cubicBezTo>
                    <a:cubicBezTo>
                      <a:pt x="56" y="8042"/>
                      <a:pt x="56" y="8416"/>
                      <a:pt x="28" y="8883"/>
                    </a:cubicBezTo>
                    <a:cubicBezTo>
                      <a:pt x="0" y="9351"/>
                      <a:pt x="0" y="9725"/>
                      <a:pt x="0" y="10192"/>
                    </a:cubicBezTo>
                    <a:cubicBezTo>
                      <a:pt x="0" y="10753"/>
                      <a:pt x="0" y="11408"/>
                      <a:pt x="0" y="11969"/>
                    </a:cubicBezTo>
                    <a:cubicBezTo>
                      <a:pt x="0" y="12530"/>
                      <a:pt x="0" y="13185"/>
                      <a:pt x="0" y="13746"/>
                    </a:cubicBezTo>
                    <a:cubicBezTo>
                      <a:pt x="0" y="14494"/>
                      <a:pt x="28" y="15148"/>
                      <a:pt x="56" y="15896"/>
                    </a:cubicBezTo>
                    <a:cubicBezTo>
                      <a:pt x="84" y="16457"/>
                      <a:pt x="84" y="16925"/>
                      <a:pt x="112" y="17486"/>
                    </a:cubicBezTo>
                    <a:cubicBezTo>
                      <a:pt x="112" y="17766"/>
                      <a:pt x="112" y="17953"/>
                      <a:pt x="112" y="18234"/>
                    </a:cubicBezTo>
                    <a:cubicBezTo>
                      <a:pt x="112" y="18421"/>
                      <a:pt x="112" y="18515"/>
                      <a:pt x="112" y="18702"/>
                    </a:cubicBezTo>
                    <a:cubicBezTo>
                      <a:pt x="112" y="18888"/>
                      <a:pt x="112" y="19076"/>
                      <a:pt x="140" y="19263"/>
                    </a:cubicBezTo>
                    <a:cubicBezTo>
                      <a:pt x="168" y="19543"/>
                      <a:pt x="196" y="19730"/>
                      <a:pt x="224" y="19917"/>
                    </a:cubicBezTo>
                    <a:cubicBezTo>
                      <a:pt x="224" y="19917"/>
                      <a:pt x="224" y="20011"/>
                      <a:pt x="252" y="20011"/>
                    </a:cubicBezTo>
                    <a:cubicBezTo>
                      <a:pt x="308" y="20198"/>
                      <a:pt x="364" y="20385"/>
                      <a:pt x="420" y="20385"/>
                    </a:cubicBezTo>
                    <a:cubicBezTo>
                      <a:pt x="476" y="20478"/>
                      <a:pt x="532" y="20478"/>
                      <a:pt x="616" y="20385"/>
                    </a:cubicBezTo>
                    <a:cubicBezTo>
                      <a:pt x="644" y="20385"/>
                      <a:pt x="672" y="20385"/>
                      <a:pt x="672" y="20291"/>
                    </a:cubicBezTo>
                    <a:cubicBezTo>
                      <a:pt x="699" y="20291"/>
                      <a:pt x="699" y="20385"/>
                      <a:pt x="727" y="20385"/>
                    </a:cubicBezTo>
                    <a:cubicBezTo>
                      <a:pt x="783" y="20478"/>
                      <a:pt x="839" y="20572"/>
                      <a:pt x="895" y="20665"/>
                    </a:cubicBezTo>
                    <a:cubicBezTo>
                      <a:pt x="951" y="20759"/>
                      <a:pt x="1007" y="20759"/>
                      <a:pt x="1063" y="20852"/>
                    </a:cubicBezTo>
                    <a:cubicBezTo>
                      <a:pt x="1147" y="20946"/>
                      <a:pt x="1203" y="20946"/>
                      <a:pt x="1287" y="21039"/>
                    </a:cubicBezTo>
                    <a:cubicBezTo>
                      <a:pt x="1371" y="21133"/>
                      <a:pt x="1427" y="21133"/>
                      <a:pt x="1511" y="21133"/>
                    </a:cubicBezTo>
                    <a:cubicBezTo>
                      <a:pt x="1567" y="21133"/>
                      <a:pt x="1623" y="21226"/>
                      <a:pt x="1679" y="21226"/>
                    </a:cubicBezTo>
                    <a:cubicBezTo>
                      <a:pt x="1735" y="21226"/>
                      <a:pt x="1819" y="21226"/>
                      <a:pt x="1875" y="21320"/>
                    </a:cubicBezTo>
                    <a:cubicBezTo>
                      <a:pt x="1959" y="21507"/>
                      <a:pt x="2015" y="21507"/>
                      <a:pt x="2098" y="21507"/>
                    </a:cubicBezTo>
                    <a:lnTo>
                      <a:pt x="2098" y="21507"/>
                    </a:lnTo>
                    <a:lnTo>
                      <a:pt x="2098" y="21507"/>
                    </a:lnTo>
                    <a:close/>
                    <a:moveTo>
                      <a:pt x="18047" y="19262"/>
                    </a:moveTo>
                    <a:cubicBezTo>
                      <a:pt x="17515" y="19169"/>
                      <a:pt x="17011" y="19169"/>
                      <a:pt x="16480" y="19075"/>
                    </a:cubicBezTo>
                    <a:cubicBezTo>
                      <a:pt x="15473" y="18982"/>
                      <a:pt x="14437" y="18982"/>
                      <a:pt x="13430" y="19075"/>
                    </a:cubicBezTo>
                    <a:cubicBezTo>
                      <a:pt x="12926" y="19075"/>
                      <a:pt x="12395" y="19169"/>
                      <a:pt x="11891" y="19262"/>
                    </a:cubicBezTo>
                    <a:cubicBezTo>
                      <a:pt x="11360" y="19356"/>
                      <a:pt x="10856" y="19449"/>
                      <a:pt x="10324" y="19449"/>
                    </a:cubicBezTo>
                    <a:cubicBezTo>
                      <a:pt x="9765" y="19449"/>
                      <a:pt x="9233" y="19449"/>
                      <a:pt x="8674" y="19543"/>
                    </a:cubicBezTo>
                    <a:cubicBezTo>
                      <a:pt x="8142" y="19543"/>
                      <a:pt x="7638" y="19636"/>
                      <a:pt x="7107" y="19636"/>
                    </a:cubicBezTo>
                    <a:cubicBezTo>
                      <a:pt x="6072" y="19730"/>
                      <a:pt x="5036" y="19636"/>
                      <a:pt x="4001" y="19823"/>
                    </a:cubicBezTo>
                    <a:cubicBezTo>
                      <a:pt x="3469" y="19917"/>
                      <a:pt x="2938" y="19917"/>
                      <a:pt x="2406" y="20010"/>
                    </a:cubicBezTo>
                    <a:cubicBezTo>
                      <a:pt x="2154" y="20010"/>
                      <a:pt x="1903" y="20104"/>
                      <a:pt x="1651" y="20104"/>
                    </a:cubicBezTo>
                    <a:cubicBezTo>
                      <a:pt x="1399" y="20104"/>
                      <a:pt x="1147" y="20104"/>
                      <a:pt x="895" y="20197"/>
                    </a:cubicBezTo>
                    <a:cubicBezTo>
                      <a:pt x="895" y="20197"/>
                      <a:pt x="867" y="20197"/>
                      <a:pt x="867" y="20197"/>
                    </a:cubicBezTo>
                    <a:cubicBezTo>
                      <a:pt x="923" y="20010"/>
                      <a:pt x="951" y="19823"/>
                      <a:pt x="951" y="19543"/>
                    </a:cubicBezTo>
                    <a:cubicBezTo>
                      <a:pt x="979" y="19169"/>
                      <a:pt x="979" y="18701"/>
                      <a:pt x="979" y="18234"/>
                    </a:cubicBezTo>
                    <a:cubicBezTo>
                      <a:pt x="979" y="16925"/>
                      <a:pt x="895" y="15615"/>
                      <a:pt x="867" y="14306"/>
                    </a:cubicBezTo>
                    <a:cubicBezTo>
                      <a:pt x="867" y="13278"/>
                      <a:pt x="867" y="12156"/>
                      <a:pt x="867" y="11127"/>
                    </a:cubicBezTo>
                    <a:cubicBezTo>
                      <a:pt x="867" y="10566"/>
                      <a:pt x="867" y="10099"/>
                      <a:pt x="895" y="9537"/>
                    </a:cubicBezTo>
                    <a:cubicBezTo>
                      <a:pt x="923" y="8976"/>
                      <a:pt x="923" y="8509"/>
                      <a:pt x="979" y="7948"/>
                    </a:cubicBezTo>
                    <a:cubicBezTo>
                      <a:pt x="1035" y="7200"/>
                      <a:pt x="1091" y="6452"/>
                      <a:pt x="1203" y="5797"/>
                    </a:cubicBezTo>
                    <a:cubicBezTo>
                      <a:pt x="1259" y="5423"/>
                      <a:pt x="1315" y="5143"/>
                      <a:pt x="1399" y="4862"/>
                    </a:cubicBezTo>
                    <a:cubicBezTo>
                      <a:pt x="1455" y="4675"/>
                      <a:pt x="1511" y="4488"/>
                      <a:pt x="1567" y="4301"/>
                    </a:cubicBezTo>
                    <a:cubicBezTo>
                      <a:pt x="1595" y="4208"/>
                      <a:pt x="1651" y="4114"/>
                      <a:pt x="1679" y="4114"/>
                    </a:cubicBezTo>
                    <a:cubicBezTo>
                      <a:pt x="1819" y="4021"/>
                      <a:pt x="1931" y="3927"/>
                      <a:pt x="2070" y="3927"/>
                    </a:cubicBezTo>
                    <a:cubicBezTo>
                      <a:pt x="2294" y="3927"/>
                      <a:pt x="2490" y="3927"/>
                      <a:pt x="2714" y="3927"/>
                    </a:cubicBezTo>
                    <a:cubicBezTo>
                      <a:pt x="2966" y="3927"/>
                      <a:pt x="3218" y="3927"/>
                      <a:pt x="3469" y="3927"/>
                    </a:cubicBezTo>
                    <a:cubicBezTo>
                      <a:pt x="4001" y="3927"/>
                      <a:pt x="4533" y="3927"/>
                      <a:pt x="5064" y="3834"/>
                    </a:cubicBezTo>
                    <a:cubicBezTo>
                      <a:pt x="5568" y="3740"/>
                      <a:pt x="6099" y="3647"/>
                      <a:pt x="6603" y="3647"/>
                    </a:cubicBezTo>
                    <a:cubicBezTo>
                      <a:pt x="7107" y="3553"/>
                      <a:pt x="7582" y="3553"/>
                      <a:pt x="8086" y="3553"/>
                    </a:cubicBezTo>
                    <a:cubicBezTo>
                      <a:pt x="8618" y="3553"/>
                      <a:pt x="9149" y="3553"/>
                      <a:pt x="9681" y="3553"/>
                    </a:cubicBezTo>
                    <a:cubicBezTo>
                      <a:pt x="10212" y="3553"/>
                      <a:pt x="10744" y="3553"/>
                      <a:pt x="11248" y="3460"/>
                    </a:cubicBezTo>
                    <a:cubicBezTo>
                      <a:pt x="11751" y="3460"/>
                      <a:pt x="12227" y="3366"/>
                      <a:pt x="12731" y="3273"/>
                    </a:cubicBezTo>
                    <a:cubicBezTo>
                      <a:pt x="13234" y="3273"/>
                      <a:pt x="13766" y="3179"/>
                      <a:pt x="14269" y="3086"/>
                    </a:cubicBezTo>
                    <a:cubicBezTo>
                      <a:pt x="14801" y="2992"/>
                      <a:pt x="15305" y="2899"/>
                      <a:pt x="15836" y="2899"/>
                    </a:cubicBezTo>
                    <a:cubicBezTo>
                      <a:pt x="16396" y="2899"/>
                      <a:pt x="16927" y="2805"/>
                      <a:pt x="17487" y="2805"/>
                    </a:cubicBezTo>
                    <a:cubicBezTo>
                      <a:pt x="17711" y="2805"/>
                      <a:pt x="17907" y="2805"/>
                      <a:pt x="18131" y="2805"/>
                    </a:cubicBezTo>
                    <a:cubicBezTo>
                      <a:pt x="18270" y="2805"/>
                      <a:pt x="18438" y="2805"/>
                      <a:pt x="18578" y="2805"/>
                    </a:cubicBezTo>
                    <a:cubicBezTo>
                      <a:pt x="18690" y="2805"/>
                      <a:pt x="18802" y="2805"/>
                      <a:pt x="18914" y="2805"/>
                    </a:cubicBezTo>
                    <a:cubicBezTo>
                      <a:pt x="19026" y="2805"/>
                      <a:pt x="19110" y="2805"/>
                      <a:pt x="19222" y="2899"/>
                    </a:cubicBezTo>
                    <a:cubicBezTo>
                      <a:pt x="19278" y="2899"/>
                      <a:pt x="19306" y="2899"/>
                      <a:pt x="19362" y="2899"/>
                    </a:cubicBezTo>
                    <a:cubicBezTo>
                      <a:pt x="19446" y="2899"/>
                      <a:pt x="19530" y="2899"/>
                      <a:pt x="19613" y="2992"/>
                    </a:cubicBezTo>
                    <a:cubicBezTo>
                      <a:pt x="19753" y="3086"/>
                      <a:pt x="19865" y="3086"/>
                      <a:pt x="20005" y="3179"/>
                    </a:cubicBezTo>
                    <a:cubicBezTo>
                      <a:pt x="20061" y="3179"/>
                      <a:pt x="20117" y="3273"/>
                      <a:pt x="20145" y="3273"/>
                    </a:cubicBezTo>
                    <a:cubicBezTo>
                      <a:pt x="20201" y="3273"/>
                      <a:pt x="20257" y="3366"/>
                      <a:pt x="20313" y="3366"/>
                    </a:cubicBezTo>
                    <a:cubicBezTo>
                      <a:pt x="20453" y="3460"/>
                      <a:pt x="20621" y="3647"/>
                      <a:pt x="20761" y="3834"/>
                    </a:cubicBezTo>
                    <a:cubicBezTo>
                      <a:pt x="20789" y="3927"/>
                      <a:pt x="20817" y="3927"/>
                      <a:pt x="20845" y="4021"/>
                    </a:cubicBezTo>
                    <a:cubicBezTo>
                      <a:pt x="20845" y="4021"/>
                      <a:pt x="20845" y="4021"/>
                      <a:pt x="20845" y="4021"/>
                    </a:cubicBezTo>
                    <a:cubicBezTo>
                      <a:pt x="20845" y="4395"/>
                      <a:pt x="20817" y="4769"/>
                      <a:pt x="20817" y="5143"/>
                    </a:cubicBezTo>
                    <a:cubicBezTo>
                      <a:pt x="20817" y="5517"/>
                      <a:pt x="20789" y="5891"/>
                      <a:pt x="20789" y="6358"/>
                    </a:cubicBezTo>
                    <a:cubicBezTo>
                      <a:pt x="20761" y="7200"/>
                      <a:pt x="20761" y="8042"/>
                      <a:pt x="20761" y="8977"/>
                    </a:cubicBezTo>
                    <a:cubicBezTo>
                      <a:pt x="20733" y="10660"/>
                      <a:pt x="20733" y="12343"/>
                      <a:pt x="20705" y="14026"/>
                    </a:cubicBezTo>
                    <a:cubicBezTo>
                      <a:pt x="20705" y="14494"/>
                      <a:pt x="20677" y="15055"/>
                      <a:pt x="20677" y="15522"/>
                    </a:cubicBezTo>
                    <a:cubicBezTo>
                      <a:pt x="20677" y="15990"/>
                      <a:pt x="20649" y="16364"/>
                      <a:pt x="20621" y="16831"/>
                    </a:cubicBezTo>
                    <a:cubicBezTo>
                      <a:pt x="20593" y="17299"/>
                      <a:pt x="20565" y="17673"/>
                      <a:pt x="20509" y="18047"/>
                    </a:cubicBezTo>
                    <a:cubicBezTo>
                      <a:pt x="20481" y="18234"/>
                      <a:pt x="20453" y="18328"/>
                      <a:pt x="20425" y="18515"/>
                    </a:cubicBezTo>
                    <a:cubicBezTo>
                      <a:pt x="20397" y="18608"/>
                      <a:pt x="20369" y="18702"/>
                      <a:pt x="20341" y="18702"/>
                    </a:cubicBezTo>
                    <a:cubicBezTo>
                      <a:pt x="20285" y="18795"/>
                      <a:pt x="20229" y="18888"/>
                      <a:pt x="20173" y="18982"/>
                    </a:cubicBezTo>
                    <a:cubicBezTo>
                      <a:pt x="20061" y="19076"/>
                      <a:pt x="19949" y="19169"/>
                      <a:pt x="19837" y="19263"/>
                    </a:cubicBezTo>
                    <a:cubicBezTo>
                      <a:pt x="19725" y="19356"/>
                      <a:pt x="19613" y="19356"/>
                      <a:pt x="19502" y="19356"/>
                    </a:cubicBezTo>
                    <a:cubicBezTo>
                      <a:pt x="18998" y="19262"/>
                      <a:pt x="18522" y="19262"/>
                      <a:pt x="18047" y="19262"/>
                    </a:cubicBezTo>
                    <a:lnTo>
                      <a:pt x="18047" y="19262"/>
                    </a:lnTo>
                    <a:lnTo>
                      <a:pt x="18047" y="19262"/>
                    </a:lnTo>
                    <a:close/>
                    <a:moveTo>
                      <a:pt x="1175" y="5704"/>
                    </a:moveTo>
                    <a:cubicBezTo>
                      <a:pt x="1175" y="5704"/>
                      <a:pt x="1175" y="5704"/>
                      <a:pt x="1175" y="5704"/>
                    </a:cubicBezTo>
                    <a:cubicBezTo>
                      <a:pt x="1175" y="5704"/>
                      <a:pt x="1175" y="5704"/>
                      <a:pt x="1175" y="5704"/>
                    </a:cubicBezTo>
                    <a:lnTo>
                      <a:pt x="1175" y="5704"/>
                    </a:lnTo>
                    <a:lnTo>
                      <a:pt x="1175" y="5704"/>
                    </a:lnTo>
                    <a:close/>
                    <a:moveTo>
                      <a:pt x="1203" y="5423"/>
                    </a:moveTo>
                    <a:cubicBezTo>
                      <a:pt x="1231" y="5423"/>
                      <a:pt x="1231" y="5423"/>
                      <a:pt x="1203" y="5423"/>
                    </a:cubicBezTo>
                    <a:cubicBezTo>
                      <a:pt x="1231" y="5330"/>
                      <a:pt x="1231" y="5330"/>
                      <a:pt x="1203" y="5423"/>
                    </a:cubicBezTo>
                    <a:cubicBezTo>
                      <a:pt x="1231" y="5423"/>
                      <a:pt x="1231" y="5423"/>
                      <a:pt x="1203" y="5423"/>
                    </a:cubicBezTo>
                    <a:lnTo>
                      <a:pt x="1203" y="5423"/>
                    </a:lnTo>
                    <a:lnTo>
                      <a:pt x="1203" y="5423"/>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69" name="Google Shape;269;ge5669b8a30_1_341"/>
              <p:cNvSpPr/>
              <p:nvPr/>
            </p:nvSpPr>
            <p:spPr>
              <a:xfrm>
                <a:off x="1707143" y="3241653"/>
                <a:ext cx="1787396" cy="728669"/>
              </a:xfrm>
              <a:custGeom>
                <a:rect b="b" l="l" r="r" t="t"/>
                <a:pathLst>
                  <a:path extrusionOk="0" h="21482" w="21583">
                    <a:moveTo>
                      <a:pt x="20129" y="97"/>
                    </a:moveTo>
                    <a:cubicBezTo>
                      <a:pt x="19536" y="97"/>
                      <a:pt x="18942" y="195"/>
                      <a:pt x="18349" y="292"/>
                    </a:cubicBezTo>
                    <a:cubicBezTo>
                      <a:pt x="17756" y="389"/>
                      <a:pt x="17162" y="389"/>
                      <a:pt x="16569" y="389"/>
                    </a:cubicBezTo>
                    <a:cubicBezTo>
                      <a:pt x="16005" y="389"/>
                      <a:pt x="15441" y="389"/>
                      <a:pt x="14878" y="389"/>
                    </a:cubicBezTo>
                    <a:cubicBezTo>
                      <a:pt x="14284" y="389"/>
                      <a:pt x="13661" y="389"/>
                      <a:pt x="13068" y="389"/>
                    </a:cubicBezTo>
                    <a:cubicBezTo>
                      <a:pt x="12474" y="389"/>
                      <a:pt x="11881" y="389"/>
                      <a:pt x="11287" y="486"/>
                    </a:cubicBezTo>
                    <a:cubicBezTo>
                      <a:pt x="10041" y="584"/>
                      <a:pt x="8825" y="778"/>
                      <a:pt x="7579" y="973"/>
                    </a:cubicBezTo>
                    <a:cubicBezTo>
                      <a:pt x="7015" y="1070"/>
                      <a:pt x="6451" y="1070"/>
                      <a:pt x="5887" y="1167"/>
                    </a:cubicBezTo>
                    <a:cubicBezTo>
                      <a:pt x="5561" y="1167"/>
                      <a:pt x="5205" y="1265"/>
                      <a:pt x="4879" y="1265"/>
                    </a:cubicBezTo>
                    <a:cubicBezTo>
                      <a:pt x="4641" y="1265"/>
                      <a:pt x="4404" y="1265"/>
                      <a:pt x="4137" y="1362"/>
                    </a:cubicBezTo>
                    <a:cubicBezTo>
                      <a:pt x="3781" y="1459"/>
                      <a:pt x="3425" y="1459"/>
                      <a:pt x="3098" y="1556"/>
                    </a:cubicBezTo>
                    <a:cubicBezTo>
                      <a:pt x="2772" y="1654"/>
                      <a:pt x="2446" y="1751"/>
                      <a:pt x="2119" y="1848"/>
                    </a:cubicBezTo>
                    <a:cubicBezTo>
                      <a:pt x="1852" y="1946"/>
                      <a:pt x="1585" y="2043"/>
                      <a:pt x="1318" y="2140"/>
                    </a:cubicBezTo>
                    <a:cubicBezTo>
                      <a:pt x="1140" y="2238"/>
                      <a:pt x="932" y="2238"/>
                      <a:pt x="754" y="2335"/>
                    </a:cubicBezTo>
                    <a:cubicBezTo>
                      <a:pt x="636" y="2335"/>
                      <a:pt x="517" y="2529"/>
                      <a:pt x="428" y="2627"/>
                    </a:cubicBezTo>
                    <a:cubicBezTo>
                      <a:pt x="369" y="2724"/>
                      <a:pt x="309" y="2821"/>
                      <a:pt x="250" y="2919"/>
                    </a:cubicBezTo>
                    <a:cubicBezTo>
                      <a:pt x="161" y="3016"/>
                      <a:pt x="72" y="3113"/>
                      <a:pt x="13" y="3308"/>
                    </a:cubicBezTo>
                    <a:cubicBezTo>
                      <a:pt x="-17" y="3405"/>
                      <a:pt x="13" y="3600"/>
                      <a:pt x="42" y="3600"/>
                    </a:cubicBezTo>
                    <a:cubicBezTo>
                      <a:pt x="72" y="3600"/>
                      <a:pt x="72" y="3600"/>
                      <a:pt x="102" y="3600"/>
                    </a:cubicBezTo>
                    <a:cubicBezTo>
                      <a:pt x="280" y="3600"/>
                      <a:pt x="458" y="3600"/>
                      <a:pt x="636" y="3600"/>
                    </a:cubicBezTo>
                    <a:cubicBezTo>
                      <a:pt x="754" y="3600"/>
                      <a:pt x="873" y="3600"/>
                      <a:pt x="992" y="3600"/>
                    </a:cubicBezTo>
                    <a:cubicBezTo>
                      <a:pt x="1288" y="3600"/>
                      <a:pt x="1585" y="3503"/>
                      <a:pt x="1882" y="3503"/>
                    </a:cubicBezTo>
                    <a:cubicBezTo>
                      <a:pt x="2238" y="3503"/>
                      <a:pt x="2624" y="3405"/>
                      <a:pt x="2980" y="3405"/>
                    </a:cubicBezTo>
                    <a:cubicBezTo>
                      <a:pt x="3247" y="3405"/>
                      <a:pt x="3543" y="3405"/>
                      <a:pt x="3810" y="3405"/>
                    </a:cubicBezTo>
                    <a:cubicBezTo>
                      <a:pt x="4463" y="3405"/>
                      <a:pt x="5086" y="3405"/>
                      <a:pt x="5739" y="3405"/>
                    </a:cubicBezTo>
                    <a:cubicBezTo>
                      <a:pt x="6273" y="3405"/>
                      <a:pt x="6807" y="3405"/>
                      <a:pt x="7341" y="3405"/>
                    </a:cubicBezTo>
                    <a:cubicBezTo>
                      <a:pt x="7935" y="3405"/>
                      <a:pt x="8528" y="3405"/>
                      <a:pt x="9121" y="3405"/>
                    </a:cubicBezTo>
                    <a:cubicBezTo>
                      <a:pt x="9715" y="3405"/>
                      <a:pt x="10338" y="3308"/>
                      <a:pt x="10931" y="3211"/>
                    </a:cubicBezTo>
                    <a:cubicBezTo>
                      <a:pt x="12148" y="3114"/>
                      <a:pt x="13335" y="3114"/>
                      <a:pt x="14551" y="3114"/>
                    </a:cubicBezTo>
                    <a:cubicBezTo>
                      <a:pt x="15174" y="3114"/>
                      <a:pt x="15797" y="3114"/>
                      <a:pt x="16391" y="3114"/>
                    </a:cubicBezTo>
                    <a:cubicBezTo>
                      <a:pt x="16984" y="3114"/>
                      <a:pt x="17578" y="3016"/>
                      <a:pt x="18171" y="3016"/>
                    </a:cubicBezTo>
                    <a:cubicBezTo>
                      <a:pt x="18586" y="3016"/>
                      <a:pt x="19002" y="2919"/>
                      <a:pt x="19417" y="2822"/>
                    </a:cubicBezTo>
                    <a:cubicBezTo>
                      <a:pt x="19625" y="2822"/>
                      <a:pt x="19803" y="2822"/>
                      <a:pt x="20010" y="2822"/>
                    </a:cubicBezTo>
                    <a:cubicBezTo>
                      <a:pt x="20159" y="2822"/>
                      <a:pt x="20337" y="2822"/>
                      <a:pt x="20485" y="2822"/>
                    </a:cubicBezTo>
                    <a:cubicBezTo>
                      <a:pt x="20545" y="3600"/>
                      <a:pt x="20574" y="4378"/>
                      <a:pt x="20604" y="5060"/>
                    </a:cubicBezTo>
                    <a:cubicBezTo>
                      <a:pt x="20604" y="5449"/>
                      <a:pt x="20604" y="5935"/>
                      <a:pt x="20604" y="6325"/>
                    </a:cubicBezTo>
                    <a:cubicBezTo>
                      <a:pt x="20604" y="6811"/>
                      <a:pt x="20604" y="7395"/>
                      <a:pt x="20604" y="7881"/>
                    </a:cubicBezTo>
                    <a:cubicBezTo>
                      <a:pt x="20604" y="8757"/>
                      <a:pt x="20604" y="9730"/>
                      <a:pt x="20604" y="10606"/>
                    </a:cubicBezTo>
                    <a:cubicBezTo>
                      <a:pt x="20604" y="11579"/>
                      <a:pt x="20604" y="12552"/>
                      <a:pt x="20574" y="13524"/>
                    </a:cubicBezTo>
                    <a:cubicBezTo>
                      <a:pt x="20574" y="14400"/>
                      <a:pt x="20574" y="15373"/>
                      <a:pt x="20574" y="16249"/>
                    </a:cubicBezTo>
                    <a:cubicBezTo>
                      <a:pt x="20574" y="16346"/>
                      <a:pt x="20574" y="16443"/>
                      <a:pt x="20574" y="16541"/>
                    </a:cubicBezTo>
                    <a:cubicBezTo>
                      <a:pt x="20367" y="16541"/>
                      <a:pt x="20159" y="16541"/>
                      <a:pt x="19951" y="16541"/>
                    </a:cubicBezTo>
                    <a:cubicBezTo>
                      <a:pt x="19654" y="16541"/>
                      <a:pt x="19358" y="16541"/>
                      <a:pt x="19091" y="16541"/>
                    </a:cubicBezTo>
                    <a:cubicBezTo>
                      <a:pt x="18497" y="16443"/>
                      <a:pt x="17934" y="16443"/>
                      <a:pt x="17340" y="16443"/>
                    </a:cubicBezTo>
                    <a:cubicBezTo>
                      <a:pt x="16153" y="16443"/>
                      <a:pt x="14937" y="16541"/>
                      <a:pt x="13750" y="16638"/>
                    </a:cubicBezTo>
                    <a:cubicBezTo>
                      <a:pt x="12534" y="16735"/>
                      <a:pt x="11317" y="16930"/>
                      <a:pt x="10101" y="17125"/>
                    </a:cubicBezTo>
                    <a:cubicBezTo>
                      <a:pt x="9507" y="17222"/>
                      <a:pt x="8943" y="17416"/>
                      <a:pt x="8380" y="17514"/>
                    </a:cubicBezTo>
                    <a:cubicBezTo>
                      <a:pt x="7786" y="17611"/>
                      <a:pt x="7193" y="17708"/>
                      <a:pt x="6599" y="17903"/>
                    </a:cubicBezTo>
                    <a:cubicBezTo>
                      <a:pt x="6006" y="18000"/>
                      <a:pt x="5413" y="18097"/>
                      <a:pt x="4849" y="18195"/>
                    </a:cubicBezTo>
                    <a:cubicBezTo>
                      <a:pt x="4256" y="18292"/>
                      <a:pt x="3692" y="18389"/>
                      <a:pt x="3098" y="18487"/>
                    </a:cubicBezTo>
                    <a:cubicBezTo>
                      <a:pt x="2772" y="18487"/>
                      <a:pt x="2446" y="18584"/>
                      <a:pt x="2090" y="18584"/>
                    </a:cubicBezTo>
                    <a:cubicBezTo>
                      <a:pt x="1941" y="18584"/>
                      <a:pt x="1823" y="18584"/>
                      <a:pt x="1674" y="18584"/>
                    </a:cubicBezTo>
                    <a:cubicBezTo>
                      <a:pt x="1674" y="18195"/>
                      <a:pt x="1674" y="17708"/>
                      <a:pt x="1674" y="17319"/>
                    </a:cubicBezTo>
                    <a:cubicBezTo>
                      <a:pt x="1674" y="16346"/>
                      <a:pt x="1645" y="15373"/>
                      <a:pt x="1615" y="14400"/>
                    </a:cubicBezTo>
                    <a:cubicBezTo>
                      <a:pt x="1585" y="13427"/>
                      <a:pt x="1556" y="12552"/>
                      <a:pt x="1556" y="11579"/>
                    </a:cubicBezTo>
                    <a:cubicBezTo>
                      <a:pt x="1526" y="10703"/>
                      <a:pt x="1526" y="9730"/>
                      <a:pt x="1526" y="8854"/>
                    </a:cubicBezTo>
                    <a:cubicBezTo>
                      <a:pt x="1526" y="8562"/>
                      <a:pt x="1526" y="8368"/>
                      <a:pt x="1526" y="8076"/>
                    </a:cubicBezTo>
                    <a:cubicBezTo>
                      <a:pt x="1526" y="7784"/>
                      <a:pt x="1526" y="7589"/>
                      <a:pt x="1496" y="7297"/>
                    </a:cubicBezTo>
                    <a:cubicBezTo>
                      <a:pt x="1467" y="7006"/>
                      <a:pt x="1437" y="6714"/>
                      <a:pt x="1407" y="6422"/>
                    </a:cubicBezTo>
                    <a:cubicBezTo>
                      <a:pt x="1348" y="5935"/>
                      <a:pt x="1199" y="5643"/>
                      <a:pt x="1051" y="5643"/>
                    </a:cubicBezTo>
                    <a:cubicBezTo>
                      <a:pt x="962" y="5643"/>
                      <a:pt x="903" y="5643"/>
                      <a:pt x="843" y="5838"/>
                    </a:cubicBezTo>
                    <a:cubicBezTo>
                      <a:pt x="725" y="6032"/>
                      <a:pt x="665" y="6324"/>
                      <a:pt x="636" y="6714"/>
                    </a:cubicBezTo>
                    <a:cubicBezTo>
                      <a:pt x="636" y="6811"/>
                      <a:pt x="606" y="6908"/>
                      <a:pt x="606" y="7006"/>
                    </a:cubicBezTo>
                    <a:cubicBezTo>
                      <a:pt x="606" y="7200"/>
                      <a:pt x="576" y="7492"/>
                      <a:pt x="576" y="7687"/>
                    </a:cubicBezTo>
                    <a:cubicBezTo>
                      <a:pt x="576" y="7881"/>
                      <a:pt x="576" y="7978"/>
                      <a:pt x="576" y="8173"/>
                    </a:cubicBezTo>
                    <a:cubicBezTo>
                      <a:pt x="576" y="8562"/>
                      <a:pt x="576" y="8951"/>
                      <a:pt x="576" y="9341"/>
                    </a:cubicBezTo>
                    <a:cubicBezTo>
                      <a:pt x="576" y="10119"/>
                      <a:pt x="606" y="10897"/>
                      <a:pt x="636" y="11773"/>
                    </a:cubicBezTo>
                    <a:cubicBezTo>
                      <a:pt x="665" y="13135"/>
                      <a:pt x="725" y="14497"/>
                      <a:pt x="784" y="15859"/>
                    </a:cubicBezTo>
                    <a:cubicBezTo>
                      <a:pt x="814" y="16638"/>
                      <a:pt x="814" y="17416"/>
                      <a:pt x="843" y="18195"/>
                    </a:cubicBezTo>
                    <a:cubicBezTo>
                      <a:pt x="843" y="18778"/>
                      <a:pt x="873" y="19362"/>
                      <a:pt x="903" y="19946"/>
                    </a:cubicBezTo>
                    <a:cubicBezTo>
                      <a:pt x="903" y="20043"/>
                      <a:pt x="903" y="20140"/>
                      <a:pt x="903" y="20238"/>
                    </a:cubicBezTo>
                    <a:cubicBezTo>
                      <a:pt x="903" y="20530"/>
                      <a:pt x="962" y="20822"/>
                      <a:pt x="1021" y="21016"/>
                    </a:cubicBezTo>
                    <a:cubicBezTo>
                      <a:pt x="1140" y="21405"/>
                      <a:pt x="1288" y="21600"/>
                      <a:pt x="1467" y="21405"/>
                    </a:cubicBezTo>
                    <a:cubicBezTo>
                      <a:pt x="1467" y="21405"/>
                      <a:pt x="1467" y="21405"/>
                      <a:pt x="1467" y="21405"/>
                    </a:cubicBezTo>
                    <a:cubicBezTo>
                      <a:pt x="1526" y="21405"/>
                      <a:pt x="1585" y="21405"/>
                      <a:pt x="1645" y="21405"/>
                    </a:cubicBezTo>
                    <a:cubicBezTo>
                      <a:pt x="1674" y="21405"/>
                      <a:pt x="1704" y="21405"/>
                      <a:pt x="1734" y="21405"/>
                    </a:cubicBezTo>
                    <a:cubicBezTo>
                      <a:pt x="1882" y="21405"/>
                      <a:pt x="2001" y="21405"/>
                      <a:pt x="2149" y="21405"/>
                    </a:cubicBezTo>
                    <a:cubicBezTo>
                      <a:pt x="2416" y="21405"/>
                      <a:pt x="2713" y="21405"/>
                      <a:pt x="2980" y="21308"/>
                    </a:cubicBezTo>
                    <a:cubicBezTo>
                      <a:pt x="3276" y="21308"/>
                      <a:pt x="3573" y="21211"/>
                      <a:pt x="3840" y="21211"/>
                    </a:cubicBezTo>
                    <a:cubicBezTo>
                      <a:pt x="4137" y="21211"/>
                      <a:pt x="4434" y="21114"/>
                      <a:pt x="4730" y="21016"/>
                    </a:cubicBezTo>
                    <a:cubicBezTo>
                      <a:pt x="5027" y="20919"/>
                      <a:pt x="5324" y="20919"/>
                      <a:pt x="5620" y="20822"/>
                    </a:cubicBezTo>
                    <a:cubicBezTo>
                      <a:pt x="5917" y="20822"/>
                      <a:pt x="6184" y="20725"/>
                      <a:pt x="6481" y="20725"/>
                    </a:cubicBezTo>
                    <a:cubicBezTo>
                      <a:pt x="7074" y="20627"/>
                      <a:pt x="7668" y="20530"/>
                      <a:pt x="8261" y="20335"/>
                    </a:cubicBezTo>
                    <a:cubicBezTo>
                      <a:pt x="8884" y="20238"/>
                      <a:pt x="9507" y="20043"/>
                      <a:pt x="10130" y="19946"/>
                    </a:cubicBezTo>
                    <a:cubicBezTo>
                      <a:pt x="10724" y="19849"/>
                      <a:pt x="11347" y="19752"/>
                      <a:pt x="11940" y="19654"/>
                    </a:cubicBezTo>
                    <a:cubicBezTo>
                      <a:pt x="12504" y="19557"/>
                      <a:pt x="13068" y="19460"/>
                      <a:pt x="13661" y="19460"/>
                    </a:cubicBezTo>
                    <a:cubicBezTo>
                      <a:pt x="14254" y="19362"/>
                      <a:pt x="14848" y="19362"/>
                      <a:pt x="15471" y="19362"/>
                    </a:cubicBezTo>
                    <a:cubicBezTo>
                      <a:pt x="16094" y="19362"/>
                      <a:pt x="16717" y="19265"/>
                      <a:pt x="17340" y="19265"/>
                    </a:cubicBezTo>
                    <a:cubicBezTo>
                      <a:pt x="17607" y="19265"/>
                      <a:pt x="17874" y="19265"/>
                      <a:pt x="18141" y="19265"/>
                    </a:cubicBezTo>
                    <a:cubicBezTo>
                      <a:pt x="18438" y="19265"/>
                      <a:pt x="18735" y="19265"/>
                      <a:pt x="19031" y="19362"/>
                    </a:cubicBezTo>
                    <a:cubicBezTo>
                      <a:pt x="19447" y="19362"/>
                      <a:pt x="19862" y="19460"/>
                      <a:pt x="20278" y="19460"/>
                    </a:cubicBezTo>
                    <a:cubicBezTo>
                      <a:pt x="20485" y="19460"/>
                      <a:pt x="20693" y="19460"/>
                      <a:pt x="20901" y="19460"/>
                    </a:cubicBezTo>
                    <a:cubicBezTo>
                      <a:pt x="20960" y="19460"/>
                      <a:pt x="21049" y="19460"/>
                      <a:pt x="21108" y="19362"/>
                    </a:cubicBezTo>
                    <a:cubicBezTo>
                      <a:pt x="21257" y="19265"/>
                      <a:pt x="21435" y="19070"/>
                      <a:pt x="21494" y="18584"/>
                    </a:cubicBezTo>
                    <a:cubicBezTo>
                      <a:pt x="21524" y="18292"/>
                      <a:pt x="21553" y="18097"/>
                      <a:pt x="21583" y="17806"/>
                    </a:cubicBezTo>
                    <a:cubicBezTo>
                      <a:pt x="21583" y="17611"/>
                      <a:pt x="21583" y="17416"/>
                      <a:pt x="21583" y="17222"/>
                    </a:cubicBezTo>
                    <a:cubicBezTo>
                      <a:pt x="21583" y="17125"/>
                      <a:pt x="21583" y="17027"/>
                      <a:pt x="21583" y="16930"/>
                    </a:cubicBezTo>
                    <a:cubicBezTo>
                      <a:pt x="21553" y="16151"/>
                      <a:pt x="21553" y="15373"/>
                      <a:pt x="21553" y="14595"/>
                    </a:cubicBezTo>
                    <a:cubicBezTo>
                      <a:pt x="21553" y="13622"/>
                      <a:pt x="21553" y="12649"/>
                      <a:pt x="21553" y="11676"/>
                    </a:cubicBezTo>
                    <a:cubicBezTo>
                      <a:pt x="21553" y="10703"/>
                      <a:pt x="21553" y="9730"/>
                      <a:pt x="21553" y="8757"/>
                    </a:cubicBezTo>
                    <a:cubicBezTo>
                      <a:pt x="21553" y="7784"/>
                      <a:pt x="21553" y="6811"/>
                      <a:pt x="21553" y="5935"/>
                    </a:cubicBezTo>
                    <a:cubicBezTo>
                      <a:pt x="21553" y="5643"/>
                      <a:pt x="21553" y="5449"/>
                      <a:pt x="21553" y="5157"/>
                    </a:cubicBezTo>
                    <a:cubicBezTo>
                      <a:pt x="21553" y="4865"/>
                      <a:pt x="21524" y="4476"/>
                      <a:pt x="21524" y="4184"/>
                    </a:cubicBezTo>
                    <a:cubicBezTo>
                      <a:pt x="21494" y="3697"/>
                      <a:pt x="21494" y="3211"/>
                      <a:pt x="21464" y="2822"/>
                    </a:cubicBezTo>
                    <a:cubicBezTo>
                      <a:pt x="21435" y="2335"/>
                      <a:pt x="21405" y="1849"/>
                      <a:pt x="21346" y="1362"/>
                    </a:cubicBezTo>
                    <a:cubicBezTo>
                      <a:pt x="21316" y="1168"/>
                      <a:pt x="21316" y="1070"/>
                      <a:pt x="21286" y="973"/>
                    </a:cubicBezTo>
                    <a:cubicBezTo>
                      <a:pt x="21227" y="681"/>
                      <a:pt x="21197" y="584"/>
                      <a:pt x="21138" y="389"/>
                    </a:cubicBezTo>
                    <a:cubicBezTo>
                      <a:pt x="21019" y="97"/>
                      <a:pt x="20901" y="0"/>
                      <a:pt x="20752" y="0"/>
                    </a:cubicBezTo>
                    <a:cubicBezTo>
                      <a:pt x="20723" y="0"/>
                      <a:pt x="20693" y="0"/>
                      <a:pt x="20663" y="0"/>
                    </a:cubicBezTo>
                    <a:cubicBezTo>
                      <a:pt x="20337" y="0"/>
                      <a:pt x="20218" y="97"/>
                      <a:pt x="20129" y="97"/>
                    </a:cubicBezTo>
                    <a:lnTo>
                      <a:pt x="20129" y="97"/>
                    </a:lnTo>
                    <a:lnTo>
                      <a:pt x="20129" y="97"/>
                    </a:lnTo>
                    <a:close/>
                    <a:moveTo>
                      <a:pt x="20456" y="2724"/>
                    </a:moveTo>
                    <a:cubicBezTo>
                      <a:pt x="20456" y="2724"/>
                      <a:pt x="20456" y="2724"/>
                      <a:pt x="20456" y="2724"/>
                    </a:cubicBezTo>
                    <a:cubicBezTo>
                      <a:pt x="20456" y="2724"/>
                      <a:pt x="20456" y="2724"/>
                      <a:pt x="20456" y="2724"/>
                    </a:cubicBezTo>
                    <a:cubicBezTo>
                      <a:pt x="20456" y="2724"/>
                      <a:pt x="20456" y="2724"/>
                      <a:pt x="20456" y="2724"/>
                    </a:cubicBezTo>
                    <a:cubicBezTo>
                      <a:pt x="20456" y="2724"/>
                      <a:pt x="20456" y="2724"/>
                      <a:pt x="20456" y="2724"/>
                    </a:cubicBezTo>
                    <a:lnTo>
                      <a:pt x="20456" y="2724"/>
                    </a:lnTo>
                    <a:lnTo>
                      <a:pt x="20456" y="2724"/>
                    </a:ln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70" name="Google Shape;270;ge5669b8a30_1_341"/>
              <p:cNvSpPr/>
              <p:nvPr/>
            </p:nvSpPr>
            <p:spPr>
              <a:xfrm>
                <a:off x="2493606" y="3045474"/>
                <a:ext cx="252774" cy="203580"/>
              </a:xfrm>
              <a:custGeom>
                <a:rect b="b" l="l" r="r" t="t"/>
                <a:pathLst>
                  <a:path extrusionOk="0" h="21600" w="21600">
                    <a:moveTo>
                      <a:pt x="839" y="1041"/>
                    </a:moveTo>
                    <a:cubicBezTo>
                      <a:pt x="1049" y="781"/>
                      <a:pt x="1258" y="520"/>
                      <a:pt x="1468" y="260"/>
                    </a:cubicBezTo>
                    <a:cubicBezTo>
                      <a:pt x="1678" y="0"/>
                      <a:pt x="2097" y="0"/>
                      <a:pt x="2307" y="0"/>
                    </a:cubicBezTo>
                    <a:cubicBezTo>
                      <a:pt x="2307" y="0"/>
                      <a:pt x="2307" y="0"/>
                      <a:pt x="2307" y="0"/>
                    </a:cubicBezTo>
                    <a:cubicBezTo>
                      <a:pt x="2517" y="0"/>
                      <a:pt x="2726" y="0"/>
                      <a:pt x="2726" y="0"/>
                    </a:cubicBezTo>
                    <a:cubicBezTo>
                      <a:pt x="2936" y="0"/>
                      <a:pt x="3355" y="260"/>
                      <a:pt x="3565" y="521"/>
                    </a:cubicBezTo>
                    <a:cubicBezTo>
                      <a:pt x="3775" y="781"/>
                      <a:pt x="3985" y="1041"/>
                      <a:pt x="3985" y="1301"/>
                    </a:cubicBezTo>
                    <a:cubicBezTo>
                      <a:pt x="4194" y="1561"/>
                      <a:pt x="4194" y="1822"/>
                      <a:pt x="4404" y="2342"/>
                    </a:cubicBezTo>
                    <a:cubicBezTo>
                      <a:pt x="4614" y="2863"/>
                      <a:pt x="5033" y="3643"/>
                      <a:pt x="5243" y="4164"/>
                    </a:cubicBezTo>
                    <a:cubicBezTo>
                      <a:pt x="5872" y="5465"/>
                      <a:pt x="6291" y="6506"/>
                      <a:pt x="6711" y="7807"/>
                    </a:cubicBezTo>
                    <a:cubicBezTo>
                      <a:pt x="7130" y="9109"/>
                      <a:pt x="7759" y="10150"/>
                      <a:pt x="8179" y="11451"/>
                    </a:cubicBezTo>
                    <a:cubicBezTo>
                      <a:pt x="8388" y="11971"/>
                      <a:pt x="8598" y="12752"/>
                      <a:pt x="9018" y="13273"/>
                    </a:cubicBezTo>
                    <a:cubicBezTo>
                      <a:pt x="9227" y="13533"/>
                      <a:pt x="9227" y="13793"/>
                      <a:pt x="9437" y="14053"/>
                    </a:cubicBezTo>
                    <a:cubicBezTo>
                      <a:pt x="9647" y="14574"/>
                      <a:pt x="9856" y="15094"/>
                      <a:pt x="9856" y="15615"/>
                    </a:cubicBezTo>
                    <a:cubicBezTo>
                      <a:pt x="9856" y="15615"/>
                      <a:pt x="9856" y="15875"/>
                      <a:pt x="10066" y="15875"/>
                    </a:cubicBezTo>
                    <a:cubicBezTo>
                      <a:pt x="10276" y="15615"/>
                      <a:pt x="10485" y="15094"/>
                      <a:pt x="10695" y="14834"/>
                    </a:cubicBezTo>
                    <a:cubicBezTo>
                      <a:pt x="11115" y="14053"/>
                      <a:pt x="11534" y="13533"/>
                      <a:pt x="11953" y="12752"/>
                    </a:cubicBezTo>
                    <a:cubicBezTo>
                      <a:pt x="12792" y="11191"/>
                      <a:pt x="13631" y="9629"/>
                      <a:pt x="14680" y="8068"/>
                    </a:cubicBezTo>
                    <a:cubicBezTo>
                      <a:pt x="15518" y="6766"/>
                      <a:pt x="16567" y="5465"/>
                      <a:pt x="17616" y="4164"/>
                    </a:cubicBezTo>
                    <a:cubicBezTo>
                      <a:pt x="18245" y="3643"/>
                      <a:pt x="18664" y="2863"/>
                      <a:pt x="19293" y="2342"/>
                    </a:cubicBezTo>
                    <a:cubicBezTo>
                      <a:pt x="19503" y="2342"/>
                      <a:pt x="19503" y="2082"/>
                      <a:pt x="19713" y="2082"/>
                    </a:cubicBezTo>
                    <a:cubicBezTo>
                      <a:pt x="19922" y="2082"/>
                      <a:pt x="20132" y="1822"/>
                      <a:pt x="20132" y="1822"/>
                    </a:cubicBezTo>
                    <a:cubicBezTo>
                      <a:pt x="20342" y="1562"/>
                      <a:pt x="20761" y="1301"/>
                      <a:pt x="20971" y="1301"/>
                    </a:cubicBezTo>
                    <a:cubicBezTo>
                      <a:pt x="20971" y="1301"/>
                      <a:pt x="21181" y="1041"/>
                      <a:pt x="21181" y="1041"/>
                    </a:cubicBezTo>
                    <a:cubicBezTo>
                      <a:pt x="21181" y="1041"/>
                      <a:pt x="21181" y="1041"/>
                      <a:pt x="21390" y="1041"/>
                    </a:cubicBezTo>
                    <a:cubicBezTo>
                      <a:pt x="21600" y="1041"/>
                      <a:pt x="21600" y="1041"/>
                      <a:pt x="21600" y="1301"/>
                    </a:cubicBezTo>
                    <a:lnTo>
                      <a:pt x="21600" y="1301"/>
                    </a:lnTo>
                    <a:cubicBezTo>
                      <a:pt x="21600" y="1301"/>
                      <a:pt x="21600" y="1301"/>
                      <a:pt x="21600" y="1562"/>
                    </a:cubicBezTo>
                    <a:cubicBezTo>
                      <a:pt x="21600" y="1562"/>
                      <a:pt x="21600" y="1562"/>
                      <a:pt x="21600" y="1562"/>
                    </a:cubicBezTo>
                    <a:cubicBezTo>
                      <a:pt x="21600" y="1562"/>
                      <a:pt x="21390" y="1822"/>
                      <a:pt x="21390" y="1822"/>
                    </a:cubicBezTo>
                    <a:cubicBezTo>
                      <a:pt x="21390" y="2082"/>
                      <a:pt x="21181" y="2342"/>
                      <a:pt x="21181" y="2602"/>
                    </a:cubicBezTo>
                    <a:cubicBezTo>
                      <a:pt x="21181" y="2863"/>
                      <a:pt x="21181" y="3383"/>
                      <a:pt x="21181" y="3643"/>
                    </a:cubicBezTo>
                    <a:cubicBezTo>
                      <a:pt x="21181" y="3904"/>
                      <a:pt x="21181" y="4424"/>
                      <a:pt x="20971" y="4945"/>
                    </a:cubicBezTo>
                    <a:cubicBezTo>
                      <a:pt x="20761" y="5465"/>
                      <a:pt x="20761" y="5725"/>
                      <a:pt x="20551" y="6246"/>
                    </a:cubicBezTo>
                    <a:cubicBezTo>
                      <a:pt x="20342" y="6766"/>
                      <a:pt x="20132" y="7287"/>
                      <a:pt x="19922" y="8068"/>
                    </a:cubicBezTo>
                    <a:cubicBezTo>
                      <a:pt x="19713" y="8848"/>
                      <a:pt x="19293" y="9629"/>
                      <a:pt x="18874" y="10410"/>
                    </a:cubicBezTo>
                    <a:cubicBezTo>
                      <a:pt x="18664" y="11191"/>
                      <a:pt x="18245" y="11711"/>
                      <a:pt x="17825" y="12492"/>
                    </a:cubicBezTo>
                    <a:cubicBezTo>
                      <a:pt x="17196" y="13793"/>
                      <a:pt x="16357" y="15354"/>
                      <a:pt x="15728" y="16656"/>
                    </a:cubicBezTo>
                    <a:cubicBezTo>
                      <a:pt x="15309" y="17436"/>
                      <a:pt x="14889" y="17957"/>
                      <a:pt x="14680" y="18737"/>
                    </a:cubicBezTo>
                    <a:cubicBezTo>
                      <a:pt x="14470" y="19258"/>
                      <a:pt x="14050" y="19778"/>
                      <a:pt x="13841" y="20299"/>
                    </a:cubicBezTo>
                    <a:cubicBezTo>
                      <a:pt x="13421" y="20819"/>
                      <a:pt x="12792" y="21340"/>
                      <a:pt x="12163" y="21600"/>
                    </a:cubicBezTo>
                    <a:cubicBezTo>
                      <a:pt x="11953" y="21600"/>
                      <a:pt x="11744" y="21600"/>
                      <a:pt x="11534" y="21600"/>
                    </a:cubicBezTo>
                    <a:cubicBezTo>
                      <a:pt x="11115" y="21600"/>
                      <a:pt x="10695" y="21600"/>
                      <a:pt x="10485" y="21340"/>
                    </a:cubicBezTo>
                    <a:cubicBezTo>
                      <a:pt x="10066" y="21080"/>
                      <a:pt x="9856" y="20819"/>
                      <a:pt x="9647" y="20299"/>
                    </a:cubicBezTo>
                    <a:cubicBezTo>
                      <a:pt x="9647" y="20039"/>
                      <a:pt x="9437" y="19778"/>
                      <a:pt x="9437" y="19778"/>
                    </a:cubicBezTo>
                    <a:cubicBezTo>
                      <a:pt x="9227" y="19778"/>
                      <a:pt x="9227" y="19518"/>
                      <a:pt x="9017" y="19518"/>
                    </a:cubicBezTo>
                    <a:cubicBezTo>
                      <a:pt x="8808" y="19258"/>
                      <a:pt x="8388" y="18998"/>
                      <a:pt x="8179" y="18737"/>
                    </a:cubicBezTo>
                    <a:cubicBezTo>
                      <a:pt x="7969" y="18477"/>
                      <a:pt x="7759" y="18217"/>
                      <a:pt x="7550" y="17957"/>
                    </a:cubicBezTo>
                    <a:cubicBezTo>
                      <a:pt x="7340" y="17697"/>
                      <a:pt x="7130" y="17436"/>
                      <a:pt x="6920" y="17176"/>
                    </a:cubicBezTo>
                    <a:cubicBezTo>
                      <a:pt x="6501" y="16656"/>
                      <a:pt x="6291" y="16135"/>
                      <a:pt x="5872" y="15615"/>
                    </a:cubicBezTo>
                    <a:cubicBezTo>
                      <a:pt x="5452" y="14834"/>
                      <a:pt x="5033" y="14313"/>
                      <a:pt x="4614" y="13533"/>
                    </a:cubicBezTo>
                    <a:cubicBezTo>
                      <a:pt x="3984" y="12492"/>
                      <a:pt x="3565" y="11191"/>
                      <a:pt x="2936" y="10150"/>
                    </a:cubicBezTo>
                    <a:cubicBezTo>
                      <a:pt x="2307" y="8848"/>
                      <a:pt x="1887" y="7807"/>
                      <a:pt x="1258" y="6506"/>
                    </a:cubicBezTo>
                    <a:cubicBezTo>
                      <a:pt x="1049" y="5986"/>
                      <a:pt x="839" y="5726"/>
                      <a:pt x="629" y="5205"/>
                    </a:cubicBezTo>
                    <a:cubicBezTo>
                      <a:pt x="629" y="5205"/>
                      <a:pt x="629" y="4945"/>
                      <a:pt x="419" y="4945"/>
                    </a:cubicBezTo>
                    <a:cubicBezTo>
                      <a:pt x="419" y="4685"/>
                      <a:pt x="210" y="4164"/>
                      <a:pt x="210" y="4164"/>
                    </a:cubicBezTo>
                    <a:cubicBezTo>
                      <a:pt x="210" y="3904"/>
                      <a:pt x="0" y="3644"/>
                      <a:pt x="0" y="3383"/>
                    </a:cubicBezTo>
                    <a:cubicBezTo>
                      <a:pt x="629" y="1822"/>
                      <a:pt x="629" y="1561"/>
                      <a:pt x="839" y="1041"/>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71" name="Google Shape;271;ge5669b8a30_1_341"/>
              <p:cNvSpPr/>
              <p:nvPr/>
            </p:nvSpPr>
            <p:spPr>
              <a:xfrm>
                <a:off x="2493606" y="3929016"/>
                <a:ext cx="252774" cy="203580"/>
              </a:xfrm>
              <a:custGeom>
                <a:rect b="b" l="l" r="r" t="t"/>
                <a:pathLst>
                  <a:path extrusionOk="0" h="21600" w="21600">
                    <a:moveTo>
                      <a:pt x="839" y="1041"/>
                    </a:moveTo>
                    <a:cubicBezTo>
                      <a:pt x="1049" y="781"/>
                      <a:pt x="1258" y="521"/>
                      <a:pt x="1468" y="260"/>
                    </a:cubicBezTo>
                    <a:cubicBezTo>
                      <a:pt x="1678" y="0"/>
                      <a:pt x="2097" y="0"/>
                      <a:pt x="2307" y="0"/>
                    </a:cubicBezTo>
                    <a:cubicBezTo>
                      <a:pt x="2307" y="0"/>
                      <a:pt x="2307" y="0"/>
                      <a:pt x="2307" y="0"/>
                    </a:cubicBezTo>
                    <a:cubicBezTo>
                      <a:pt x="2517" y="0"/>
                      <a:pt x="2726" y="0"/>
                      <a:pt x="2726" y="0"/>
                    </a:cubicBezTo>
                    <a:cubicBezTo>
                      <a:pt x="2936" y="0"/>
                      <a:pt x="3355" y="260"/>
                      <a:pt x="3565" y="520"/>
                    </a:cubicBezTo>
                    <a:cubicBezTo>
                      <a:pt x="3775" y="781"/>
                      <a:pt x="3985" y="1041"/>
                      <a:pt x="3985" y="1301"/>
                    </a:cubicBezTo>
                    <a:cubicBezTo>
                      <a:pt x="4194" y="1561"/>
                      <a:pt x="4194" y="1822"/>
                      <a:pt x="4404" y="2342"/>
                    </a:cubicBezTo>
                    <a:cubicBezTo>
                      <a:pt x="4614" y="2863"/>
                      <a:pt x="5033" y="3643"/>
                      <a:pt x="5243" y="4164"/>
                    </a:cubicBezTo>
                    <a:cubicBezTo>
                      <a:pt x="5872" y="5465"/>
                      <a:pt x="6291" y="6506"/>
                      <a:pt x="6711" y="7807"/>
                    </a:cubicBezTo>
                    <a:cubicBezTo>
                      <a:pt x="7130" y="9108"/>
                      <a:pt x="7759" y="10149"/>
                      <a:pt x="8179" y="11451"/>
                    </a:cubicBezTo>
                    <a:cubicBezTo>
                      <a:pt x="8388" y="11971"/>
                      <a:pt x="8598" y="12752"/>
                      <a:pt x="9018" y="13272"/>
                    </a:cubicBezTo>
                    <a:cubicBezTo>
                      <a:pt x="9227" y="13532"/>
                      <a:pt x="9227" y="13792"/>
                      <a:pt x="9437" y="14053"/>
                    </a:cubicBezTo>
                    <a:cubicBezTo>
                      <a:pt x="9647" y="14573"/>
                      <a:pt x="9856" y="15094"/>
                      <a:pt x="9856" y="15614"/>
                    </a:cubicBezTo>
                    <a:cubicBezTo>
                      <a:pt x="9856" y="15614"/>
                      <a:pt x="9856" y="15875"/>
                      <a:pt x="10066" y="15875"/>
                    </a:cubicBezTo>
                    <a:cubicBezTo>
                      <a:pt x="10276" y="15614"/>
                      <a:pt x="10485" y="15094"/>
                      <a:pt x="10695" y="14834"/>
                    </a:cubicBezTo>
                    <a:cubicBezTo>
                      <a:pt x="11115" y="14053"/>
                      <a:pt x="11534" y="13532"/>
                      <a:pt x="11953" y="12751"/>
                    </a:cubicBezTo>
                    <a:cubicBezTo>
                      <a:pt x="12792" y="11190"/>
                      <a:pt x="13631" y="9629"/>
                      <a:pt x="14680" y="8067"/>
                    </a:cubicBezTo>
                    <a:cubicBezTo>
                      <a:pt x="15518" y="6766"/>
                      <a:pt x="16567" y="5465"/>
                      <a:pt x="17616" y="4163"/>
                    </a:cubicBezTo>
                    <a:cubicBezTo>
                      <a:pt x="18245" y="3643"/>
                      <a:pt x="18664" y="2862"/>
                      <a:pt x="19293" y="2342"/>
                    </a:cubicBezTo>
                    <a:cubicBezTo>
                      <a:pt x="19503" y="2342"/>
                      <a:pt x="19503" y="2082"/>
                      <a:pt x="19713" y="2082"/>
                    </a:cubicBezTo>
                    <a:cubicBezTo>
                      <a:pt x="19922" y="2082"/>
                      <a:pt x="20132" y="1822"/>
                      <a:pt x="20132" y="1822"/>
                    </a:cubicBezTo>
                    <a:cubicBezTo>
                      <a:pt x="20342" y="1561"/>
                      <a:pt x="20761" y="1301"/>
                      <a:pt x="20971" y="1301"/>
                    </a:cubicBezTo>
                    <a:cubicBezTo>
                      <a:pt x="20971" y="1301"/>
                      <a:pt x="21181" y="1041"/>
                      <a:pt x="21181" y="1041"/>
                    </a:cubicBezTo>
                    <a:cubicBezTo>
                      <a:pt x="21181" y="1041"/>
                      <a:pt x="21181" y="1041"/>
                      <a:pt x="21390" y="1041"/>
                    </a:cubicBezTo>
                    <a:cubicBezTo>
                      <a:pt x="21600" y="1041"/>
                      <a:pt x="21600" y="1041"/>
                      <a:pt x="21600" y="1301"/>
                    </a:cubicBezTo>
                    <a:lnTo>
                      <a:pt x="21600" y="1301"/>
                    </a:lnTo>
                    <a:cubicBezTo>
                      <a:pt x="21600" y="1301"/>
                      <a:pt x="21600" y="1301"/>
                      <a:pt x="21600" y="1561"/>
                    </a:cubicBezTo>
                    <a:cubicBezTo>
                      <a:pt x="21600" y="1561"/>
                      <a:pt x="21600" y="1561"/>
                      <a:pt x="21600" y="1561"/>
                    </a:cubicBezTo>
                    <a:cubicBezTo>
                      <a:pt x="21600" y="1561"/>
                      <a:pt x="21390" y="1822"/>
                      <a:pt x="21390" y="1822"/>
                    </a:cubicBezTo>
                    <a:cubicBezTo>
                      <a:pt x="21390" y="2082"/>
                      <a:pt x="21181" y="2342"/>
                      <a:pt x="21181" y="2602"/>
                    </a:cubicBezTo>
                    <a:cubicBezTo>
                      <a:pt x="21181" y="2863"/>
                      <a:pt x="21181" y="3383"/>
                      <a:pt x="21181" y="3643"/>
                    </a:cubicBezTo>
                    <a:cubicBezTo>
                      <a:pt x="21181" y="3904"/>
                      <a:pt x="21181" y="4424"/>
                      <a:pt x="20971" y="4945"/>
                    </a:cubicBezTo>
                    <a:cubicBezTo>
                      <a:pt x="20761" y="5465"/>
                      <a:pt x="20761" y="5725"/>
                      <a:pt x="20551" y="6246"/>
                    </a:cubicBezTo>
                    <a:cubicBezTo>
                      <a:pt x="20342" y="6766"/>
                      <a:pt x="20132" y="7287"/>
                      <a:pt x="19922" y="8067"/>
                    </a:cubicBezTo>
                    <a:cubicBezTo>
                      <a:pt x="19713" y="8848"/>
                      <a:pt x="19293" y="9629"/>
                      <a:pt x="18874" y="10410"/>
                    </a:cubicBezTo>
                    <a:cubicBezTo>
                      <a:pt x="18664" y="11190"/>
                      <a:pt x="18245" y="11711"/>
                      <a:pt x="17825" y="12492"/>
                    </a:cubicBezTo>
                    <a:cubicBezTo>
                      <a:pt x="17196" y="13793"/>
                      <a:pt x="16357" y="15354"/>
                      <a:pt x="15728" y="16655"/>
                    </a:cubicBezTo>
                    <a:cubicBezTo>
                      <a:pt x="15309" y="17436"/>
                      <a:pt x="14889" y="17957"/>
                      <a:pt x="14680" y="18737"/>
                    </a:cubicBezTo>
                    <a:cubicBezTo>
                      <a:pt x="14470" y="19258"/>
                      <a:pt x="14050" y="19778"/>
                      <a:pt x="13841" y="20299"/>
                    </a:cubicBezTo>
                    <a:cubicBezTo>
                      <a:pt x="13421" y="20819"/>
                      <a:pt x="12792" y="21340"/>
                      <a:pt x="12163" y="21600"/>
                    </a:cubicBezTo>
                    <a:cubicBezTo>
                      <a:pt x="11953" y="21600"/>
                      <a:pt x="11744" y="21600"/>
                      <a:pt x="11534" y="21600"/>
                    </a:cubicBezTo>
                    <a:cubicBezTo>
                      <a:pt x="11115" y="21600"/>
                      <a:pt x="10695" y="21600"/>
                      <a:pt x="10485" y="21340"/>
                    </a:cubicBezTo>
                    <a:cubicBezTo>
                      <a:pt x="10066" y="21080"/>
                      <a:pt x="9856" y="20819"/>
                      <a:pt x="9647" y="20299"/>
                    </a:cubicBezTo>
                    <a:cubicBezTo>
                      <a:pt x="9647" y="20039"/>
                      <a:pt x="9437" y="19778"/>
                      <a:pt x="9437" y="19778"/>
                    </a:cubicBezTo>
                    <a:cubicBezTo>
                      <a:pt x="9227" y="19778"/>
                      <a:pt x="9227" y="19518"/>
                      <a:pt x="9017" y="19518"/>
                    </a:cubicBezTo>
                    <a:cubicBezTo>
                      <a:pt x="8808" y="19258"/>
                      <a:pt x="8388" y="18998"/>
                      <a:pt x="8179" y="18737"/>
                    </a:cubicBezTo>
                    <a:cubicBezTo>
                      <a:pt x="7969" y="18477"/>
                      <a:pt x="7759" y="18217"/>
                      <a:pt x="7550" y="17957"/>
                    </a:cubicBezTo>
                    <a:cubicBezTo>
                      <a:pt x="7340" y="17696"/>
                      <a:pt x="7130" y="17436"/>
                      <a:pt x="6920" y="17176"/>
                    </a:cubicBezTo>
                    <a:cubicBezTo>
                      <a:pt x="6501" y="16655"/>
                      <a:pt x="6291" y="16135"/>
                      <a:pt x="5872" y="15614"/>
                    </a:cubicBezTo>
                    <a:cubicBezTo>
                      <a:pt x="5452" y="14834"/>
                      <a:pt x="5033" y="14313"/>
                      <a:pt x="4614" y="13532"/>
                    </a:cubicBezTo>
                    <a:cubicBezTo>
                      <a:pt x="3984" y="12491"/>
                      <a:pt x="3565" y="11190"/>
                      <a:pt x="2936" y="10149"/>
                    </a:cubicBezTo>
                    <a:cubicBezTo>
                      <a:pt x="2307" y="8848"/>
                      <a:pt x="1887" y="7807"/>
                      <a:pt x="1258" y="6506"/>
                    </a:cubicBezTo>
                    <a:cubicBezTo>
                      <a:pt x="1049" y="5985"/>
                      <a:pt x="839" y="5725"/>
                      <a:pt x="629" y="5204"/>
                    </a:cubicBezTo>
                    <a:cubicBezTo>
                      <a:pt x="629" y="5204"/>
                      <a:pt x="629" y="4944"/>
                      <a:pt x="419" y="4944"/>
                    </a:cubicBezTo>
                    <a:cubicBezTo>
                      <a:pt x="419" y="4684"/>
                      <a:pt x="210" y="4163"/>
                      <a:pt x="210" y="4163"/>
                    </a:cubicBezTo>
                    <a:cubicBezTo>
                      <a:pt x="210" y="3903"/>
                      <a:pt x="0" y="3643"/>
                      <a:pt x="0" y="3383"/>
                    </a:cubicBezTo>
                    <a:cubicBezTo>
                      <a:pt x="629" y="1822"/>
                      <a:pt x="629" y="1301"/>
                      <a:pt x="839" y="1041"/>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72" name="Google Shape;272;ge5669b8a30_1_341"/>
              <p:cNvSpPr txBox="1"/>
              <p:nvPr/>
            </p:nvSpPr>
            <p:spPr>
              <a:xfrm>
                <a:off x="1904140" y="2579778"/>
                <a:ext cx="1439700" cy="2949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rgbClr val="000000"/>
                    </a:solidFill>
                    <a:latin typeface="Arial"/>
                    <a:ea typeface="Arial"/>
                    <a:cs typeface="Arial"/>
                    <a:sym typeface="Arial"/>
                  </a:rPr>
                  <a:t>Mosi</a:t>
                </a:r>
                <a:endParaRPr b="0" i="0" sz="1600" u="none" cap="none" strike="noStrike">
                  <a:solidFill>
                    <a:srgbClr val="000000"/>
                  </a:solidFill>
                  <a:latin typeface="Arial"/>
                  <a:ea typeface="Arial"/>
                  <a:cs typeface="Arial"/>
                  <a:sym typeface="Arial"/>
                </a:endParaRPr>
              </a:p>
            </p:txBody>
          </p:sp>
          <p:sp>
            <p:nvSpPr>
              <p:cNvPr id="273" name="Google Shape;273;ge5669b8a30_1_341"/>
              <p:cNvSpPr txBox="1"/>
              <p:nvPr/>
            </p:nvSpPr>
            <p:spPr>
              <a:xfrm>
                <a:off x="1900000" y="3368256"/>
                <a:ext cx="1439700" cy="5094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Pernyatan Sikap (Pendapat)</a:t>
                </a:r>
                <a:endParaRPr b="0" i="0" sz="1600" u="none" cap="none" strike="noStrike">
                  <a:solidFill>
                    <a:srgbClr val="000000"/>
                  </a:solidFill>
                  <a:latin typeface="Arial"/>
                  <a:ea typeface="Arial"/>
                  <a:cs typeface="Arial"/>
                  <a:sym typeface="Arial"/>
                </a:endParaRPr>
              </a:p>
            </p:txBody>
          </p:sp>
          <p:sp>
            <p:nvSpPr>
              <p:cNvPr id="274" name="Google Shape;274;ge5669b8a30_1_341"/>
              <p:cNvSpPr txBox="1"/>
              <p:nvPr/>
            </p:nvSpPr>
            <p:spPr>
              <a:xfrm>
                <a:off x="1707143" y="4267227"/>
                <a:ext cx="1632600" cy="2949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rgbClr val="000000"/>
                    </a:solidFill>
                    <a:latin typeface="Arial"/>
                    <a:ea typeface="Arial"/>
                    <a:cs typeface="Arial"/>
                    <a:sym typeface="Arial"/>
                  </a:rPr>
                  <a:t>Argumentasi</a:t>
                </a:r>
                <a:endParaRPr b="0" i="0" sz="1600" u="none" cap="none" strike="noStrike">
                  <a:solidFill>
                    <a:srgbClr val="000000"/>
                  </a:solidFill>
                  <a:latin typeface="Arial"/>
                  <a:ea typeface="Arial"/>
                  <a:cs typeface="Arial"/>
                  <a:sym typeface="Arial"/>
                </a:endParaRPr>
              </a:p>
            </p:txBody>
          </p:sp>
          <p:sp>
            <p:nvSpPr>
              <p:cNvPr id="275" name="Google Shape;275;ge5669b8a30_1_341"/>
              <p:cNvSpPr/>
              <p:nvPr/>
            </p:nvSpPr>
            <p:spPr>
              <a:xfrm flipH="1">
                <a:off x="2490311" y="1713524"/>
                <a:ext cx="1881360" cy="1331587"/>
              </a:xfrm>
              <a:custGeom>
                <a:rect b="b" l="l" r="r" t="t"/>
                <a:pathLst>
                  <a:path extrusionOk="0" h="1609169" w="2500146">
                    <a:moveTo>
                      <a:pt x="2457552" y="603219"/>
                    </a:moveTo>
                    <a:cubicBezTo>
                      <a:pt x="2457552" y="603219"/>
                      <a:pt x="2460817" y="603219"/>
                      <a:pt x="2464099" y="603219"/>
                    </a:cubicBezTo>
                    <a:cubicBezTo>
                      <a:pt x="2467380" y="603219"/>
                      <a:pt x="2473927" y="603219"/>
                      <a:pt x="2477208" y="606493"/>
                    </a:cubicBezTo>
                    <a:cubicBezTo>
                      <a:pt x="2480489" y="609766"/>
                      <a:pt x="2483755" y="613053"/>
                      <a:pt x="2487036" y="616326"/>
                    </a:cubicBezTo>
                    <a:cubicBezTo>
                      <a:pt x="2490318" y="619600"/>
                      <a:pt x="2490318" y="626160"/>
                      <a:pt x="2500146" y="645815"/>
                    </a:cubicBezTo>
                    <a:cubicBezTo>
                      <a:pt x="2500146" y="649101"/>
                      <a:pt x="2496865" y="652375"/>
                      <a:pt x="2496865" y="655648"/>
                    </a:cubicBezTo>
                    <a:cubicBezTo>
                      <a:pt x="2496865" y="655648"/>
                      <a:pt x="2493599" y="662208"/>
                      <a:pt x="2493599" y="665482"/>
                    </a:cubicBezTo>
                    <a:cubicBezTo>
                      <a:pt x="2490318" y="665482"/>
                      <a:pt x="2490318" y="668756"/>
                      <a:pt x="2490318" y="668756"/>
                    </a:cubicBezTo>
                    <a:cubicBezTo>
                      <a:pt x="2487036" y="675316"/>
                      <a:pt x="2483755" y="678589"/>
                      <a:pt x="2480489" y="685137"/>
                    </a:cubicBezTo>
                    <a:cubicBezTo>
                      <a:pt x="2470661" y="701518"/>
                      <a:pt x="2464099" y="714625"/>
                      <a:pt x="2454270" y="731019"/>
                    </a:cubicBezTo>
                    <a:cubicBezTo>
                      <a:pt x="2444442" y="744126"/>
                      <a:pt x="2437895" y="760507"/>
                      <a:pt x="2428051" y="773615"/>
                    </a:cubicBezTo>
                    <a:cubicBezTo>
                      <a:pt x="2421504" y="783436"/>
                      <a:pt x="2414957" y="789996"/>
                      <a:pt x="2408395" y="799829"/>
                    </a:cubicBezTo>
                    <a:cubicBezTo>
                      <a:pt x="2401848" y="806377"/>
                      <a:pt x="2398566" y="812937"/>
                      <a:pt x="2392019" y="819484"/>
                    </a:cubicBezTo>
                    <a:cubicBezTo>
                      <a:pt x="2388738" y="822758"/>
                      <a:pt x="2385457" y="826044"/>
                      <a:pt x="2382175" y="829318"/>
                    </a:cubicBezTo>
                    <a:cubicBezTo>
                      <a:pt x="2378910" y="832591"/>
                      <a:pt x="2375629" y="835865"/>
                      <a:pt x="2372347" y="839139"/>
                    </a:cubicBezTo>
                    <a:cubicBezTo>
                      <a:pt x="2369082" y="842425"/>
                      <a:pt x="2362519" y="845699"/>
                      <a:pt x="2359238" y="848972"/>
                    </a:cubicBezTo>
                    <a:cubicBezTo>
                      <a:pt x="2355972" y="848972"/>
                      <a:pt x="2355972" y="852246"/>
                      <a:pt x="2352691" y="852246"/>
                    </a:cubicBezTo>
                    <a:cubicBezTo>
                      <a:pt x="2352691" y="852246"/>
                      <a:pt x="2349409" y="855532"/>
                      <a:pt x="2349409" y="858806"/>
                    </a:cubicBezTo>
                    <a:cubicBezTo>
                      <a:pt x="2346144" y="865353"/>
                      <a:pt x="2342862" y="868640"/>
                      <a:pt x="2336315" y="871913"/>
                    </a:cubicBezTo>
                    <a:cubicBezTo>
                      <a:pt x="2333034" y="875187"/>
                      <a:pt x="2326472" y="875187"/>
                      <a:pt x="2319925" y="875187"/>
                    </a:cubicBezTo>
                    <a:cubicBezTo>
                      <a:pt x="2316643" y="875187"/>
                      <a:pt x="2313378" y="875187"/>
                      <a:pt x="2310096" y="875187"/>
                    </a:cubicBezTo>
                    <a:cubicBezTo>
                      <a:pt x="2300268" y="871913"/>
                      <a:pt x="2290440" y="865353"/>
                      <a:pt x="2283877" y="858806"/>
                    </a:cubicBezTo>
                    <a:cubicBezTo>
                      <a:pt x="2280611" y="852246"/>
                      <a:pt x="2274049" y="845699"/>
                      <a:pt x="2270768" y="839139"/>
                    </a:cubicBezTo>
                    <a:cubicBezTo>
                      <a:pt x="2267502" y="829318"/>
                      <a:pt x="2260939" y="822758"/>
                      <a:pt x="2254392" y="812937"/>
                    </a:cubicBezTo>
                    <a:cubicBezTo>
                      <a:pt x="2244564" y="796543"/>
                      <a:pt x="2231455" y="776888"/>
                      <a:pt x="2221626" y="760507"/>
                    </a:cubicBezTo>
                    <a:cubicBezTo>
                      <a:pt x="2215064" y="750674"/>
                      <a:pt x="2208517" y="744126"/>
                      <a:pt x="2205235" y="734293"/>
                    </a:cubicBezTo>
                    <a:cubicBezTo>
                      <a:pt x="2198688" y="724459"/>
                      <a:pt x="2192126" y="714625"/>
                      <a:pt x="2188860" y="704804"/>
                    </a:cubicBezTo>
                    <a:cubicBezTo>
                      <a:pt x="2185579" y="694970"/>
                      <a:pt x="2182298" y="688411"/>
                      <a:pt x="2179032" y="681863"/>
                    </a:cubicBezTo>
                    <a:cubicBezTo>
                      <a:pt x="2175751" y="675303"/>
                      <a:pt x="2175751" y="672029"/>
                      <a:pt x="2172469" y="665482"/>
                    </a:cubicBezTo>
                    <a:cubicBezTo>
                      <a:pt x="2169188" y="658922"/>
                      <a:pt x="2169188" y="652375"/>
                      <a:pt x="2169188" y="649088"/>
                    </a:cubicBezTo>
                    <a:cubicBezTo>
                      <a:pt x="2169188" y="645815"/>
                      <a:pt x="2169188" y="639267"/>
                      <a:pt x="2169188" y="635981"/>
                    </a:cubicBezTo>
                    <a:cubicBezTo>
                      <a:pt x="2169188" y="632707"/>
                      <a:pt x="2165922" y="629434"/>
                      <a:pt x="2165922" y="626160"/>
                    </a:cubicBezTo>
                    <a:cubicBezTo>
                      <a:pt x="2165922" y="626160"/>
                      <a:pt x="2162641" y="622886"/>
                      <a:pt x="2162641" y="622886"/>
                    </a:cubicBezTo>
                    <a:cubicBezTo>
                      <a:pt x="2162641" y="619600"/>
                      <a:pt x="2162641" y="619600"/>
                      <a:pt x="2162641" y="619600"/>
                    </a:cubicBezTo>
                    <a:cubicBezTo>
                      <a:pt x="2162641" y="616326"/>
                      <a:pt x="2162641" y="616326"/>
                      <a:pt x="2165922" y="616326"/>
                    </a:cubicBezTo>
                    <a:cubicBezTo>
                      <a:pt x="2169188" y="616326"/>
                      <a:pt x="2169188" y="616326"/>
                      <a:pt x="2169188" y="616326"/>
                    </a:cubicBezTo>
                    <a:cubicBezTo>
                      <a:pt x="2169188" y="616326"/>
                      <a:pt x="2172469" y="619600"/>
                      <a:pt x="2172469" y="619600"/>
                    </a:cubicBezTo>
                    <a:cubicBezTo>
                      <a:pt x="2175751" y="619600"/>
                      <a:pt x="2182298" y="622886"/>
                      <a:pt x="2185579" y="626160"/>
                    </a:cubicBezTo>
                    <a:cubicBezTo>
                      <a:pt x="2185579" y="626160"/>
                      <a:pt x="2188860" y="629434"/>
                      <a:pt x="2192126" y="629434"/>
                    </a:cubicBezTo>
                    <a:cubicBezTo>
                      <a:pt x="2195407" y="629434"/>
                      <a:pt x="2195407" y="632707"/>
                      <a:pt x="2198688" y="632707"/>
                    </a:cubicBezTo>
                    <a:cubicBezTo>
                      <a:pt x="2208517" y="639267"/>
                      <a:pt x="2215064" y="649088"/>
                      <a:pt x="2224892" y="655648"/>
                    </a:cubicBezTo>
                    <a:cubicBezTo>
                      <a:pt x="2241283" y="672029"/>
                      <a:pt x="2257674" y="688411"/>
                      <a:pt x="2270768" y="704804"/>
                    </a:cubicBezTo>
                    <a:cubicBezTo>
                      <a:pt x="2287158" y="724459"/>
                      <a:pt x="2300268" y="744126"/>
                      <a:pt x="2313378" y="763781"/>
                    </a:cubicBezTo>
                    <a:cubicBezTo>
                      <a:pt x="2319925" y="773615"/>
                      <a:pt x="2326472" y="780162"/>
                      <a:pt x="2333034" y="789996"/>
                    </a:cubicBezTo>
                    <a:cubicBezTo>
                      <a:pt x="2336315" y="793269"/>
                      <a:pt x="2339581" y="799829"/>
                      <a:pt x="2342862" y="803103"/>
                    </a:cubicBezTo>
                    <a:cubicBezTo>
                      <a:pt x="2346144" y="803103"/>
                      <a:pt x="2346144" y="799829"/>
                      <a:pt x="2346144" y="799829"/>
                    </a:cubicBezTo>
                    <a:cubicBezTo>
                      <a:pt x="2346144" y="793269"/>
                      <a:pt x="2349409" y="786722"/>
                      <a:pt x="2352691" y="780162"/>
                    </a:cubicBezTo>
                    <a:cubicBezTo>
                      <a:pt x="2355972" y="776888"/>
                      <a:pt x="2355972" y="773615"/>
                      <a:pt x="2359238" y="770341"/>
                    </a:cubicBezTo>
                    <a:cubicBezTo>
                      <a:pt x="2365800" y="763781"/>
                      <a:pt x="2369082" y="753947"/>
                      <a:pt x="2372347" y="747400"/>
                    </a:cubicBezTo>
                    <a:cubicBezTo>
                      <a:pt x="2378910" y="731019"/>
                      <a:pt x="2388738" y="717911"/>
                      <a:pt x="2395285" y="701518"/>
                    </a:cubicBezTo>
                    <a:cubicBezTo>
                      <a:pt x="2401848" y="685137"/>
                      <a:pt x="2408395" y="672029"/>
                      <a:pt x="2418223" y="655648"/>
                    </a:cubicBezTo>
                    <a:cubicBezTo>
                      <a:pt x="2421504" y="649088"/>
                      <a:pt x="2428051" y="639267"/>
                      <a:pt x="2431332" y="632707"/>
                    </a:cubicBezTo>
                    <a:cubicBezTo>
                      <a:pt x="2434614" y="626160"/>
                      <a:pt x="2434614" y="622874"/>
                      <a:pt x="2437879" y="619600"/>
                    </a:cubicBezTo>
                    <a:cubicBezTo>
                      <a:pt x="2437879" y="616326"/>
                      <a:pt x="2441161" y="613053"/>
                      <a:pt x="2444442" y="609779"/>
                    </a:cubicBezTo>
                    <a:cubicBezTo>
                      <a:pt x="2447723" y="606493"/>
                      <a:pt x="2454270" y="603219"/>
                      <a:pt x="2457552" y="603219"/>
                    </a:cubicBezTo>
                    <a:close/>
                    <a:moveTo>
                      <a:pt x="2304767" y="0"/>
                    </a:moveTo>
                    <a:lnTo>
                      <a:pt x="2315404" y="0"/>
                    </a:lnTo>
                    <a:lnTo>
                      <a:pt x="2316645" y="1231"/>
                    </a:lnTo>
                    <a:cubicBezTo>
                      <a:pt x="2319920" y="4515"/>
                      <a:pt x="2323200" y="4515"/>
                      <a:pt x="2326475" y="7798"/>
                    </a:cubicBezTo>
                    <a:cubicBezTo>
                      <a:pt x="2329754" y="11082"/>
                      <a:pt x="2329754" y="11082"/>
                      <a:pt x="2333029" y="14336"/>
                    </a:cubicBezTo>
                    <a:cubicBezTo>
                      <a:pt x="2336304" y="20903"/>
                      <a:pt x="2339583" y="24186"/>
                      <a:pt x="2342859" y="30724"/>
                    </a:cubicBezTo>
                    <a:lnTo>
                      <a:pt x="2348212" y="44991"/>
                    </a:lnTo>
                    <a:lnTo>
                      <a:pt x="2352684" y="49449"/>
                    </a:lnTo>
                    <a:cubicBezTo>
                      <a:pt x="2355971" y="52726"/>
                      <a:pt x="2355971" y="56003"/>
                      <a:pt x="2355971" y="55998"/>
                    </a:cubicBezTo>
                    <a:cubicBezTo>
                      <a:pt x="2355971" y="59274"/>
                      <a:pt x="2355971" y="59274"/>
                      <a:pt x="2355971" y="62551"/>
                    </a:cubicBezTo>
                    <a:lnTo>
                      <a:pt x="2354719" y="65048"/>
                    </a:lnTo>
                    <a:lnTo>
                      <a:pt x="2362522" y="96277"/>
                    </a:lnTo>
                    <a:cubicBezTo>
                      <a:pt x="2365797" y="112665"/>
                      <a:pt x="2365797" y="125770"/>
                      <a:pt x="2365797" y="138874"/>
                    </a:cubicBezTo>
                    <a:cubicBezTo>
                      <a:pt x="2369076" y="151979"/>
                      <a:pt x="2369076" y="165083"/>
                      <a:pt x="2369076" y="178188"/>
                    </a:cubicBezTo>
                    <a:cubicBezTo>
                      <a:pt x="2369076" y="191293"/>
                      <a:pt x="2369076" y="204397"/>
                      <a:pt x="2369076" y="217502"/>
                    </a:cubicBezTo>
                    <a:cubicBezTo>
                      <a:pt x="2369076" y="233890"/>
                      <a:pt x="2372351" y="246995"/>
                      <a:pt x="2372351" y="260100"/>
                    </a:cubicBezTo>
                    <a:cubicBezTo>
                      <a:pt x="2372351" y="273204"/>
                      <a:pt x="2372351" y="289592"/>
                      <a:pt x="2375631" y="302697"/>
                    </a:cubicBezTo>
                    <a:cubicBezTo>
                      <a:pt x="2378906" y="315802"/>
                      <a:pt x="2378906" y="328906"/>
                      <a:pt x="2382185" y="342011"/>
                    </a:cubicBezTo>
                    <a:cubicBezTo>
                      <a:pt x="2382185" y="358399"/>
                      <a:pt x="2385460" y="371504"/>
                      <a:pt x="2385460" y="384608"/>
                    </a:cubicBezTo>
                    <a:cubicBezTo>
                      <a:pt x="2385460" y="397743"/>
                      <a:pt x="2385460" y="410847"/>
                      <a:pt x="2385460" y="423952"/>
                    </a:cubicBezTo>
                    <a:cubicBezTo>
                      <a:pt x="2385460" y="437056"/>
                      <a:pt x="2382185" y="450161"/>
                      <a:pt x="2382185" y="463266"/>
                    </a:cubicBezTo>
                    <a:cubicBezTo>
                      <a:pt x="2378906" y="489475"/>
                      <a:pt x="2378906" y="518968"/>
                      <a:pt x="2378906" y="545177"/>
                    </a:cubicBezTo>
                    <a:cubicBezTo>
                      <a:pt x="2378906" y="551744"/>
                      <a:pt x="2378906" y="558282"/>
                      <a:pt x="2378906" y="564849"/>
                    </a:cubicBezTo>
                    <a:cubicBezTo>
                      <a:pt x="2378906" y="571386"/>
                      <a:pt x="2378906" y="577954"/>
                      <a:pt x="2378906" y="584491"/>
                    </a:cubicBezTo>
                    <a:cubicBezTo>
                      <a:pt x="2378906" y="591058"/>
                      <a:pt x="2378906" y="597596"/>
                      <a:pt x="2378906" y="604163"/>
                    </a:cubicBezTo>
                    <a:cubicBezTo>
                      <a:pt x="2378906" y="607446"/>
                      <a:pt x="2378906" y="610700"/>
                      <a:pt x="2378906" y="613984"/>
                    </a:cubicBezTo>
                    <a:cubicBezTo>
                      <a:pt x="2378906" y="613984"/>
                      <a:pt x="2378906" y="617267"/>
                      <a:pt x="2378906" y="617267"/>
                    </a:cubicBezTo>
                    <a:cubicBezTo>
                      <a:pt x="2378906" y="620551"/>
                      <a:pt x="2378906" y="623835"/>
                      <a:pt x="2372351" y="627089"/>
                    </a:cubicBezTo>
                    <a:cubicBezTo>
                      <a:pt x="2372351" y="627089"/>
                      <a:pt x="2365797" y="630372"/>
                      <a:pt x="2362522" y="630372"/>
                    </a:cubicBezTo>
                    <a:cubicBezTo>
                      <a:pt x="2355967" y="630372"/>
                      <a:pt x="2352692" y="630372"/>
                      <a:pt x="2346138" y="630372"/>
                    </a:cubicBezTo>
                    <a:cubicBezTo>
                      <a:pt x="2336308" y="630372"/>
                      <a:pt x="2329754" y="630372"/>
                      <a:pt x="2323200" y="627089"/>
                    </a:cubicBezTo>
                    <a:cubicBezTo>
                      <a:pt x="2319920" y="623805"/>
                      <a:pt x="2316645" y="623805"/>
                      <a:pt x="2313370" y="620551"/>
                    </a:cubicBezTo>
                    <a:cubicBezTo>
                      <a:pt x="2310091" y="620551"/>
                      <a:pt x="2310091" y="617267"/>
                      <a:pt x="2310091" y="617267"/>
                    </a:cubicBezTo>
                    <a:cubicBezTo>
                      <a:pt x="2310091" y="617267"/>
                      <a:pt x="2310091" y="613984"/>
                      <a:pt x="2310091" y="613984"/>
                    </a:cubicBezTo>
                    <a:cubicBezTo>
                      <a:pt x="2310091" y="610700"/>
                      <a:pt x="2310091" y="610700"/>
                      <a:pt x="2310091" y="607446"/>
                    </a:cubicBezTo>
                    <a:cubicBezTo>
                      <a:pt x="2310091" y="604163"/>
                      <a:pt x="2310091" y="597596"/>
                      <a:pt x="2310091" y="594342"/>
                    </a:cubicBezTo>
                    <a:cubicBezTo>
                      <a:pt x="2310091" y="584491"/>
                      <a:pt x="2313370" y="574670"/>
                      <a:pt x="2313370" y="564849"/>
                    </a:cubicBezTo>
                    <a:cubicBezTo>
                      <a:pt x="2313370" y="551744"/>
                      <a:pt x="2313370" y="538610"/>
                      <a:pt x="2313370" y="525505"/>
                    </a:cubicBezTo>
                    <a:cubicBezTo>
                      <a:pt x="2313370" y="509147"/>
                      <a:pt x="2313370" y="496013"/>
                      <a:pt x="2313370" y="482908"/>
                    </a:cubicBezTo>
                    <a:cubicBezTo>
                      <a:pt x="2313370" y="469803"/>
                      <a:pt x="2316645" y="456699"/>
                      <a:pt x="2316645" y="443594"/>
                    </a:cubicBezTo>
                    <a:cubicBezTo>
                      <a:pt x="2319925" y="427206"/>
                      <a:pt x="2319925" y="414101"/>
                      <a:pt x="2319925" y="400997"/>
                    </a:cubicBezTo>
                    <a:cubicBezTo>
                      <a:pt x="2319925" y="387892"/>
                      <a:pt x="2316645" y="374787"/>
                      <a:pt x="2316645" y="361683"/>
                    </a:cubicBezTo>
                    <a:cubicBezTo>
                      <a:pt x="2316645" y="348578"/>
                      <a:pt x="2316645" y="335473"/>
                      <a:pt x="2313370" y="322369"/>
                    </a:cubicBezTo>
                    <a:cubicBezTo>
                      <a:pt x="2310091" y="305981"/>
                      <a:pt x="2310091" y="292876"/>
                      <a:pt x="2306816" y="279771"/>
                    </a:cubicBezTo>
                    <a:cubicBezTo>
                      <a:pt x="2306816" y="266667"/>
                      <a:pt x="2303536" y="250278"/>
                      <a:pt x="2303536" y="237174"/>
                    </a:cubicBezTo>
                    <a:cubicBezTo>
                      <a:pt x="2303536" y="224069"/>
                      <a:pt x="2300261" y="210965"/>
                      <a:pt x="2300261" y="197830"/>
                    </a:cubicBezTo>
                    <a:cubicBezTo>
                      <a:pt x="2300261" y="184726"/>
                      <a:pt x="2300261" y="171621"/>
                      <a:pt x="2300261" y="158516"/>
                    </a:cubicBezTo>
                    <a:cubicBezTo>
                      <a:pt x="2300261" y="142128"/>
                      <a:pt x="2300261" y="129024"/>
                      <a:pt x="2300261" y="115919"/>
                    </a:cubicBezTo>
                    <a:lnTo>
                      <a:pt x="2298121" y="90262"/>
                    </a:lnTo>
                    <a:lnTo>
                      <a:pt x="2283865" y="92046"/>
                    </a:lnTo>
                    <a:cubicBezTo>
                      <a:pt x="2264247" y="95322"/>
                      <a:pt x="2244525" y="98599"/>
                      <a:pt x="2224907" y="98599"/>
                    </a:cubicBezTo>
                    <a:cubicBezTo>
                      <a:pt x="2188854" y="101876"/>
                      <a:pt x="2152801" y="101876"/>
                      <a:pt x="2116748" y="105152"/>
                    </a:cubicBezTo>
                    <a:cubicBezTo>
                      <a:pt x="2067652" y="108429"/>
                      <a:pt x="2018450" y="111706"/>
                      <a:pt x="1969354" y="114982"/>
                    </a:cubicBezTo>
                    <a:cubicBezTo>
                      <a:pt x="1946344" y="114982"/>
                      <a:pt x="1920152" y="114982"/>
                      <a:pt x="1897248" y="114982"/>
                    </a:cubicBezTo>
                    <a:cubicBezTo>
                      <a:pt x="1874344" y="114982"/>
                      <a:pt x="1851333" y="114982"/>
                      <a:pt x="1828429" y="114982"/>
                    </a:cubicBezTo>
                    <a:cubicBezTo>
                      <a:pt x="1775940" y="118259"/>
                      <a:pt x="1726844" y="118259"/>
                      <a:pt x="1677642" y="118259"/>
                    </a:cubicBezTo>
                    <a:cubicBezTo>
                      <a:pt x="1628546" y="118259"/>
                      <a:pt x="1579344" y="118259"/>
                      <a:pt x="1530249" y="118259"/>
                    </a:cubicBezTo>
                    <a:cubicBezTo>
                      <a:pt x="1481047" y="118259"/>
                      <a:pt x="1435238" y="114982"/>
                      <a:pt x="1389323" y="114982"/>
                    </a:cubicBezTo>
                    <a:cubicBezTo>
                      <a:pt x="1340227" y="114982"/>
                      <a:pt x="1287738" y="111706"/>
                      <a:pt x="1238642" y="111706"/>
                    </a:cubicBezTo>
                    <a:cubicBezTo>
                      <a:pt x="1192728" y="111706"/>
                      <a:pt x="1143632" y="108429"/>
                      <a:pt x="1097717" y="108429"/>
                    </a:cubicBezTo>
                    <a:cubicBezTo>
                      <a:pt x="1045228" y="105157"/>
                      <a:pt x="996132" y="105157"/>
                      <a:pt x="943749" y="105157"/>
                    </a:cubicBezTo>
                    <a:cubicBezTo>
                      <a:pt x="897834" y="101881"/>
                      <a:pt x="848632" y="101881"/>
                      <a:pt x="799536" y="101881"/>
                    </a:cubicBezTo>
                    <a:cubicBezTo>
                      <a:pt x="750335" y="101881"/>
                      <a:pt x="701239" y="98604"/>
                      <a:pt x="652037" y="98604"/>
                    </a:cubicBezTo>
                    <a:cubicBezTo>
                      <a:pt x="629132" y="98604"/>
                      <a:pt x="602941" y="98604"/>
                      <a:pt x="580037" y="98604"/>
                    </a:cubicBezTo>
                    <a:cubicBezTo>
                      <a:pt x="566888" y="98604"/>
                      <a:pt x="557026" y="98604"/>
                      <a:pt x="543983" y="98604"/>
                    </a:cubicBezTo>
                    <a:cubicBezTo>
                      <a:pt x="530835" y="98604"/>
                      <a:pt x="520973" y="98604"/>
                      <a:pt x="507930" y="98604"/>
                    </a:cubicBezTo>
                    <a:cubicBezTo>
                      <a:pt x="462016" y="98604"/>
                      <a:pt x="412920" y="95322"/>
                      <a:pt x="363718" y="92051"/>
                    </a:cubicBezTo>
                    <a:cubicBezTo>
                      <a:pt x="317803" y="92051"/>
                      <a:pt x="268707" y="88774"/>
                      <a:pt x="222793" y="88774"/>
                    </a:cubicBezTo>
                    <a:cubicBezTo>
                      <a:pt x="199888" y="88774"/>
                      <a:pt x="176984" y="88774"/>
                      <a:pt x="153973" y="92051"/>
                    </a:cubicBezTo>
                    <a:cubicBezTo>
                      <a:pt x="144218" y="92051"/>
                      <a:pt x="134356" y="92051"/>
                      <a:pt x="121208" y="92051"/>
                    </a:cubicBezTo>
                    <a:cubicBezTo>
                      <a:pt x="114739" y="92051"/>
                      <a:pt x="111452" y="92051"/>
                      <a:pt x="104878" y="92051"/>
                    </a:cubicBezTo>
                    <a:lnTo>
                      <a:pt x="100288" y="90907"/>
                    </a:lnTo>
                    <a:lnTo>
                      <a:pt x="101583" y="105162"/>
                    </a:lnTo>
                    <a:cubicBezTo>
                      <a:pt x="104860" y="128065"/>
                      <a:pt x="101583" y="154291"/>
                      <a:pt x="101583" y="177267"/>
                    </a:cubicBezTo>
                    <a:cubicBezTo>
                      <a:pt x="101583" y="209995"/>
                      <a:pt x="98306" y="242797"/>
                      <a:pt x="95030" y="275525"/>
                    </a:cubicBezTo>
                    <a:cubicBezTo>
                      <a:pt x="91753" y="291926"/>
                      <a:pt x="91753" y="308327"/>
                      <a:pt x="91753" y="324728"/>
                    </a:cubicBezTo>
                    <a:cubicBezTo>
                      <a:pt x="91753" y="341055"/>
                      <a:pt x="91753" y="357456"/>
                      <a:pt x="91753" y="373856"/>
                    </a:cubicBezTo>
                    <a:cubicBezTo>
                      <a:pt x="91753" y="390257"/>
                      <a:pt x="91753" y="406584"/>
                      <a:pt x="91753" y="422985"/>
                    </a:cubicBezTo>
                    <a:cubicBezTo>
                      <a:pt x="91753" y="439386"/>
                      <a:pt x="88476" y="459038"/>
                      <a:pt x="88476" y="475439"/>
                    </a:cubicBezTo>
                    <a:cubicBezTo>
                      <a:pt x="85199" y="508166"/>
                      <a:pt x="85199" y="544219"/>
                      <a:pt x="85199" y="577021"/>
                    </a:cubicBezTo>
                    <a:cubicBezTo>
                      <a:pt x="81922" y="609749"/>
                      <a:pt x="81922" y="645801"/>
                      <a:pt x="81922" y="678603"/>
                    </a:cubicBezTo>
                    <a:cubicBezTo>
                      <a:pt x="81922" y="711331"/>
                      <a:pt x="81922" y="744133"/>
                      <a:pt x="78645" y="776860"/>
                    </a:cubicBezTo>
                    <a:cubicBezTo>
                      <a:pt x="78645" y="812913"/>
                      <a:pt x="75368" y="845715"/>
                      <a:pt x="75368" y="881767"/>
                    </a:cubicBezTo>
                    <a:cubicBezTo>
                      <a:pt x="75368" y="914495"/>
                      <a:pt x="72091" y="947297"/>
                      <a:pt x="72091" y="980025"/>
                    </a:cubicBezTo>
                    <a:cubicBezTo>
                      <a:pt x="68815" y="996426"/>
                      <a:pt x="68815" y="1012827"/>
                      <a:pt x="68815" y="1029154"/>
                    </a:cubicBezTo>
                    <a:cubicBezTo>
                      <a:pt x="68815" y="1048879"/>
                      <a:pt x="68815" y="1065206"/>
                      <a:pt x="68815" y="1084931"/>
                    </a:cubicBezTo>
                    <a:cubicBezTo>
                      <a:pt x="72091" y="1120910"/>
                      <a:pt x="72091" y="1153712"/>
                      <a:pt x="72091" y="1186440"/>
                    </a:cubicBezTo>
                    <a:cubicBezTo>
                      <a:pt x="72091" y="1206165"/>
                      <a:pt x="72091" y="1222492"/>
                      <a:pt x="72091" y="1238893"/>
                    </a:cubicBezTo>
                    <a:cubicBezTo>
                      <a:pt x="72091" y="1255294"/>
                      <a:pt x="72091" y="1271695"/>
                      <a:pt x="72091" y="1288022"/>
                    </a:cubicBezTo>
                    <a:cubicBezTo>
                      <a:pt x="72091" y="1304423"/>
                      <a:pt x="72091" y="1320824"/>
                      <a:pt x="72091" y="1337225"/>
                    </a:cubicBezTo>
                    <a:cubicBezTo>
                      <a:pt x="72091" y="1353552"/>
                      <a:pt x="75368" y="1369952"/>
                      <a:pt x="75368" y="1386353"/>
                    </a:cubicBezTo>
                    <a:cubicBezTo>
                      <a:pt x="75368" y="1402754"/>
                      <a:pt x="78645" y="1422406"/>
                      <a:pt x="78645" y="1438807"/>
                    </a:cubicBezTo>
                    <a:cubicBezTo>
                      <a:pt x="78645" y="1458458"/>
                      <a:pt x="81922" y="1474859"/>
                      <a:pt x="81922" y="1491186"/>
                    </a:cubicBezTo>
                    <a:cubicBezTo>
                      <a:pt x="81922" y="1507587"/>
                      <a:pt x="85199" y="1523988"/>
                      <a:pt x="85199" y="1540389"/>
                    </a:cubicBezTo>
                    <a:cubicBezTo>
                      <a:pt x="85199" y="1550215"/>
                      <a:pt x="85199" y="1556716"/>
                      <a:pt x="85199" y="1566542"/>
                    </a:cubicBezTo>
                    <a:lnTo>
                      <a:pt x="86308" y="1566542"/>
                    </a:lnTo>
                    <a:lnTo>
                      <a:pt x="86308" y="1579317"/>
                    </a:lnTo>
                    <a:lnTo>
                      <a:pt x="85199" y="1579692"/>
                    </a:lnTo>
                    <a:cubicBezTo>
                      <a:pt x="85199" y="1582943"/>
                      <a:pt x="85199" y="1586267"/>
                      <a:pt x="85199" y="1589518"/>
                    </a:cubicBezTo>
                    <a:cubicBezTo>
                      <a:pt x="81922" y="1592768"/>
                      <a:pt x="81922" y="1596093"/>
                      <a:pt x="78645" y="1599343"/>
                    </a:cubicBezTo>
                    <a:cubicBezTo>
                      <a:pt x="75368" y="1602594"/>
                      <a:pt x="72091" y="1605919"/>
                      <a:pt x="68815" y="1605919"/>
                    </a:cubicBezTo>
                    <a:cubicBezTo>
                      <a:pt x="62261" y="1609169"/>
                      <a:pt x="58984" y="1609169"/>
                      <a:pt x="62261" y="1609169"/>
                    </a:cubicBezTo>
                    <a:cubicBezTo>
                      <a:pt x="58984" y="1609169"/>
                      <a:pt x="58984" y="1609169"/>
                      <a:pt x="55707" y="1609169"/>
                    </a:cubicBezTo>
                    <a:cubicBezTo>
                      <a:pt x="49153" y="1609169"/>
                      <a:pt x="45876" y="1609169"/>
                      <a:pt x="42600" y="1605919"/>
                    </a:cubicBezTo>
                    <a:cubicBezTo>
                      <a:pt x="32769" y="1599343"/>
                      <a:pt x="29492" y="1592768"/>
                      <a:pt x="29492" y="1586267"/>
                    </a:cubicBezTo>
                    <a:cubicBezTo>
                      <a:pt x="29492" y="1582943"/>
                      <a:pt x="29492" y="1579692"/>
                      <a:pt x="29492" y="1576367"/>
                    </a:cubicBezTo>
                    <a:cubicBezTo>
                      <a:pt x="29492" y="1569866"/>
                      <a:pt x="26215" y="1563291"/>
                      <a:pt x="26215" y="1556716"/>
                    </a:cubicBezTo>
                    <a:cubicBezTo>
                      <a:pt x="22938" y="1543639"/>
                      <a:pt x="19661" y="1530563"/>
                      <a:pt x="19661" y="1517413"/>
                    </a:cubicBezTo>
                    <a:cubicBezTo>
                      <a:pt x="16385" y="1491186"/>
                      <a:pt x="16385" y="1468284"/>
                      <a:pt x="13108" y="1442057"/>
                    </a:cubicBezTo>
                    <a:cubicBezTo>
                      <a:pt x="9831" y="1409256"/>
                      <a:pt x="6554" y="1373277"/>
                      <a:pt x="3277" y="1340475"/>
                    </a:cubicBezTo>
                    <a:cubicBezTo>
                      <a:pt x="3277" y="1324074"/>
                      <a:pt x="3277" y="1307747"/>
                      <a:pt x="3277" y="1291346"/>
                    </a:cubicBezTo>
                    <a:cubicBezTo>
                      <a:pt x="3277" y="1274945"/>
                      <a:pt x="3277" y="1258545"/>
                      <a:pt x="3277" y="1242144"/>
                    </a:cubicBezTo>
                    <a:cubicBezTo>
                      <a:pt x="0" y="1206165"/>
                      <a:pt x="0" y="1173363"/>
                      <a:pt x="0" y="1137311"/>
                    </a:cubicBezTo>
                    <a:cubicBezTo>
                      <a:pt x="0" y="1104583"/>
                      <a:pt x="0" y="1068531"/>
                      <a:pt x="0" y="1035729"/>
                    </a:cubicBezTo>
                    <a:cubicBezTo>
                      <a:pt x="0" y="1003001"/>
                      <a:pt x="3277" y="970199"/>
                      <a:pt x="3277" y="937471"/>
                    </a:cubicBezTo>
                    <a:cubicBezTo>
                      <a:pt x="3277" y="901419"/>
                      <a:pt x="6554" y="868617"/>
                      <a:pt x="6554" y="832564"/>
                    </a:cubicBezTo>
                    <a:cubicBezTo>
                      <a:pt x="6554" y="799837"/>
                      <a:pt x="9831" y="767035"/>
                      <a:pt x="9831" y="734307"/>
                    </a:cubicBezTo>
                    <a:cubicBezTo>
                      <a:pt x="13108" y="701505"/>
                      <a:pt x="13108" y="665453"/>
                      <a:pt x="13108" y="629400"/>
                    </a:cubicBezTo>
                    <a:cubicBezTo>
                      <a:pt x="16385" y="593422"/>
                      <a:pt x="16385" y="560620"/>
                      <a:pt x="16385" y="527818"/>
                    </a:cubicBezTo>
                    <a:cubicBezTo>
                      <a:pt x="16385" y="495090"/>
                      <a:pt x="19661" y="459038"/>
                      <a:pt x="19661" y="426236"/>
                    </a:cubicBezTo>
                    <a:cubicBezTo>
                      <a:pt x="19661" y="409909"/>
                      <a:pt x="19661" y="393508"/>
                      <a:pt x="19661" y="377107"/>
                    </a:cubicBezTo>
                    <a:cubicBezTo>
                      <a:pt x="19661" y="367281"/>
                      <a:pt x="19661" y="360706"/>
                      <a:pt x="19661" y="350880"/>
                    </a:cubicBezTo>
                    <a:cubicBezTo>
                      <a:pt x="19661" y="341055"/>
                      <a:pt x="19661" y="334553"/>
                      <a:pt x="19661" y="324728"/>
                    </a:cubicBezTo>
                    <a:cubicBezTo>
                      <a:pt x="19661" y="291926"/>
                      <a:pt x="22938" y="255873"/>
                      <a:pt x="26215" y="223145"/>
                    </a:cubicBezTo>
                    <a:cubicBezTo>
                      <a:pt x="26215" y="190344"/>
                      <a:pt x="29492" y="157616"/>
                      <a:pt x="29492" y="124814"/>
                    </a:cubicBezTo>
                    <a:cubicBezTo>
                      <a:pt x="29492" y="108413"/>
                      <a:pt x="29492" y="92012"/>
                      <a:pt x="26215" y="75685"/>
                    </a:cubicBezTo>
                    <a:cubicBezTo>
                      <a:pt x="26215" y="69110"/>
                      <a:pt x="26215" y="59284"/>
                      <a:pt x="26215" y="52709"/>
                    </a:cubicBezTo>
                    <a:cubicBezTo>
                      <a:pt x="26215" y="49458"/>
                      <a:pt x="26215" y="46208"/>
                      <a:pt x="26215" y="42883"/>
                    </a:cubicBezTo>
                    <a:cubicBezTo>
                      <a:pt x="26215" y="39633"/>
                      <a:pt x="29492" y="36308"/>
                      <a:pt x="29492" y="33058"/>
                    </a:cubicBezTo>
                    <a:cubicBezTo>
                      <a:pt x="29492" y="33058"/>
                      <a:pt x="29492" y="29807"/>
                      <a:pt x="29492" y="29807"/>
                    </a:cubicBezTo>
                    <a:cubicBezTo>
                      <a:pt x="32769" y="26482"/>
                      <a:pt x="32769" y="26482"/>
                      <a:pt x="36046" y="23232"/>
                    </a:cubicBezTo>
                    <a:cubicBezTo>
                      <a:pt x="36046" y="19981"/>
                      <a:pt x="42600" y="19981"/>
                      <a:pt x="45876" y="16657"/>
                    </a:cubicBezTo>
                    <a:cubicBezTo>
                      <a:pt x="52430" y="13406"/>
                      <a:pt x="55707" y="13406"/>
                      <a:pt x="62261" y="13406"/>
                    </a:cubicBezTo>
                    <a:cubicBezTo>
                      <a:pt x="68815" y="13406"/>
                      <a:pt x="75368" y="13406"/>
                      <a:pt x="78645" y="16657"/>
                    </a:cubicBezTo>
                    <a:cubicBezTo>
                      <a:pt x="81922" y="16657"/>
                      <a:pt x="85199" y="19981"/>
                      <a:pt x="88476" y="23232"/>
                    </a:cubicBezTo>
                    <a:lnTo>
                      <a:pt x="88480" y="23236"/>
                    </a:lnTo>
                    <a:lnTo>
                      <a:pt x="91729" y="23236"/>
                    </a:lnTo>
                    <a:cubicBezTo>
                      <a:pt x="95016" y="19959"/>
                      <a:pt x="101590" y="19959"/>
                      <a:pt x="104878" y="19959"/>
                    </a:cubicBezTo>
                    <a:cubicBezTo>
                      <a:pt x="108165" y="19959"/>
                      <a:pt x="111452" y="19959"/>
                      <a:pt x="114739" y="19959"/>
                    </a:cubicBezTo>
                    <a:cubicBezTo>
                      <a:pt x="121208" y="19959"/>
                      <a:pt x="131069" y="19959"/>
                      <a:pt x="140931" y="19959"/>
                    </a:cubicBezTo>
                    <a:cubicBezTo>
                      <a:pt x="160548" y="19959"/>
                      <a:pt x="176984" y="16683"/>
                      <a:pt x="193314" y="16683"/>
                    </a:cubicBezTo>
                    <a:cubicBezTo>
                      <a:pt x="209697" y="15044"/>
                      <a:pt x="226902" y="15044"/>
                      <a:pt x="244517" y="15454"/>
                    </a:cubicBezTo>
                    <a:cubicBezTo>
                      <a:pt x="262133" y="15864"/>
                      <a:pt x="280159" y="16683"/>
                      <a:pt x="298186" y="16683"/>
                    </a:cubicBezTo>
                    <a:cubicBezTo>
                      <a:pt x="344101" y="16683"/>
                      <a:pt x="393197" y="19964"/>
                      <a:pt x="439111" y="23236"/>
                    </a:cubicBezTo>
                    <a:cubicBezTo>
                      <a:pt x="462016" y="26513"/>
                      <a:pt x="488207" y="26513"/>
                      <a:pt x="511218" y="26513"/>
                    </a:cubicBezTo>
                    <a:cubicBezTo>
                      <a:pt x="534122" y="26513"/>
                      <a:pt x="560313" y="26513"/>
                      <a:pt x="583218" y="26513"/>
                    </a:cubicBezTo>
                    <a:cubicBezTo>
                      <a:pt x="606228" y="26513"/>
                      <a:pt x="632420" y="26513"/>
                      <a:pt x="655324" y="26513"/>
                    </a:cubicBezTo>
                    <a:cubicBezTo>
                      <a:pt x="678334" y="26513"/>
                      <a:pt x="704526" y="29789"/>
                      <a:pt x="730717" y="29789"/>
                    </a:cubicBezTo>
                    <a:cubicBezTo>
                      <a:pt x="779813" y="33066"/>
                      <a:pt x="829015" y="33066"/>
                      <a:pt x="878217" y="33066"/>
                    </a:cubicBezTo>
                    <a:cubicBezTo>
                      <a:pt x="927313" y="36343"/>
                      <a:pt x="976515" y="36343"/>
                      <a:pt x="1025611" y="36343"/>
                    </a:cubicBezTo>
                    <a:cubicBezTo>
                      <a:pt x="1071526" y="36343"/>
                      <a:pt x="1120621" y="36343"/>
                      <a:pt x="1166536" y="39619"/>
                    </a:cubicBezTo>
                    <a:cubicBezTo>
                      <a:pt x="1218919" y="39619"/>
                      <a:pt x="1268121" y="42896"/>
                      <a:pt x="1317217" y="42896"/>
                    </a:cubicBezTo>
                    <a:cubicBezTo>
                      <a:pt x="1366419" y="42896"/>
                      <a:pt x="1412228" y="46173"/>
                      <a:pt x="1461429" y="46173"/>
                    </a:cubicBezTo>
                    <a:cubicBezTo>
                      <a:pt x="1484334" y="49444"/>
                      <a:pt x="1510525" y="49444"/>
                      <a:pt x="1533536" y="49444"/>
                    </a:cubicBezTo>
                    <a:cubicBezTo>
                      <a:pt x="1559727" y="49444"/>
                      <a:pt x="1585919" y="49444"/>
                      <a:pt x="1612110" y="49444"/>
                    </a:cubicBezTo>
                    <a:cubicBezTo>
                      <a:pt x="1661312" y="46173"/>
                      <a:pt x="1707227" y="46173"/>
                      <a:pt x="1756323" y="46173"/>
                    </a:cubicBezTo>
                    <a:cubicBezTo>
                      <a:pt x="1779227" y="46173"/>
                      <a:pt x="1805525" y="46173"/>
                      <a:pt x="1828429" y="46173"/>
                    </a:cubicBezTo>
                    <a:cubicBezTo>
                      <a:pt x="1851333" y="46173"/>
                      <a:pt x="1874344" y="46173"/>
                      <a:pt x="1897248" y="46173"/>
                    </a:cubicBezTo>
                    <a:cubicBezTo>
                      <a:pt x="1923440" y="46173"/>
                      <a:pt x="1946344" y="46173"/>
                      <a:pt x="1969354" y="46173"/>
                    </a:cubicBezTo>
                    <a:cubicBezTo>
                      <a:pt x="1992259" y="46173"/>
                      <a:pt x="2018450" y="42896"/>
                      <a:pt x="2041355" y="42896"/>
                    </a:cubicBezTo>
                    <a:cubicBezTo>
                      <a:pt x="2067652" y="42896"/>
                      <a:pt x="2090556" y="39619"/>
                      <a:pt x="2116748" y="39619"/>
                    </a:cubicBezTo>
                    <a:cubicBezTo>
                      <a:pt x="2139758" y="39619"/>
                      <a:pt x="2165950" y="36343"/>
                      <a:pt x="2188854" y="36343"/>
                    </a:cubicBezTo>
                    <a:cubicBezTo>
                      <a:pt x="2211759" y="36343"/>
                      <a:pt x="2238056" y="33066"/>
                      <a:pt x="2260961" y="33066"/>
                    </a:cubicBezTo>
                    <a:lnTo>
                      <a:pt x="2293707" y="33066"/>
                    </a:lnTo>
                    <a:lnTo>
                      <a:pt x="2293707" y="27440"/>
                    </a:lnTo>
                    <a:cubicBezTo>
                      <a:pt x="2293707" y="24186"/>
                      <a:pt x="2293707" y="24186"/>
                      <a:pt x="2293707" y="20903"/>
                    </a:cubicBezTo>
                    <a:cubicBezTo>
                      <a:pt x="2293707" y="17619"/>
                      <a:pt x="2293707" y="17619"/>
                      <a:pt x="2293707" y="14336"/>
                    </a:cubicBezTo>
                    <a:cubicBezTo>
                      <a:pt x="2293707" y="11082"/>
                      <a:pt x="2296982" y="7798"/>
                      <a:pt x="2300261" y="4515"/>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76" name="Google Shape;276;ge5669b8a30_1_341"/>
              <p:cNvSpPr/>
              <p:nvPr/>
            </p:nvSpPr>
            <p:spPr>
              <a:xfrm flipH="1">
                <a:off x="2592087" y="4280072"/>
                <a:ext cx="1779584" cy="1020759"/>
              </a:xfrm>
              <a:custGeom>
                <a:rect b="b" l="l" r="r" t="t"/>
                <a:pathLst>
                  <a:path extrusionOk="0" h="1153400" w="2396746">
                    <a:moveTo>
                      <a:pt x="144175" y="163836"/>
                    </a:moveTo>
                    <a:cubicBezTo>
                      <a:pt x="150729" y="163836"/>
                      <a:pt x="154006" y="163836"/>
                      <a:pt x="160560" y="163836"/>
                    </a:cubicBezTo>
                    <a:cubicBezTo>
                      <a:pt x="167114" y="163836"/>
                      <a:pt x="173667" y="163836"/>
                      <a:pt x="176944" y="163836"/>
                    </a:cubicBezTo>
                    <a:cubicBezTo>
                      <a:pt x="180221" y="163836"/>
                      <a:pt x="183498" y="163836"/>
                      <a:pt x="186775" y="167113"/>
                    </a:cubicBezTo>
                    <a:cubicBezTo>
                      <a:pt x="190052" y="167113"/>
                      <a:pt x="193329" y="167113"/>
                      <a:pt x="193329" y="170389"/>
                    </a:cubicBezTo>
                    <a:cubicBezTo>
                      <a:pt x="196605" y="173666"/>
                      <a:pt x="196605" y="173666"/>
                      <a:pt x="196605" y="176943"/>
                    </a:cubicBezTo>
                    <a:cubicBezTo>
                      <a:pt x="196605" y="176943"/>
                      <a:pt x="196605" y="180220"/>
                      <a:pt x="196605" y="180220"/>
                    </a:cubicBezTo>
                    <a:cubicBezTo>
                      <a:pt x="196605" y="183496"/>
                      <a:pt x="196605" y="186773"/>
                      <a:pt x="196605" y="190050"/>
                    </a:cubicBezTo>
                    <a:cubicBezTo>
                      <a:pt x="196605" y="196604"/>
                      <a:pt x="199882" y="203157"/>
                      <a:pt x="199882" y="209711"/>
                    </a:cubicBezTo>
                    <a:cubicBezTo>
                      <a:pt x="203159" y="222818"/>
                      <a:pt x="199882" y="239202"/>
                      <a:pt x="199882" y="252309"/>
                    </a:cubicBezTo>
                    <a:cubicBezTo>
                      <a:pt x="199882" y="271970"/>
                      <a:pt x="196605" y="291630"/>
                      <a:pt x="193329" y="311291"/>
                    </a:cubicBezTo>
                    <a:cubicBezTo>
                      <a:pt x="190052" y="321121"/>
                      <a:pt x="190052" y="330952"/>
                      <a:pt x="190052" y="340782"/>
                    </a:cubicBezTo>
                    <a:cubicBezTo>
                      <a:pt x="190052" y="350612"/>
                      <a:pt x="190052" y="360443"/>
                      <a:pt x="190052" y="370273"/>
                    </a:cubicBezTo>
                    <a:cubicBezTo>
                      <a:pt x="190052" y="380103"/>
                      <a:pt x="190052" y="389934"/>
                      <a:pt x="190052" y="399764"/>
                    </a:cubicBezTo>
                    <a:cubicBezTo>
                      <a:pt x="190052" y="412871"/>
                      <a:pt x="186775" y="422701"/>
                      <a:pt x="186775" y="432532"/>
                    </a:cubicBezTo>
                    <a:cubicBezTo>
                      <a:pt x="183498" y="452193"/>
                      <a:pt x="183498" y="471853"/>
                      <a:pt x="183498" y="491514"/>
                    </a:cubicBezTo>
                    <a:cubicBezTo>
                      <a:pt x="180221" y="514451"/>
                      <a:pt x="180221" y="534112"/>
                      <a:pt x="180221" y="553773"/>
                    </a:cubicBezTo>
                    <a:cubicBezTo>
                      <a:pt x="180221" y="573433"/>
                      <a:pt x="180221" y="593094"/>
                      <a:pt x="176944" y="612755"/>
                    </a:cubicBezTo>
                    <a:cubicBezTo>
                      <a:pt x="176944" y="632415"/>
                      <a:pt x="173667" y="655353"/>
                      <a:pt x="173667" y="675014"/>
                    </a:cubicBezTo>
                    <a:cubicBezTo>
                      <a:pt x="173667" y="694674"/>
                      <a:pt x="170390" y="714335"/>
                      <a:pt x="170390" y="733996"/>
                    </a:cubicBezTo>
                    <a:cubicBezTo>
                      <a:pt x="167114" y="743826"/>
                      <a:pt x="167114" y="753656"/>
                      <a:pt x="167114" y="763487"/>
                    </a:cubicBezTo>
                    <a:cubicBezTo>
                      <a:pt x="167114" y="773317"/>
                      <a:pt x="167114" y="786424"/>
                      <a:pt x="167114" y="796255"/>
                    </a:cubicBezTo>
                    <a:cubicBezTo>
                      <a:pt x="170390" y="815915"/>
                      <a:pt x="170390" y="835576"/>
                      <a:pt x="170390" y="855237"/>
                    </a:cubicBezTo>
                    <a:cubicBezTo>
                      <a:pt x="170390" y="865067"/>
                      <a:pt x="170390" y="874897"/>
                      <a:pt x="170390" y="884728"/>
                    </a:cubicBezTo>
                    <a:cubicBezTo>
                      <a:pt x="170390" y="894558"/>
                      <a:pt x="170390" y="904388"/>
                      <a:pt x="170390" y="914219"/>
                    </a:cubicBezTo>
                    <a:cubicBezTo>
                      <a:pt x="170390" y="924049"/>
                      <a:pt x="170390" y="933879"/>
                      <a:pt x="170390" y="943710"/>
                    </a:cubicBezTo>
                    <a:cubicBezTo>
                      <a:pt x="170390" y="953540"/>
                      <a:pt x="173667" y="963370"/>
                      <a:pt x="173667" y="973201"/>
                    </a:cubicBezTo>
                    <a:cubicBezTo>
                      <a:pt x="173667" y="983031"/>
                      <a:pt x="176944" y="992861"/>
                      <a:pt x="176944" y="1002692"/>
                    </a:cubicBezTo>
                    <a:cubicBezTo>
                      <a:pt x="176944" y="1012522"/>
                      <a:pt x="180221" y="1022352"/>
                      <a:pt x="180221" y="1032183"/>
                    </a:cubicBezTo>
                    <a:lnTo>
                      <a:pt x="182706" y="1054540"/>
                    </a:lnTo>
                    <a:lnTo>
                      <a:pt x="226079" y="1051827"/>
                    </a:lnTo>
                    <a:cubicBezTo>
                      <a:pt x="242462" y="1050188"/>
                      <a:pt x="259667" y="1050188"/>
                      <a:pt x="277282" y="1050598"/>
                    </a:cubicBezTo>
                    <a:cubicBezTo>
                      <a:pt x="294898" y="1051008"/>
                      <a:pt x="312924" y="1051827"/>
                      <a:pt x="330951" y="1051827"/>
                    </a:cubicBezTo>
                    <a:cubicBezTo>
                      <a:pt x="376866" y="1051827"/>
                      <a:pt x="425962" y="1055103"/>
                      <a:pt x="471876" y="1058380"/>
                    </a:cubicBezTo>
                    <a:cubicBezTo>
                      <a:pt x="494781" y="1061656"/>
                      <a:pt x="520972" y="1061656"/>
                      <a:pt x="543983" y="1061656"/>
                    </a:cubicBezTo>
                    <a:cubicBezTo>
                      <a:pt x="566887" y="1061656"/>
                      <a:pt x="593078" y="1061656"/>
                      <a:pt x="615983" y="1061656"/>
                    </a:cubicBezTo>
                    <a:cubicBezTo>
                      <a:pt x="638993" y="1061656"/>
                      <a:pt x="665185" y="1061656"/>
                      <a:pt x="688089" y="1061656"/>
                    </a:cubicBezTo>
                    <a:cubicBezTo>
                      <a:pt x="711099" y="1061656"/>
                      <a:pt x="737291" y="1064928"/>
                      <a:pt x="763482" y="1064928"/>
                    </a:cubicBezTo>
                    <a:cubicBezTo>
                      <a:pt x="812578" y="1068205"/>
                      <a:pt x="861780" y="1068205"/>
                      <a:pt x="910982" y="1068205"/>
                    </a:cubicBezTo>
                    <a:cubicBezTo>
                      <a:pt x="960078" y="1071481"/>
                      <a:pt x="1009280" y="1071481"/>
                      <a:pt x="1058376" y="1071481"/>
                    </a:cubicBezTo>
                    <a:cubicBezTo>
                      <a:pt x="1104291" y="1071481"/>
                      <a:pt x="1153386" y="1071481"/>
                      <a:pt x="1199301" y="1074758"/>
                    </a:cubicBezTo>
                    <a:cubicBezTo>
                      <a:pt x="1251684" y="1074758"/>
                      <a:pt x="1300886" y="1078034"/>
                      <a:pt x="1349982" y="1078034"/>
                    </a:cubicBezTo>
                    <a:cubicBezTo>
                      <a:pt x="1399184" y="1078034"/>
                      <a:pt x="1444993" y="1081311"/>
                      <a:pt x="1494194" y="1081311"/>
                    </a:cubicBezTo>
                    <a:cubicBezTo>
                      <a:pt x="1517099" y="1084588"/>
                      <a:pt x="1543290" y="1084588"/>
                      <a:pt x="1566301" y="1084588"/>
                    </a:cubicBezTo>
                    <a:cubicBezTo>
                      <a:pt x="1592492" y="1084588"/>
                      <a:pt x="1618684" y="1084588"/>
                      <a:pt x="1644875" y="1084588"/>
                    </a:cubicBezTo>
                    <a:cubicBezTo>
                      <a:pt x="1694077" y="1081311"/>
                      <a:pt x="1739992" y="1081311"/>
                      <a:pt x="1789088" y="1081311"/>
                    </a:cubicBezTo>
                    <a:cubicBezTo>
                      <a:pt x="1811992" y="1081311"/>
                      <a:pt x="1838290" y="1081311"/>
                      <a:pt x="1861194" y="1081311"/>
                    </a:cubicBezTo>
                    <a:cubicBezTo>
                      <a:pt x="1884098" y="1081311"/>
                      <a:pt x="1907109" y="1081311"/>
                      <a:pt x="1930013" y="1081311"/>
                    </a:cubicBezTo>
                    <a:cubicBezTo>
                      <a:pt x="1956205" y="1081311"/>
                      <a:pt x="1979109" y="1081311"/>
                      <a:pt x="2002119" y="1081311"/>
                    </a:cubicBezTo>
                    <a:cubicBezTo>
                      <a:pt x="2025024" y="1081311"/>
                      <a:pt x="2051215" y="1078034"/>
                      <a:pt x="2074120" y="1078034"/>
                    </a:cubicBezTo>
                    <a:cubicBezTo>
                      <a:pt x="2100417" y="1078034"/>
                      <a:pt x="2123321" y="1074758"/>
                      <a:pt x="2149513" y="1074758"/>
                    </a:cubicBezTo>
                    <a:cubicBezTo>
                      <a:pt x="2172523" y="1074758"/>
                      <a:pt x="2198715" y="1071481"/>
                      <a:pt x="2221619" y="1071481"/>
                    </a:cubicBezTo>
                    <a:cubicBezTo>
                      <a:pt x="2244524" y="1071481"/>
                      <a:pt x="2270821" y="1068205"/>
                      <a:pt x="2293726" y="1068205"/>
                    </a:cubicBezTo>
                    <a:lnTo>
                      <a:pt x="2311184" y="1068205"/>
                    </a:lnTo>
                    <a:lnTo>
                      <a:pt x="2306815" y="1048527"/>
                    </a:lnTo>
                    <a:cubicBezTo>
                      <a:pt x="2303538" y="1035442"/>
                      <a:pt x="2300261" y="1022328"/>
                      <a:pt x="2296984" y="1009214"/>
                    </a:cubicBezTo>
                    <a:cubicBezTo>
                      <a:pt x="2296984" y="1002671"/>
                      <a:pt x="2296984" y="996100"/>
                      <a:pt x="2296984" y="989557"/>
                    </a:cubicBezTo>
                    <a:cubicBezTo>
                      <a:pt x="2296984" y="983015"/>
                      <a:pt x="2296984" y="976443"/>
                      <a:pt x="2296984" y="969900"/>
                    </a:cubicBezTo>
                    <a:cubicBezTo>
                      <a:pt x="2293707" y="956786"/>
                      <a:pt x="2293707" y="943701"/>
                      <a:pt x="2293707" y="930587"/>
                    </a:cubicBezTo>
                    <a:cubicBezTo>
                      <a:pt x="2293707" y="917473"/>
                      <a:pt x="2293707" y="904359"/>
                      <a:pt x="2293707" y="891273"/>
                    </a:cubicBezTo>
                    <a:cubicBezTo>
                      <a:pt x="2293707" y="878159"/>
                      <a:pt x="2296984" y="865045"/>
                      <a:pt x="2296984" y="851931"/>
                    </a:cubicBezTo>
                    <a:cubicBezTo>
                      <a:pt x="2296984" y="838846"/>
                      <a:pt x="2300261" y="825732"/>
                      <a:pt x="2300261" y="812618"/>
                    </a:cubicBezTo>
                    <a:cubicBezTo>
                      <a:pt x="2300261" y="799532"/>
                      <a:pt x="2303538" y="786418"/>
                      <a:pt x="2303538" y="773304"/>
                    </a:cubicBezTo>
                    <a:cubicBezTo>
                      <a:pt x="2306815" y="756933"/>
                      <a:pt x="2306815" y="743819"/>
                      <a:pt x="2306815" y="730705"/>
                    </a:cubicBezTo>
                    <a:cubicBezTo>
                      <a:pt x="2310091" y="717591"/>
                      <a:pt x="2310091" y="704505"/>
                      <a:pt x="2310091" y="691391"/>
                    </a:cubicBezTo>
                    <a:cubicBezTo>
                      <a:pt x="2310091" y="678277"/>
                      <a:pt x="2313368" y="665163"/>
                      <a:pt x="2313368" y="652078"/>
                    </a:cubicBezTo>
                    <a:cubicBezTo>
                      <a:pt x="2313368" y="645506"/>
                      <a:pt x="2313368" y="638964"/>
                      <a:pt x="2313368" y="632392"/>
                    </a:cubicBezTo>
                    <a:cubicBezTo>
                      <a:pt x="2313368" y="629135"/>
                      <a:pt x="2313368" y="625850"/>
                      <a:pt x="2313368" y="622564"/>
                    </a:cubicBezTo>
                    <a:cubicBezTo>
                      <a:pt x="2313368" y="619307"/>
                      <a:pt x="2313368" y="616021"/>
                      <a:pt x="2313368" y="612736"/>
                    </a:cubicBezTo>
                    <a:cubicBezTo>
                      <a:pt x="2313368" y="599650"/>
                      <a:pt x="2316645" y="586536"/>
                      <a:pt x="2319922" y="573422"/>
                    </a:cubicBezTo>
                    <a:cubicBezTo>
                      <a:pt x="2319922" y="560308"/>
                      <a:pt x="2323199" y="547223"/>
                      <a:pt x="2323199" y="534108"/>
                    </a:cubicBezTo>
                    <a:cubicBezTo>
                      <a:pt x="2323199" y="527566"/>
                      <a:pt x="2323199" y="520994"/>
                      <a:pt x="2319922" y="514452"/>
                    </a:cubicBezTo>
                    <a:cubicBezTo>
                      <a:pt x="2319922" y="511166"/>
                      <a:pt x="2319922" y="507880"/>
                      <a:pt x="2319922" y="504623"/>
                    </a:cubicBezTo>
                    <a:cubicBezTo>
                      <a:pt x="2319922" y="504623"/>
                      <a:pt x="2319922" y="501338"/>
                      <a:pt x="2319922" y="501338"/>
                    </a:cubicBezTo>
                    <a:cubicBezTo>
                      <a:pt x="2319922" y="501338"/>
                      <a:pt x="2323199" y="498052"/>
                      <a:pt x="2323199" y="498052"/>
                    </a:cubicBezTo>
                    <a:cubicBezTo>
                      <a:pt x="2326476" y="494795"/>
                      <a:pt x="2326476" y="494795"/>
                      <a:pt x="2329753" y="494795"/>
                    </a:cubicBezTo>
                    <a:cubicBezTo>
                      <a:pt x="2329753" y="491509"/>
                      <a:pt x="2336306" y="491509"/>
                      <a:pt x="2339583" y="491509"/>
                    </a:cubicBezTo>
                    <a:cubicBezTo>
                      <a:pt x="2346137" y="491509"/>
                      <a:pt x="2349414" y="491509"/>
                      <a:pt x="2355968" y="491509"/>
                    </a:cubicBezTo>
                    <a:cubicBezTo>
                      <a:pt x="2362521" y="491509"/>
                      <a:pt x="2369075" y="491509"/>
                      <a:pt x="2372352" y="491509"/>
                    </a:cubicBezTo>
                    <a:cubicBezTo>
                      <a:pt x="2375629" y="491509"/>
                      <a:pt x="2378906" y="494795"/>
                      <a:pt x="2382183" y="494795"/>
                    </a:cubicBezTo>
                    <a:cubicBezTo>
                      <a:pt x="2385459" y="494795"/>
                      <a:pt x="2388736" y="498052"/>
                      <a:pt x="2388736" y="498052"/>
                    </a:cubicBezTo>
                    <a:cubicBezTo>
                      <a:pt x="2392013" y="498052"/>
                      <a:pt x="2392013" y="501338"/>
                      <a:pt x="2392013" y="501338"/>
                    </a:cubicBezTo>
                    <a:cubicBezTo>
                      <a:pt x="2392013" y="501338"/>
                      <a:pt x="2392013" y="504623"/>
                      <a:pt x="2392013" y="504623"/>
                    </a:cubicBezTo>
                    <a:cubicBezTo>
                      <a:pt x="2392013" y="507880"/>
                      <a:pt x="2392013" y="507880"/>
                      <a:pt x="2392013" y="511166"/>
                    </a:cubicBezTo>
                    <a:cubicBezTo>
                      <a:pt x="2392013" y="514452"/>
                      <a:pt x="2395290" y="520994"/>
                      <a:pt x="2395290" y="524280"/>
                    </a:cubicBezTo>
                    <a:cubicBezTo>
                      <a:pt x="2398567" y="534108"/>
                      <a:pt x="2395290" y="543937"/>
                      <a:pt x="2395290" y="553765"/>
                    </a:cubicBezTo>
                    <a:cubicBezTo>
                      <a:pt x="2395290" y="566879"/>
                      <a:pt x="2392013" y="579965"/>
                      <a:pt x="2388736" y="593079"/>
                    </a:cubicBezTo>
                    <a:cubicBezTo>
                      <a:pt x="2385459" y="599621"/>
                      <a:pt x="2385459" y="606193"/>
                      <a:pt x="2385459" y="612736"/>
                    </a:cubicBezTo>
                    <a:cubicBezTo>
                      <a:pt x="2385459" y="619307"/>
                      <a:pt x="2385459" y="625850"/>
                      <a:pt x="2385459" y="632392"/>
                    </a:cubicBezTo>
                    <a:cubicBezTo>
                      <a:pt x="2385459" y="638964"/>
                      <a:pt x="2385459" y="645506"/>
                      <a:pt x="2385459" y="652049"/>
                    </a:cubicBezTo>
                    <a:cubicBezTo>
                      <a:pt x="2385459" y="658620"/>
                      <a:pt x="2382183" y="665163"/>
                      <a:pt x="2382183" y="671735"/>
                    </a:cubicBezTo>
                    <a:cubicBezTo>
                      <a:pt x="2378906" y="684820"/>
                      <a:pt x="2378906" y="697934"/>
                      <a:pt x="2378906" y="711048"/>
                    </a:cubicBezTo>
                    <a:cubicBezTo>
                      <a:pt x="2375629" y="724133"/>
                      <a:pt x="2375629" y="737248"/>
                      <a:pt x="2375629" y="750362"/>
                    </a:cubicBezTo>
                    <a:cubicBezTo>
                      <a:pt x="2375629" y="763476"/>
                      <a:pt x="2375629" y="776561"/>
                      <a:pt x="2372352" y="789675"/>
                    </a:cubicBezTo>
                    <a:cubicBezTo>
                      <a:pt x="2372352" y="802789"/>
                      <a:pt x="2369075" y="815903"/>
                      <a:pt x="2369075" y="828989"/>
                    </a:cubicBezTo>
                    <a:cubicBezTo>
                      <a:pt x="2369075" y="842103"/>
                      <a:pt x="2365798" y="855217"/>
                      <a:pt x="2365798" y="868331"/>
                    </a:cubicBezTo>
                    <a:cubicBezTo>
                      <a:pt x="2362521" y="874874"/>
                      <a:pt x="2362521" y="881416"/>
                      <a:pt x="2362521" y="887988"/>
                    </a:cubicBezTo>
                    <a:cubicBezTo>
                      <a:pt x="2362521" y="894530"/>
                      <a:pt x="2362521" y="901073"/>
                      <a:pt x="2362521" y="907644"/>
                    </a:cubicBezTo>
                    <a:cubicBezTo>
                      <a:pt x="2365798" y="920730"/>
                      <a:pt x="2365798" y="933844"/>
                      <a:pt x="2365798" y="946958"/>
                    </a:cubicBezTo>
                    <a:cubicBezTo>
                      <a:pt x="2365798" y="953501"/>
                      <a:pt x="2365798" y="960072"/>
                      <a:pt x="2365798" y="966615"/>
                    </a:cubicBezTo>
                    <a:cubicBezTo>
                      <a:pt x="2365798" y="973157"/>
                      <a:pt x="2365798" y="979729"/>
                      <a:pt x="2365798" y="986272"/>
                    </a:cubicBezTo>
                    <a:cubicBezTo>
                      <a:pt x="2365798" y="992814"/>
                      <a:pt x="2365798" y="999386"/>
                      <a:pt x="2365798" y="1005928"/>
                    </a:cubicBezTo>
                    <a:cubicBezTo>
                      <a:pt x="2365798" y="1012500"/>
                      <a:pt x="2369075" y="1019042"/>
                      <a:pt x="2369075" y="1025585"/>
                    </a:cubicBezTo>
                    <a:cubicBezTo>
                      <a:pt x="2369075" y="1032156"/>
                      <a:pt x="2372352" y="1038699"/>
                      <a:pt x="2372352" y="1045242"/>
                    </a:cubicBezTo>
                    <a:cubicBezTo>
                      <a:pt x="2372352" y="1051813"/>
                      <a:pt x="2375629" y="1058356"/>
                      <a:pt x="2375629" y="1064927"/>
                    </a:cubicBezTo>
                    <a:lnTo>
                      <a:pt x="2377605" y="1076779"/>
                    </a:lnTo>
                    <a:lnTo>
                      <a:pt x="2385449" y="1084597"/>
                    </a:lnTo>
                    <a:cubicBezTo>
                      <a:pt x="2388736" y="1087874"/>
                      <a:pt x="2388736" y="1091150"/>
                      <a:pt x="2388736" y="1091141"/>
                    </a:cubicBezTo>
                    <a:lnTo>
                      <a:pt x="2388736" y="1092770"/>
                    </a:lnTo>
                    <a:lnTo>
                      <a:pt x="2388737" y="1092769"/>
                    </a:lnTo>
                    <a:lnTo>
                      <a:pt x="2388737" y="1100955"/>
                    </a:lnTo>
                    <a:lnTo>
                      <a:pt x="2388736" y="1100955"/>
                    </a:lnTo>
                    <a:lnTo>
                      <a:pt x="2387101" y="1100955"/>
                    </a:lnTo>
                    <a:lnTo>
                      <a:pt x="2382162" y="1110805"/>
                    </a:lnTo>
                    <a:cubicBezTo>
                      <a:pt x="2375587" y="1120635"/>
                      <a:pt x="2365832" y="1123911"/>
                      <a:pt x="2355970" y="1123911"/>
                    </a:cubicBezTo>
                    <a:cubicBezTo>
                      <a:pt x="2352683" y="1123911"/>
                      <a:pt x="2346108" y="1123911"/>
                      <a:pt x="2342821" y="1123911"/>
                    </a:cubicBezTo>
                    <a:cubicBezTo>
                      <a:pt x="2336353" y="1123911"/>
                      <a:pt x="2326491" y="1127188"/>
                      <a:pt x="2316630" y="1127188"/>
                    </a:cubicBezTo>
                    <a:cubicBezTo>
                      <a:pt x="2297012" y="1130464"/>
                      <a:pt x="2277290" y="1133741"/>
                      <a:pt x="2257672" y="1133741"/>
                    </a:cubicBezTo>
                    <a:cubicBezTo>
                      <a:pt x="2221619" y="1137017"/>
                      <a:pt x="2185566" y="1137017"/>
                      <a:pt x="2149513" y="1140294"/>
                    </a:cubicBezTo>
                    <a:cubicBezTo>
                      <a:pt x="2100417" y="1143571"/>
                      <a:pt x="2051215" y="1146847"/>
                      <a:pt x="2002119" y="1150124"/>
                    </a:cubicBezTo>
                    <a:cubicBezTo>
                      <a:pt x="1979109" y="1150124"/>
                      <a:pt x="1952917" y="1150124"/>
                      <a:pt x="1930013" y="1150124"/>
                    </a:cubicBezTo>
                    <a:cubicBezTo>
                      <a:pt x="1907109" y="1150124"/>
                      <a:pt x="1884098" y="1150124"/>
                      <a:pt x="1861194" y="1150124"/>
                    </a:cubicBezTo>
                    <a:cubicBezTo>
                      <a:pt x="1808705" y="1153400"/>
                      <a:pt x="1759609" y="1153400"/>
                      <a:pt x="1710407" y="1153400"/>
                    </a:cubicBezTo>
                    <a:cubicBezTo>
                      <a:pt x="1661311" y="1153400"/>
                      <a:pt x="1612109" y="1153400"/>
                      <a:pt x="1563014" y="1153400"/>
                    </a:cubicBezTo>
                    <a:cubicBezTo>
                      <a:pt x="1513812" y="1153400"/>
                      <a:pt x="1468003" y="1150124"/>
                      <a:pt x="1422088" y="1150124"/>
                    </a:cubicBezTo>
                    <a:cubicBezTo>
                      <a:pt x="1372992" y="1150124"/>
                      <a:pt x="1320503" y="1146847"/>
                      <a:pt x="1271407" y="1146847"/>
                    </a:cubicBezTo>
                    <a:cubicBezTo>
                      <a:pt x="1225493" y="1146847"/>
                      <a:pt x="1176397" y="1143571"/>
                      <a:pt x="1130482" y="1143571"/>
                    </a:cubicBezTo>
                    <a:cubicBezTo>
                      <a:pt x="1077993" y="1140294"/>
                      <a:pt x="1028897" y="1140294"/>
                      <a:pt x="976514" y="1140294"/>
                    </a:cubicBezTo>
                    <a:cubicBezTo>
                      <a:pt x="930599" y="1137022"/>
                      <a:pt x="881397" y="1137022"/>
                      <a:pt x="832301" y="1137022"/>
                    </a:cubicBezTo>
                    <a:cubicBezTo>
                      <a:pt x="783100" y="1137022"/>
                      <a:pt x="734004" y="1133746"/>
                      <a:pt x="684802" y="1133746"/>
                    </a:cubicBezTo>
                    <a:cubicBezTo>
                      <a:pt x="661897" y="1133746"/>
                      <a:pt x="635706" y="1133746"/>
                      <a:pt x="612802" y="1133746"/>
                    </a:cubicBezTo>
                    <a:cubicBezTo>
                      <a:pt x="599653" y="1133746"/>
                      <a:pt x="589791" y="1133746"/>
                      <a:pt x="576748" y="1133746"/>
                    </a:cubicBezTo>
                    <a:cubicBezTo>
                      <a:pt x="563600" y="1133746"/>
                      <a:pt x="553738" y="1133746"/>
                      <a:pt x="540695" y="1133746"/>
                    </a:cubicBezTo>
                    <a:cubicBezTo>
                      <a:pt x="494781" y="1133746"/>
                      <a:pt x="445685" y="1130469"/>
                      <a:pt x="396483" y="1127193"/>
                    </a:cubicBezTo>
                    <a:cubicBezTo>
                      <a:pt x="350568" y="1127193"/>
                      <a:pt x="301472" y="1123916"/>
                      <a:pt x="255558" y="1123916"/>
                    </a:cubicBezTo>
                    <a:cubicBezTo>
                      <a:pt x="232653" y="1123916"/>
                      <a:pt x="209749" y="1123916"/>
                      <a:pt x="186738" y="1127193"/>
                    </a:cubicBezTo>
                    <a:cubicBezTo>
                      <a:pt x="176983" y="1127193"/>
                      <a:pt x="167121" y="1127193"/>
                      <a:pt x="153973" y="1127193"/>
                    </a:cubicBezTo>
                    <a:cubicBezTo>
                      <a:pt x="147504" y="1127193"/>
                      <a:pt x="144217" y="1127193"/>
                      <a:pt x="137643" y="1127193"/>
                    </a:cubicBezTo>
                    <a:cubicBezTo>
                      <a:pt x="134355" y="1127193"/>
                      <a:pt x="127781" y="1123916"/>
                      <a:pt x="124494" y="1123916"/>
                    </a:cubicBezTo>
                    <a:cubicBezTo>
                      <a:pt x="124494" y="1123916"/>
                      <a:pt x="121207" y="1123916"/>
                      <a:pt x="121207" y="1123916"/>
                    </a:cubicBezTo>
                    <a:cubicBezTo>
                      <a:pt x="117919" y="1120639"/>
                      <a:pt x="114738" y="1120639"/>
                      <a:pt x="111451" y="1117363"/>
                    </a:cubicBezTo>
                    <a:cubicBezTo>
                      <a:pt x="108164" y="1117363"/>
                      <a:pt x="104877" y="1110810"/>
                      <a:pt x="101589" y="1107533"/>
                    </a:cubicBezTo>
                    <a:cubicBezTo>
                      <a:pt x="98302" y="1100980"/>
                      <a:pt x="98302" y="1097699"/>
                      <a:pt x="98302" y="1091146"/>
                    </a:cubicBezTo>
                    <a:cubicBezTo>
                      <a:pt x="98302" y="1084597"/>
                      <a:pt x="98302" y="1078039"/>
                      <a:pt x="101589" y="1074763"/>
                    </a:cubicBezTo>
                    <a:cubicBezTo>
                      <a:pt x="104877" y="1071481"/>
                      <a:pt x="108164" y="1068205"/>
                      <a:pt x="111451" y="1064928"/>
                    </a:cubicBezTo>
                    <a:lnTo>
                      <a:pt x="119264" y="1059684"/>
                    </a:lnTo>
                    <a:lnTo>
                      <a:pt x="117960" y="1055121"/>
                    </a:lnTo>
                    <a:cubicBezTo>
                      <a:pt x="114684" y="1038736"/>
                      <a:pt x="114684" y="1025629"/>
                      <a:pt x="111407" y="1009245"/>
                    </a:cubicBezTo>
                    <a:cubicBezTo>
                      <a:pt x="108130" y="986308"/>
                      <a:pt x="104853" y="966647"/>
                      <a:pt x="101576" y="946987"/>
                    </a:cubicBezTo>
                    <a:cubicBezTo>
                      <a:pt x="101576" y="937156"/>
                      <a:pt x="101576" y="927326"/>
                      <a:pt x="101576" y="917495"/>
                    </a:cubicBezTo>
                    <a:cubicBezTo>
                      <a:pt x="101576" y="907665"/>
                      <a:pt x="101576" y="897835"/>
                      <a:pt x="101576" y="888004"/>
                    </a:cubicBezTo>
                    <a:cubicBezTo>
                      <a:pt x="98299" y="868344"/>
                      <a:pt x="98299" y="845406"/>
                      <a:pt x="98299" y="825746"/>
                    </a:cubicBezTo>
                    <a:cubicBezTo>
                      <a:pt x="98299" y="806085"/>
                      <a:pt x="98299" y="786424"/>
                      <a:pt x="98299" y="766764"/>
                    </a:cubicBezTo>
                    <a:cubicBezTo>
                      <a:pt x="98299" y="747103"/>
                      <a:pt x="101576" y="727442"/>
                      <a:pt x="101576" y="707781"/>
                    </a:cubicBezTo>
                    <a:cubicBezTo>
                      <a:pt x="101576" y="688121"/>
                      <a:pt x="104853" y="665183"/>
                      <a:pt x="104853" y="645523"/>
                    </a:cubicBezTo>
                    <a:cubicBezTo>
                      <a:pt x="104853" y="625862"/>
                      <a:pt x="108130" y="606201"/>
                      <a:pt x="108130" y="586541"/>
                    </a:cubicBezTo>
                    <a:cubicBezTo>
                      <a:pt x="111407" y="566880"/>
                      <a:pt x="111407" y="543942"/>
                      <a:pt x="111407" y="524282"/>
                    </a:cubicBezTo>
                    <a:cubicBezTo>
                      <a:pt x="114684" y="504621"/>
                      <a:pt x="114684" y="484960"/>
                      <a:pt x="114684" y="465300"/>
                    </a:cubicBezTo>
                    <a:cubicBezTo>
                      <a:pt x="114684" y="445639"/>
                      <a:pt x="117960" y="425978"/>
                      <a:pt x="117960" y="406318"/>
                    </a:cubicBezTo>
                    <a:cubicBezTo>
                      <a:pt x="117960" y="396487"/>
                      <a:pt x="117960" y="386657"/>
                      <a:pt x="117960" y="376827"/>
                    </a:cubicBezTo>
                    <a:cubicBezTo>
                      <a:pt x="117960" y="370273"/>
                      <a:pt x="117960" y="366996"/>
                      <a:pt x="117960" y="360443"/>
                    </a:cubicBezTo>
                    <a:cubicBezTo>
                      <a:pt x="117960" y="357166"/>
                      <a:pt x="117960" y="350612"/>
                      <a:pt x="117960" y="347336"/>
                    </a:cubicBezTo>
                    <a:cubicBezTo>
                      <a:pt x="117960" y="327675"/>
                      <a:pt x="121237" y="308014"/>
                      <a:pt x="124514" y="288353"/>
                    </a:cubicBezTo>
                    <a:cubicBezTo>
                      <a:pt x="124514" y="268693"/>
                      <a:pt x="127791" y="249032"/>
                      <a:pt x="127791" y="229371"/>
                    </a:cubicBezTo>
                    <a:cubicBezTo>
                      <a:pt x="127791" y="219541"/>
                      <a:pt x="127791" y="209711"/>
                      <a:pt x="124514" y="199880"/>
                    </a:cubicBezTo>
                    <a:cubicBezTo>
                      <a:pt x="124514" y="196604"/>
                      <a:pt x="124514" y="190050"/>
                      <a:pt x="124514" y="186773"/>
                    </a:cubicBezTo>
                    <a:cubicBezTo>
                      <a:pt x="124514" y="183496"/>
                      <a:pt x="124514" y="183496"/>
                      <a:pt x="124514" y="180220"/>
                    </a:cubicBezTo>
                    <a:cubicBezTo>
                      <a:pt x="124514" y="176943"/>
                      <a:pt x="127791" y="176943"/>
                      <a:pt x="127791" y="173666"/>
                    </a:cubicBezTo>
                    <a:cubicBezTo>
                      <a:pt x="127791" y="170389"/>
                      <a:pt x="127791" y="170389"/>
                      <a:pt x="127791" y="170389"/>
                    </a:cubicBezTo>
                    <a:cubicBezTo>
                      <a:pt x="131068" y="170389"/>
                      <a:pt x="131068" y="167113"/>
                      <a:pt x="134345" y="167113"/>
                    </a:cubicBezTo>
                    <a:cubicBezTo>
                      <a:pt x="134345" y="167113"/>
                      <a:pt x="140899" y="163836"/>
                      <a:pt x="144175" y="163836"/>
                    </a:cubicBezTo>
                    <a:close/>
                    <a:moveTo>
                      <a:pt x="163838" y="0"/>
                    </a:moveTo>
                    <a:cubicBezTo>
                      <a:pt x="173668" y="0"/>
                      <a:pt x="186775" y="3272"/>
                      <a:pt x="193329" y="13111"/>
                    </a:cubicBezTo>
                    <a:cubicBezTo>
                      <a:pt x="196605" y="19654"/>
                      <a:pt x="203159" y="26210"/>
                      <a:pt x="206436" y="32765"/>
                    </a:cubicBezTo>
                    <a:cubicBezTo>
                      <a:pt x="209712" y="39321"/>
                      <a:pt x="209712" y="42604"/>
                      <a:pt x="212989" y="45876"/>
                    </a:cubicBezTo>
                    <a:cubicBezTo>
                      <a:pt x="216266" y="55703"/>
                      <a:pt x="222819" y="62259"/>
                      <a:pt x="226096" y="72086"/>
                    </a:cubicBezTo>
                    <a:cubicBezTo>
                      <a:pt x="232650" y="88469"/>
                      <a:pt x="239203" y="108135"/>
                      <a:pt x="249034" y="124518"/>
                    </a:cubicBezTo>
                    <a:cubicBezTo>
                      <a:pt x="258864" y="140901"/>
                      <a:pt x="265417" y="160555"/>
                      <a:pt x="275248" y="176950"/>
                    </a:cubicBezTo>
                    <a:cubicBezTo>
                      <a:pt x="281801" y="186777"/>
                      <a:pt x="285078" y="193333"/>
                      <a:pt x="291631" y="203160"/>
                    </a:cubicBezTo>
                    <a:cubicBezTo>
                      <a:pt x="298185" y="209716"/>
                      <a:pt x="301462" y="219543"/>
                      <a:pt x="308015" y="229382"/>
                    </a:cubicBezTo>
                    <a:cubicBezTo>
                      <a:pt x="308015" y="229382"/>
                      <a:pt x="311292" y="232654"/>
                      <a:pt x="311292" y="232654"/>
                    </a:cubicBezTo>
                    <a:cubicBezTo>
                      <a:pt x="314569" y="235926"/>
                      <a:pt x="311292" y="239209"/>
                      <a:pt x="308015" y="235926"/>
                    </a:cubicBezTo>
                    <a:cubicBezTo>
                      <a:pt x="301462" y="226098"/>
                      <a:pt x="291631" y="219543"/>
                      <a:pt x="281801" y="209716"/>
                    </a:cubicBezTo>
                    <a:cubicBezTo>
                      <a:pt x="275248" y="203160"/>
                      <a:pt x="268694" y="196605"/>
                      <a:pt x="262141" y="190049"/>
                    </a:cubicBezTo>
                    <a:cubicBezTo>
                      <a:pt x="249034" y="176950"/>
                      <a:pt x="235927" y="163839"/>
                      <a:pt x="222819" y="150728"/>
                    </a:cubicBezTo>
                    <a:cubicBezTo>
                      <a:pt x="209712" y="137629"/>
                      <a:pt x="196605" y="124518"/>
                      <a:pt x="183498" y="108135"/>
                    </a:cubicBezTo>
                    <a:cubicBezTo>
                      <a:pt x="176945" y="101580"/>
                      <a:pt x="170391" y="95024"/>
                      <a:pt x="163838" y="85197"/>
                    </a:cubicBezTo>
                    <a:cubicBezTo>
                      <a:pt x="157284" y="95024"/>
                      <a:pt x="150731" y="101580"/>
                      <a:pt x="144177" y="111419"/>
                    </a:cubicBezTo>
                    <a:cubicBezTo>
                      <a:pt x="134347" y="127802"/>
                      <a:pt x="124517" y="140901"/>
                      <a:pt x="114687" y="157284"/>
                    </a:cubicBezTo>
                    <a:cubicBezTo>
                      <a:pt x="104856" y="170395"/>
                      <a:pt x="95026" y="186777"/>
                      <a:pt x="85195" y="203160"/>
                    </a:cubicBezTo>
                    <a:cubicBezTo>
                      <a:pt x="78642" y="212999"/>
                      <a:pt x="72088" y="219543"/>
                      <a:pt x="65535" y="229382"/>
                    </a:cubicBezTo>
                    <a:cubicBezTo>
                      <a:pt x="62258" y="232666"/>
                      <a:pt x="58981" y="235938"/>
                      <a:pt x="55705" y="239209"/>
                    </a:cubicBezTo>
                    <a:cubicBezTo>
                      <a:pt x="55705" y="239209"/>
                      <a:pt x="55705" y="242493"/>
                      <a:pt x="52428" y="242493"/>
                    </a:cubicBezTo>
                    <a:cubicBezTo>
                      <a:pt x="45874" y="249048"/>
                      <a:pt x="45874" y="249048"/>
                      <a:pt x="36044" y="252320"/>
                    </a:cubicBezTo>
                    <a:cubicBezTo>
                      <a:pt x="32767" y="252320"/>
                      <a:pt x="29491" y="252320"/>
                      <a:pt x="29491" y="258864"/>
                    </a:cubicBezTo>
                    <a:cubicBezTo>
                      <a:pt x="22937" y="258864"/>
                      <a:pt x="16384" y="255580"/>
                      <a:pt x="9830" y="249037"/>
                    </a:cubicBezTo>
                    <a:cubicBezTo>
                      <a:pt x="3277" y="242481"/>
                      <a:pt x="0" y="235926"/>
                      <a:pt x="0" y="229370"/>
                    </a:cubicBezTo>
                    <a:cubicBezTo>
                      <a:pt x="0" y="226098"/>
                      <a:pt x="0" y="219543"/>
                      <a:pt x="3277" y="216259"/>
                    </a:cubicBezTo>
                    <a:cubicBezTo>
                      <a:pt x="6553" y="203160"/>
                      <a:pt x="13107" y="193333"/>
                      <a:pt x="19660" y="183494"/>
                    </a:cubicBezTo>
                    <a:cubicBezTo>
                      <a:pt x="26214" y="176950"/>
                      <a:pt x="29491" y="167111"/>
                      <a:pt x="36044" y="160555"/>
                    </a:cubicBezTo>
                    <a:cubicBezTo>
                      <a:pt x="45874" y="144173"/>
                      <a:pt x="55705" y="127790"/>
                      <a:pt x="65535" y="111407"/>
                    </a:cubicBezTo>
                    <a:cubicBezTo>
                      <a:pt x="72088" y="104864"/>
                      <a:pt x="75365" y="95024"/>
                      <a:pt x="81919" y="88469"/>
                    </a:cubicBezTo>
                    <a:cubicBezTo>
                      <a:pt x="88472" y="78642"/>
                      <a:pt x="95026" y="72086"/>
                      <a:pt x="101580" y="62259"/>
                    </a:cubicBezTo>
                    <a:cubicBezTo>
                      <a:pt x="108133" y="55703"/>
                      <a:pt x="111410" y="45876"/>
                      <a:pt x="117963" y="39321"/>
                    </a:cubicBezTo>
                    <a:cubicBezTo>
                      <a:pt x="121240" y="32765"/>
                      <a:pt x="124517" y="29493"/>
                      <a:pt x="127794" y="26210"/>
                    </a:cubicBezTo>
                    <a:cubicBezTo>
                      <a:pt x="127794" y="22938"/>
                      <a:pt x="131070" y="19654"/>
                      <a:pt x="134347" y="16382"/>
                    </a:cubicBezTo>
                    <a:cubicBezTo>
                      <a:pt x="137624" y="13099"/>
                      <a:pt x="140901" y="9827"/>
                      <a:pt x="144177" y="6555"/>
                    </a:cubicBezTo>
                    <a:cubicBezTo>
                      <a:pt x="150731" y="3272"/>
                      <a:pt x="157284" y="0"/>
                      <a:pt x="163838" y="0"/>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28575" lIns="28575" spcFirstLastPara="1" rIns="28575" wrap="square" tIns="285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sp>
          <p:nvSpPr>
            <p:cNvPr id="277" name="Google Shape;277;ge5669b8a30_1_341"/>
            <p:cNvSpPr txBox="1"/>
            <p:nvPr/>
          </p:nvSpPr>
          <p:spPr>
            <a:xfrm>
              <a:off x="6301839" y="2020683"/>
              <a:ext cx="1495500" cy="31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Isi Debat</a:t>
              </a:r>
              <a:endParaRPr b="1" i="0" sz="1600" u="none" cap="none" strike="noStrike">
                <a:solidFill>
                  <a:srgbClr val="000000"/>
                </a:solidFill>
                <a:latin typeface="Arial"/>
                <a:ea typeface="Arial"/>
                <a:cs typeface="Arial"/>
                <a:sym typeface="Arial"/>
              </a:endParaRPr>
            </a:p>
          </p:txBody>
        </p:sp>
      </p:grpSp>
      <p:grpSp>
        <p:nvGrpSpPr>
          <p:cNvPr id="278" name="Google Shape;278;ge5669b8a30_1_341"/>
          <p:cNvGrpSpPr/>
          <p:nvPr/>
        </p:nvGrpSpPr>
        <p:grpSpPr>
          <a:xfrm>
            <a:off x="5433980" y="350788"/>
            <a:ext cx="5237639" cy="5324964"/>
            <a:chOff x="-312193" y="1586452"/>
            <a:chExt cx="5009698" cy="5324964"/>
          </a:xfrm>
        </p:grpSpPr>
        <p:sp>
          <p:nvSpPr>
            <p:cNvPr id="279" name="Google Shape;279;ge5669b8a30_1_341"/>
            <p:cNvSpPr/>
            <p:nvPr/>
          </p:nvSpPr>
          <p:spPr>
            <a:xfrm rot="1016612">
              <a:off x="240939" y="2060233"/>
              <a:ext cx="3903434" cy="4377402"/>
            </a:xfrm>
            <a:custGeom>
              <a:rect b="b" l="l" r="r" t="t"/>
              <a:pathLst>
                <a:path extrusionOk="0" h="21508" w="21386">
                  <a:moveTo>
                    <a:pt x="6052" y="1636"/>
                  </a:moveTo>
                  <a:cubicBezTo>
                    <a:pt x="6362" y="1636"/>
                    <a:pt x="6703" y="1923"/>
                    <a:pt x="6997" y="2294"/>
                  </a:cubicBezTo>
                  <a:cubicBezTo>
                    <a:pt x="7059" y="2378"/>
                    <a:pt x="7230" y="2429"/>
                    <a:pt x="7323" y="2395"/>
                  </a:cubicBezTo>
                  <a:cubicBezTo>
                    <a:pt x="9383" y="1687"/>
                    <a:pt x="11429" y="945"/>
                    <a:pt x="13474" y="237"/>
                  </a:cubicBezTo>
                  <a:cubicBezTo>
                    <a:pt x="13815" y="119"/>
                    <a:pt x="14171" y="18"/>
                    <a:pt x="14512" y="1"/>
                  </a:cubicBezTo>
                  <a:cubicBezTo>
                    <a:pt x="14636" y="-16"/>
                    <a:pt x="14853" y="169"/>
                    <a:pt x="14915" y="321"/>
                  </a:cubicBezTo>
                  <a:cubicBezTo>
                    <a:pt x="15303" y="1215"/>
                    <a:pt x="15612" y="2159"/>
                    <a:pt x="16015" y="3053"/>
                  </a:cubicBezTo>
                  <a:cubicBezTo>
                    <a:pt x="16651" y="4486"/>
                    <a:pt x="17301" y="5919"/>
                    <a:pt x="17999" y="7319"/>
                  </a:cubicBezTo>
                  <a:cubicBezTo>
                    <a:pt x="18556" y="8415"/>
                    <a:pt x="19161" y="9494"/>
                    <a:pt x="19781" y="10556"/>
                  </a:cubicBezTo>
                  <a:cubicBezTo>
                    <a:pt x="20183" y="11248"/>
                    <a:pt x="20679" y="11888"/>
                    <a:pt x="21098" y="12580"/>
                  </a:cubicBezTo>
                  <a:cubicBezTo>
                    <a:pt x="21516" y="13271"/>
                    <a:pt x="21485" y="13625"/>
                    <a:pt x="20958" y="14249"/>
                  </a:cubicBezTo>
                  <a:cubicBezTo>
                    <a:pt x="20586" y="14688"/>
                    <a:pt x="20183" y="15126"/>
                    <a:pt x="19750" y="15497"/>
                  </a:cubicBezTo>
                  <a:cubicBezTo>
                    <a:pt x="18897" y="16239"/>
                    <a:pt x="18030" y="16947"/>
                    <a:pt x="17146" y="17638"/>
                  </a:cubicBezTo>
                  <a:cubicBezTo>
                    <a:pt x="16496" y="18144"/>
                    <a:pt x="15860" y="18667"/>
                    <a:pt x="15148" y="19021"/>
                  </a:cubicBezTo>
                  <a:cubicBezTo>
                    <a:pt x="13815" y="19679"/>
                    <a:pt x="12451" y="20218"/>
                    <a:pt x="11088" y="20775"/>
                  </a:cubicBezTo>
                  <a:cubicBezTo>
                    <a:pt x="10484" y="21028"/>
                    <a:pt x="9848" y="21230"/>
                    <a:pt x="9228" y="21466"/>
                  </a:cubicBezTo>
                  <a:cubicBezTo>
                    <a:pt x="8888" y="21584"/>
                    <a:pt x="8686" y="21449"/>
                    <a:pt x="8500" y="21112"/>
                  </a:cubicBezTo>
                  <a:cubicBezTo>
                    <a:pt x="7741" y="19830"/>
                    <a:pt x="6920" y="18566"/>
                    <a:pt x="6145" y="17284"/>
                  </a:cubicBezTo>
                  <a:cubicBezTo>
                    <a:pt x="5634" y="16441"/>
                    <a:pt x="5107" y="15615"/>
                    <a:pt x="4626" y="14738"/>
                  </a:cubicBezTo>
                  <a:cubicBezTo>
                    <a:pt x="3604" y="12850"/>
                    <a:pt x="2612" y="10944"/>
                    <a:pt x="1605" y="9039"/>
                  </a:cubicBezTo>
                  <a:cubicBezTo>
                    <a:pt x="1078" y="8044"/>
                    <a:pt x="582" y="7015"/>
                    <a:pt x="71" y="6021"/>
                  </a:cubicBezTo>
                  <a:cubicBezTo>
                    <a:pt x="-84" y="5700"/>
                    <a:pt x="24" y="5515"/>
                    <a:pt x="288" y="5380"/>
                  </a:cubicBezTo>
                  <a:cubicBezTo>
                    <a:pt x="1187" y="4975"/>
                    <a:pt x="2070" y="4570"/>
                    <a:pt x="2969" y="4166"/>
                  </a:cubicBezTo>
                  <a:cubicBezTo>
                    <a:pt x="3387" y="3980"/>
                    <a:pt x="3805" y="3845"/>
                    <a:pt x="4224" y="3660"/>
                  </a:cubicBezTo>
                  <a:cubicBezTo>
                    <a:pt x="4286" y="3626"/>
                    <a:pt x="4379" y="3542"/>
                    <a:pt x="4379" y="3491"/>
                  </a:cubicBezTo>
                  <a:cubicBezTo>
                    <a:pt x="4379" y="2530"/>
                    <a:pt x="5014" y="1721"/>
                    <a:pt x="6052" y="1636"/>
                  </a:cubicBezTo>
                  <a:close/>
                  <a:moveTo>
                    <a:pt x="1264" y="5110"/>
                  </a:moveTo>
                  <a:cubicBezTo>
                    <a:pt x="1016" y="5194"/>
                    <a:pt x="753" y="5279"/>
                    <a:pt x="474" y="5380"/>
                  </a:cubicBezTo>
                  <a:cubicBezTo>
                    <a:pt x="784" y="6021"/>
                    <a:pt x="1047" y="6611"/>
                    <a:pt x="1342" y="7184"/>
                  </a:cubicBezTo>
                  <a:cubicBezTo>
                    <a:pt x="2643" y="9663"/>
                    <a:pt x="3914" y="12175"/>
                    <a:pt x="5308" y="14603"/>
                  </a:cubicBezTo>
                  <a:cubicBezTo>
                    <a:pt x="6455" y="16627"/>
                    <a:pt x="7741" y="18583"/>
                    <a:pt x="8981" y="20539"/>
                  </a:cubicBezTo>
                  <a:cubicBezTo>
                    <a:pt x="9043" y="20640"/>
                    <a:pt x="9275" y="20724"/>
                    <a:pt x="9399" y="20673"/>
                  </a:cubicBezTo>
                  <a:cubicBezTo>
                    <a:pt x="10220" y="20387"/>
                    <a:pt x="11010" y="20016"/>
                    <a:pt x="11832" y="19746"/>
                  </a:cubicBezTo>
                  <a:cubicBezTo>
                    <a:pt x="12947" y="19358"/>
                    <a:pt x="13970" y="18819"/>
                    <a:pt x="14683" y="17790"/>
                  </a:cubicBezTo>
                  <a:cubicBezTo>
                    <a:pt x="15303" y="16880"/>
                    <a:pt x="15907" y="15969"/>
                    <a:pt x="16434" y="14991"/>
                  </a:cubicBezTo>
                  <a:cubicBezTo>
                    <a:pt x="16744" y="14418"/>
                    <a:pt x="16883" y="13726"/>
                    <a:pt x="17115" y="13086"/>
                  </a:cubicBezTo>
                  <a:cubicBezTo>
                    <a:pt x="17239" y="12748"/>
                    <a:pt x="17456" y="12681"/>
                    <a:pt x="17720" y="12850"/>
                  </a:cubicBezTo>
                  <a:cubicBezTo>
                    <a:pt x="17890" y="12951"/>
                    <a:pt x="18014" y="13187"/>
                    <a:pt x="18200" y="13254"/>
                  </a:cubicBezTo>
                  <a:cubicBezTo>
                    <a:pt x="18944" y="13524"/>
                    <a:pt x="19672" y="13457"/>
                    <a:pt x="20354" y="13035"/>
                  </a:cubicBezTo>
                  <a:cubicBezTo>
                    <a:pt x="20400" y="13001"/>
                    <a:pt x="20400" y="12782"/>
                    <a:pt x="20338" y="12681"/>
                  </a:cubicBezTo>
                  <a:cubicBezTo>
                    <a:pt x="20059" y="12192"/>
                    <a:pt x="19719" y="11754"/>
                    <a:pt x="19455" y="11265"/>
                  </a:cubicBezTo>
                  <a:cubicBezTo>
                    <a:pt x="18727" y="9899"/>
                    <a:pt x="17999" y="8533"/>
                    <a:pt x="17332" y="7133"/>
                  </a:cubicBezTo>
                  <a:cubicBezTo>
                    <a:pt x="16434" y="5228"/>
                    <a:pt x="15550" y="3323"/>
                    <a:pt x="14729" y="1367"/>
                  </a:cubicBezTo>
                  <a:cubicBezTo>
                    <a:pt x="14466" y="743"/>
                    <a:pt x="14249" y="692"/>
                    <a:pt x="13707" y="878"/>
                  </a:cubicBezTo>
                  <a:cubicBezTo>
                    <a:pt x="11646" y="1586"/>
                    <a:pt x="9554" y="2260"/>
                    <a:pt x="7462" y="2952"/>
                  </a:cubicBezTo>
                  <a:cubicBezTo>
                    <a:pt x="7369" y="2985"/>
                    <a:pt x="7230" y="3103"/>
                    <a:pt x="7214" y="3205"/>
                  </a:cubicBezTo>
                  <a:cubicBezTo>
                    <a:pt x="7106" y="3997"/>
                    <a:pt x="7059" y="4806"/>
                    <a:pt x="6935" y="5599"/>
                  </a:cubicBezTo>
                  <a:cubicBezTo>
                    <a:pt x="6842" y="6223"/>
                    <a:pt x="6749" y="6847"/>
                    <a:pt x="6548" y="7437"/>
                  </a:cubicBezTo>
                  <a:cubicBezTo>
                    <a:pt x="6315" y="8111"/>
                    <a:pt x="5789" y="8280"/>
                    <a:pt x="5122" y="8061"/>
                  </a:cubicBezTo>
                  <a:cubicBezTo>
                    <a:pt x="4735" y="7926"/>
                    <a:pt x="4394" y="7201"/>
                    <a:pt x="4487" y="6678"/>
                  </a:cubicBezTo>
                  <a:cubicBezTo>
                    <a:pt x="4596" y="6071"/>
                    <a:pt x="4719" y="5481"/>
                    <a:pt x="4874" y="4891"/>
                  </a:cubicBezTo>
                  <a:cubicBezTo>
                    <a:pt x="4921" y="4739"/>
                    <a:pt x="5076" y="4537"/>
                    <a:pt x="5215" y="4520"/>
                  </a:cubicBezTo>
                  <a:cubicBezTo>
                    <a:pt x="5324" y="4503"/>
                    <a:pt x="5510" y="4688"/>
                    <a:pt x="5572" y="4840"/>
                  </a:cubicBezTo>
                  <a:cubicBezTo>
                    <a:pt x="5634" y="4975"/>
                    <a:pt x="5603" y="5177"/>
                    <a:pt x="5556" y="5329"/>
                  </a:cubicBezTo>
                  <a:cubicBezTo>
                    <a:pt x="5401" y="5818"/>
                    <a:pt x="5200" y="6273"/>
                    <a:pt x="5076" y="6762"/>
                  </a:cubicBezTo>
                  <a:cubicBezTo>
                    <a:pt x="5029" y="6948"/>
                    <a:pt x="5169" y="7218"/>
                    <a:pt x="5262" y="7403"/>
                  </a:cubicBezTo>
                  <a:cubicBezTo>
                    <a:pt x="5308" y="7471"/>
                    <a:pt x="5556" y="7521"/>
                    <a:pt x="5603" y="7471"/>
                  </a:cubicBezTo>
                  <a:cubicBezTo>
                    <a:pt x="5789" y="7251"/>
                    <a:pt x="6021" y="7015"/>
                    <a:pt x="6099" y="6746"/>
                  </a:cubicBezTo>
                  <a:cubicBezTo>
                    <a:pt x="6253" y="6155"/>
                    <a:pt x="6315" y="5548"/>
                    <a:pt x="6408" y="4941"/>
                  </a:cubicBezTo>
                  <a:cubicBezTo>
                    <a:pt x="6486" y="4419"/>
                    <a:pt x="6548" y="3913"/>
                    <a:pt x="6625" y="3340"/>
                  </a:cubicBezTo>
                  <a:cubicBezTo>
                    <a:pt x="4719" y="4065"/>
                    <a:pt x="2907" y="4756"/>
                    <a:pt x="954" y="5498"/>
                  </a:cubicBezTo>
                  <a:cubicBezTo>
                    <a:pt x="1140" y="5262"/>
                    <a:pt x="1187" y="5177"/>
                    <a:pt x="1264" y="5110"/>
                  </a:cubicBezTo>
                  <a:cubicBezTo>
                    <a:pt x="1326" y="5093"/>
                    <a:pt x="1404" y="5093"/>
                    <a:pt x="1466" y="5076"/>
                  </a:cubicBezTo>
                  <a:cubicBezTo>
                    <a:pt x="1450" y="5043"/>
                    <a:pt x="1450" y="5026"/>
                    <a:pt x="1435" y="4992"/>
                  </a:cubicBezTo>
                  <a:cubicBezTo>
                    <a:pt x="1373" y="5043"/>
                    <a:pt x="1311" y="5076"/>
                    <a:pt x="1264" y="5110"/>
                  </a:cubicBezTo>
                  <a:close/>
                  <a:moveTo>
                    <a:pt x="20152" y="14182"/>
                  </a:moveTo>
                  <a:cubicBezTo>
                    <a:pt x="20137" y="14131"/>
                    <a:pt x="20106" y="14097"/>
                    <a:pt x="20090" y="14047"/>
                  </a:cubicBezTo>
                  <a:cubicBezTo>
                    <a:pt x="19982" y="14047"/>
                    <a:pt x="19874" y="14030"/>
                    <a:pt x="19765" y="14030"/>
                  </a:cubicBezTo>
                  <a:cubicBezTo>
                    <a:pt x="19223" y="13996"/>
                    <a:pt x="18665" y="13996"/>
                    <a:pt x="18138" y="13895"/>
                  </a:cubicBezTo>
                  <a:cubicBezTo>
                    <a:pt x="17766" y="13828"/>
                    <a:pt x="17611" y="14013"/>
                    <a:pt x="17456" y="14317"/>
                  </a:cubicBezTo>
                  <a:cubicBezTo>
                    <a:pt x="17146" y="14991"/>
                    <a:pt x="16837" y="15682"/>
                    <a:pt x="16480" y="16323"/>
                  </a:cubicBezTo>
                  <a:cubicBezTo>
                    <a:pt x="16201" y="16829"/>
                    <a:pt x="15860" y="17301"/>
                    <a:pt x="15535" y="17790"/>
                  </a:cubicBezTo>
                  <a:cubicBezTo>
                    <a:pt x="15566" y="17824"/>
                    <a:pt x="15597" y="17858"/>
                    <a:pt x="15628" y="17891"/>
                  </a:cubicBezTo>
                  <a:cubicBezTo>
                    <a:pt x="17131" y="16677"/>
                    <a:pt x="18649" y="15429"/>
                    <a:pt x="20152" y="14182"/>
                  </a:cubicBezTo>
                  <a:close/>
                  <a:moveTo>
                    <a:pt x="6610" y="2682"/>
                  </a:moveTo>
                  <a:cubicBezTo>
                    <a:pt x="6362" y="2260"/>
                    <a:pt x="6021" y="2243"/>
                    <a:pt x="5696" y="2362"/>
                  </a:cubicBezTo>
                  <a:cubicBezTo>
                    <a:pt x="5262" y="2513"/>
                    <a:pt x="5045" y="2901"/>
                    <a:pt x="4874" y="3441"/>
                  </a:cubicBezTo>
                  <a:cubicBezTo>
                    <a:pt x="5494" y="3171"/>
                    <a:pt x="6037" y="2935"/>
                    <a:pt x="6610" y="2682"/>
                  </a:cubicBezTo>
                  <a:close/>
                </a:path>
              </a:pathLst>
            </a:custGeom>
            <a:solidFill>
              <a:srgbClr val="5B9BD5"/>
            </a:solidFill>
            <a:ln cap="flat" cmpd="sng" w="12700">
              <a:solidFill>
                <a:srgbClr val="42719B"/>
              </a:solidFill>
              <a:prstDash val="solid"/>
              <a:miter lim="800000"/>
              <a:headEnd len="sm" w="sm" type="none"/>
              <a:tailEnd len="sm" w="sm" type="none"/>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80" name="Google Shape;280;ge5669b8a30_1_341"/>
            <p:cNvSpPr/>
            <p:nvPr/>
          </p:nvSpPr>
          <p:spPr>
            <a:xfrm rot="-476097">
              <a:off x="1145333" y="3380357"/>
              <a:ext cx="2416537" cy="20988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31F20"/>
                </a:buClr>
                <a:buSzPts val="1500"/>
                <a:buFont typeface="Arial"/>
                <a:buNone/>
              </a:pPr>
              <a:r>
                <a:rPr b="0" i="0" lang="en-US" sz="1600" u="none" cap="none" strike="noStrike">
                  <a:solidFill>
                    <a:srgbClr val="231F20"/>
                  </a:solidFill>
                  <a:latin typeface="Arial"/>
                  <a:ea typeface="Arial"/>
                  <a:cs typeface="Arial"/>
                  <a:sym typeface="Arial"/>
                </a:rPr>
                <a:t>Kebahasaan dalam debat menggunakan konjungsi antarkalimat. Konjungsi antarkalimat berfungsi untuk menghubungkan dua kalimat. Konjungsi antarkalimat ditulis pada awal kalimat. </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e5669b8a30_1_381"/>
          <p:cNvSpPr txBox="1"/>
          <p:nvPr>
            <p:ph type="title"/>
          </p:nvPr>
        </p:nvSpPr>
        <p:spPr>
          <a:xfrm>
            <a:off x="0" y="10150"/>
            <a:ext cx="12192000" cy="1325700"/>
          </a:xfrm>
          <a:prstGeom prst="rect">
            <a:avLst/>
          </a:prstGeom>
          <a:noFill/>
          <a:ln>
            <a:noFill/>
          </a:ln>
        </p:spPr>
        <p:txBody>
          <a:bodyPr anchorCtr="0" anchor="ctr" bIns="45700" lIns="91425" spcFirstLastPara="1" rIns="91425" wrap="square" tIns="45700">
            <a:normAutofit/>
          </a:bodyPr>
          <a:lstStyle/>
          <a:p>
            <a:pPr indent="457200" lvl="0" marL="0" rtl="0" algn="l">
              <a:lnSpc>
                <a:spcPct val="90000"/>
              </a:lnSpc>
              <a:spcBef>
                <a:spcPts val="0"/>
              </a:spcBef>
              <a:spcAft>
                <a:spcPts val="0"/>
              </a:spcAft>
              <a:buClr>
                <a:schemeClr val="dk1"/>
              </a:buClr>
              <a:buSzPts val="1100"/>
              <a:buFont typeface="Arial"/>
              <a:buNone/>
            </a:pPr>
            <a:r>
              <a:rPr b="1" lang="en-US">
                <a:solidFill>
                  <a:srgbClr val="3F365C"/>
                </a:solidFill>
              </a:rPr>
              <a:t>D. Analisis Isi Debat</a:t>
            </a:r>
            <a:endParaRPr b="1">
              <a:solidFill>
                <a:srgbClr val="3F365C"/>
              </a:solidFill>
            </a:endParaRPr>
          </a:p>
        </p:txBody>
      </p:sp>
      <p:sp>
        <p:nvSpPr>
          <p:cNvPr id="286" name="Google Shape;286;ge5669b8a30_1_381"/>
          <p:cNvSpPr/>
          <p:nvPr/>
        </p:nvSpPr>
        <p:spPr>
          <a:xfrm>
            <a:off x="1706875" y="1574223"/>
            <a:ext cx="4572000" cy="1325700"/>
          </a:xfrm>
          <a:prstGeom prst="rect">
            <a:avLst/>
          </a:prstGeom>
          <a:solidFill>
            <a:srgbClr val="CFD7E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Arial"/>
              <a:buNone/>
            </a:pPr>
            <a:r>
              <a:rPr b="0" i="0" lang="en-US" sz="2000" u="none" cap="none" strike="noStrike">
                <a:solidFill>
                  <a:schemeClr val="dk1"/>
                </a:solidFill>
                <a:latin typeface="Arial"/>
                <a:ea typeface="Arial"/>
                <a:cs typeface="Arial"/>
                <a:sym typeface="Arial"/>
              </a:rPr>
              <a:t>Debat dapat berjalan jika terdapat mosi. Mosi dapat dirumuskan dari permasalahan yang sedang hangat atau berkembang dalam masyarakat.</a:t>
            </a:r>
            <a:endParaRPr b="0" i="0" sz="2000" u="none" cap="none" strike="noStrike">
              <a:solidFill>
                <a:schemeClr val="dk1"/>
              </a:solidFill>
              <a:latin typeface="Arial"/>
              <a:ea typeface="Arial"/>
              <a:cs typeface="Arial"/>
              <a:sym typeface="Arial"/>
            </a:endParaRPr>
          </a:p>
        </p:txBody>
      </p:sp>
      <p:sp>
        <p:nvSpPr>
          <p:cNvPr id="287" name="Google Shape;287;ge5669b8a30_1_381"/>
          <p:cNvSpPr/>
          <p:nvPr/>
        </p:nvSpPr>
        <p:spPr>
          <a:xfrm>
            <a:off x="6719000" y="2004225"/>
            <a:ext cx="4099800" cy="2964600"/>
          </a:xfrm>
          <a:prstGeom prst="rect">
            <a:avLst/>
          </a:prstGeom>
          <a:solidFill>
            <a:srgbClr val="CFD7E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Arial"/>
              <a:buNone/>
            </a:pPr>
            <a:r>
              <a:rPr b="0" i="0" lang="en-US" sz="2000" u="none" cap="none" strike="noStrike">
                <a:solidFill>
                  <a:schemeClr val="dk1"/>
                </a:solidFill>
                <a:latin typeface="Arial"/>
                <a:ea typeface="Arial"/>
                <a:cs typeface="Arial"/>
                <a:sym typeface="Arial"/>
              </a:rPr>
              <a:t>Berikut proses pelaksanaan debat.</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600"/>
              <a:buFont typeface="Arial"/>
              <a:buNone/>
            </a:pPr>
            <a:r>
              <a:rPr b="0" i="0" lang="en-US" sz="2000" u="none" cap="none" strike="noStrike">
                <a:solidFill>
                  <a:schemeClr val="dk1"/>
                </a:solidFill>
                <a:latin typeface="Arial"/>
                <a:ea typeface="Arial"/>
                <a:cs typeface="Arial"/>
                <a:sym typeface="Arial"/>
              </a:rPr>
              <a:t>a. Pembukaan oleh moderator</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b. Penyampaian pernyataan tiap-tiap tim  terhadap mosi</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c. Pelaksanaan inti debat</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d. Simpulan</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e. Penutup</a:t>
            </a:r>
            <a:endParaRPr b="0" i="0" sz="2000" u="none" cap="none" strike="noStrike">
              <a:solidFill>
                <a:schemeClr val="dk1"/>
              </a:solidFill>
              <a:latin typeface="Arial"/>
              <a:ea typeface="Arial"/>
              <a:cs typeface="Arial"/>
              <a:sym typeface="Arial"/>
            </a:endParaRPr>
          </a:p>
        </p:txBody>
      </p:sp>
      <p:sp>
        <p:nvSpPr>
          <p:cNvPr id="288" name="Google Shape;288;ge5669b8a30_1_381"/>
          <p:cNvSpPr/>
          <p:nvPr/>
        </p:nvSpPr>
        <p:spPr>
          <a:xfrm>
            <a:off x="1706875" y="3349900"/>
            <a:ext cx="4572000" cy="1671000"/>
          </a:xfrm>
          <a:prstGeom prst="rect">
            <a:avLst/>
          </a:prstGeom>
          <a:solidFill>
            <a:srgbClr val="CFD7E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Arial"/>
              <a:buNone/>
            </a:pPr>
            <a:r>
              <a:rPr b="0" i="0" lang="en-US" sz="2000" u="none" cap="none" strike="noStrike">
                <a:solidFill>
                  <a:schemeClr val="dk1"/>
                </a:solidFill>
                <a:latin typeface="Arial"/>
                <a:ea typeface="Arial"/>
                <a:cs typeface="Arial"/>
                <a:sym typeface="Arial"/>
              </a:rPr>
              <a:t>Debat dapat dinilai berdasarkan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600"/>
              <a:buFont typeface="Arial"/>
              <a:buNone/>
            </a:pPr>
            <a:r>
              <a:rPr b="0" i="0" lang="en-US" sz="2000" u="none" cap="none" strike="noStrike">
                <a:solidFill>
                  <a:schemeClr val="dk1"/>
                </a:solidFill>
                <a:latin typeface="Arial"/>
                <a:ea typeface="Arial"/>
                <a:cs typeface="Arial"/>
                <a:sym typeface="Arial"/>
              </a:rPr>
              <a:t>unsur-unsur berikut.</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600"/>
              <a:buFont typeface="Arial"/>
              <a:buNone/>
            </a:pPr>
            <a:r>
              <a:rPr b="0" i="0" lang="en-US" sz="2000" u="none" cap="none" strike="noStrike">
                <a:solidFill>
                  <a:schemeClr val="dk1"/>
                </a:solidFill>
                <a:latin typeface="Arial"/>
                <a:ea typeface="Arial"/>
                <a:cs typeface="Arial"/>
                <a:sym typeface="Arial"/>
              </a:rPr>
              <a:t>a. Isi</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b. Tata perilaku dan cara penyampaian</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c. Struktur (metode)</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3" name="Shape 293"/>
        <p:cNvGrpSpPr/>
        <p:nvPr/>
      </p:nvGrpSpPr>
      <p:grpSpPr>
        <a:xfrm>
          <a:off x="0" y="0"/>
          <a:ext cx="0" cy="0"/>
          <a:chOff x="0" y="0"/>
          <a:chExt cx="0" cy="0"/>
        </a:xfrm>
      </p:grpSpPr>
      <p:sp>
        <p:nvSpPr>
          <p:cNvPr id="294" name="Google Shape;294;p7"/>
          <p:cNvSpPr txBox="1"/>
          <p:nvPr>
            <p:ph type="ctrTitle"/>
          </p:nvPr>
        </p:nvSpPr>
        <p:spPr>
          <a:xfrm>
            <a:off x="1757968" y="1967925"/>
            <a:ext cx="8676065" cy="1168508"/>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3F365C"/>
              </a:buClr>
              <a:buSzPts val="6000"/>
              <a:buFont typeface="Arial"/>
              <a:buNone/>
            </a:pPr>
            <a:r>
              <a:rPr b="1" lang="en-US">
                <a:solidFill>
                  <a:srgbClr val="3F365C"/>
                </a:solidFill>
                <a:latin typeface="Arial"/>
                <a:ea typeface="Arial"/>
                <a:cs typeface="Arial"/>
                <a:sym typeface="Arial"/>
              </a:rPr>
              <a:t>Terima Kasih</a:t>
            </a:r>
            <a:endParaRPr b="1">
              <a:solidFill>
                <a:srgbClr val="3F365C"/>
              </a:solidFill>
              <a:latin typeface="Arial"/>
              <a:ea typeface="Arial"/>
              <a:cs typeface="Arial"/>
              <a:sym typeface="Arial"/>
            </a:endParaRPr>
          </a:p>
        </p:txBody>
      </p:sp>
      <p:sp>
        <p:nvSpPr>
          <p:cNvPr id="295" name="Google Shape;295;p7"/>
          <p:cNvSpPr txBox="1"/>
          <p:nvPr/>
        </p:nvSpPr>
        <p:spPr>
          <a:xfrm>
            <a:off x="1757968" y="2351011"/>
            <a:ext cx="8676065" cy="1168508"/>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chemeClr val="dk1"/>
              </a:buClr>
              <a:buSzPts val="2500"/>
              <a:buFont typeface="Arial"/>
              <a:buNone/>
            </a:pPr>
            <a:r>
              <a:t/>
            </a:r>
            <a:endParaRPr b="1" i="0" sz="2500" u="none" cap="none" strike="noStrike">
              <a:solidFill>
                <a:srgbClr val="58C0A4"/>
              </a:solidFill>
              <a:latin typeface="Arial"/>
              <a:ea typeface="Arial"/>
              <a:cs typeface="Arial"/>
              <a:sym typeface="Arial"/>
            </a:endParaRPr>
          </a:p>
        </p:txBody>
      </p:sp>
      <p:grpSp>
        <p:nvGrpSpPr>
          <p:cNvPr id="296" name="Google Shape;296;p7"/>
          <p:cNvGrpSpPr/>
          <p:nvPr/>
        </p:nvGrpSpPr>
        <p:grpSpPr>
          <a:xfrm>
            <a:off x="8775700" y="5531485"/>
            <a:ext cx="3300730" cy="1240155"/>
            <a:chOff x="11913" y="8570"/>
            <a:chExt cx="5198" cy="1953"/>
          </a:xfrm>
        </p:grpSpPr>
        <p:pic>
          <p:nvPicPr>
            <p:cNvPr descr="download" id="297" name="Google Shape;297;p7"/>
            <p:cNvPicPr preferRelativeResize="0"/>
            <p:nvPr/>
          </p:nvPicPr>
          <p:blipFill rotWithShape="1">
            <a:blip r:embed="rId4">
              <a:alphaModFix/>
            </a:blip>
            <a:srcRect b="0" l="0" r="0" t="0"/>
            <a:stretch/>
          </p:blipFill>
          <p:spPr>
            <a:xfrm>
              <a:off x="14125" y="9152"/>
              <a:ext cx="2549" cy="1276"/>
            </a:xfrm>
            <a:prstGeom prst="rect">
              <a:avLst/>
            </a:prstGeom>
            <a:noFill/>
            <a:ln>
              <a:noFill/>
            </a:ln>
          </p:spPr>
        </p:pic>
        <p:pic>
          <p:nvPicPr>
            <p:cNvPr descr="Logo Penerbit IP 2" id="298" name="Google Shape;298;p7"/>
            <p:cNvPicPr preferRelativeResize="0"/>
            <p:nvPr/>
          </p:nvPicPr>
          <p:blipFill rotWithShape="1">
            <a:blip r:embed="rId5">
              <a:alphaModFix/>
            </a:blip>
            <a:srcRect b="0" l="0" r="0" t="0"/>
            <a:stretch/>
          </p:blipFill>
          <p:spPr>
            <a:xfrm>
              <a:off x="12652" y="9247"/>
              <a:ext cx="1226" cy="1276"/>
            </a:xfrm>
            <a:prstGeom prst="rect">
              <a:avLst/>
            </a:prstGeom>
            <a:noFill/>
            <a:ln>
              <a:noFill/>
            </a:ln>
          </p:spPr>
        </p:pic>
        <p:sp>
          <p:nvSpPr>
            <p:cNvPr id="299" name="Google Shape;299;p7"/>
            <p:cNvSpPr txBox="1"/>
            <p:nvPr/>
          </p:nvSpPr>
          <p:spPr>
            <a:xfrm>
              <a:off x="11913" y="8570"/>
              <a:ext cx="5198"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Teacher Support Resource by:</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2020-11-27T02:47:00Z</dcterms:created>
  <dc:creator>scyeo73@gmail.com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1033-11.2.0.10176</vt:lpwstr>
  </property>
</Properties>
</file>