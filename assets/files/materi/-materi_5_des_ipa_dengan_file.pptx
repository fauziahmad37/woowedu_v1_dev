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6C91AF5-BA26-40B3-AD6D-740B226913B8}">
          <p14:sldIdLst>
            <p14:sldId id="256"/>
            <p14:sldId id="257"/>
            <p14:sldId id="258"/>
            <p14:sldId id="259"/>
            <p14:sldId id="260"/>
            <p14:sldId id="261"/>
            <p14:sldId id="262"/>
            <p14:sldId id="263"/>
            <p14:sldId id="264"/>
          </p14:sldIdLst>
        </p14:section>
        <p14:section name="woowedu frontend" id="{1B9325F0-44FC-45CA-B693-ED9416281C35}">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04" d="100"/>
          <a:sy n="104" d="100"/>
        </p:scale>
        <p:origin x="87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B40ED-797D-4A91-E924-3BD5813583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B71DB622-CF88-5A31-C9F3-1D2DF6C4C0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67A27989-9269-325A-D228-DA4C273B0038}"/>
              </a:ext>
            </a:extLst>
          </p:cNvPr>
          <p:cNvSpPr>
            <a:spLocks noGrp="1"/>
          </p:cNvSpPr>
          <p:nvPr>
            <p:ph type="dt" sz="half" idx="10"/>
          </p:nvPr>
        </p:nvSpPr>
        <p:spPr/>
        <p:txBody>
          <a:bodyPr/>
          <a:lstStyle/>
          <a:p>
            <a:fld id="{44B11060-6EA8-48FF-A8DB-F0853C9B8E14}" type="datetimeFigureOut">
              <a:rPr lang="en-ID" smtClean="0"/>
              <a:t>28/10/2024</a:t>
            </a:fld>
            <a:endParaRPr lang="en-ID"/>
          </a:p>
        </p:txBody>
      </p:sp>
      <p:sp>
        <p:nvSpPr>
          <p:cNvPr id="5" name="Footer Placeholder 4">
            <a:extLst>
              <a:ext uri="{FF2B5EF4-FFF2-40B4-BE49-F238E27FC236}">
                <a16:creationId xmlns:a16="http://schemas.microsoft.com/office/drawing/2014/main" id="{7BE37AA5-AA42-5F57-8625-F8455D5E09DD}"/>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6F7B3782-7CEA-A8A1-6E4D-CEB0CDBF22A9}"/>
              </a:ext>
            </a:extLst>
          </p:cNvPr>
          <p:cNvSpPr>
            <a:spLocks noGrp="1"/>
          </p:cNvSpPr>
          <p:nvPr>
            <p:ph type="sldNum" sz="quarter" idx="12"/>
          </p:nvPr>
        </p:nvSpPr>
        <p:spPr/>
        <p:txBody>
          <a:bodyPr/>
          <a:lstStyle/>
          <a:p>
            <a:fld id="{5AA68463-A461-462C-83B4-050ECD88F881}" type="slidenum">
              <a:rPr lang="en-ID" smtClean="0"/>
              <a:t>‹#›</a:t>
            </a:fld>
            <a:endParaRPr lang="en-ID"/>
          </a:p>
        </p:txBody>
      </p:sp>
    </p:spTree>
    <p:extLst>
      <p:ext uri="{BB962C8B-B14F-4D97-AF65-F5344CB8AC3E}">
        <p14:creationId xmlns:p14="http://schemas.microsoft.com/office/powerpoint/2010/main" val="3679279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F9C23-3A96-35EC-0C73-6A68F109974D}"/>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9099F773-5022-5E0A-78A9-34B7B4B34F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00A17912-F10F-C523-87F2-A30B299EA70B}"/>
              </a:ext>
            </a:extLst>
          </p:cNvPr>
          <p:cNvSpPr>
            <a:spLocks noGrp="1"/>
          </p:cNvSpPr>
          <p:nvPr>
            <p:ph type="dt" sz="half" idx="10"/>
          </p:nvPr>
        </p:nvSpPr>
        <p:spPr/>
        <p:txBody>
          <a:bodyPr/>
          <a:lstStyle/>
          <a:p>
            <a:fld id="{44B11060-6EA8-48FF-A8DB-F0853C9B8E14}" type="datetimeFigureOut">
              <a:rPr lang="en-ID" smtClean="0"/>
              <a:t>28/10/2024</a:t>
            </a:fld>
            <a:endParaRPr lang="en-ID"/>
          </a:p>
        </p:txBody>
      </p:sp>
      <p:sp>
        <p:nvSpPr>
          <p:cNvPr id="5" name="Footer Placeholder 4">
            <a:extLst>
              <a:ext uri="{FF2B5EF4-FFF2-40B4-BE49-F238E27FC236}">
                <a16:creationId xmlns:a16="http://schemas.microsoft.com/office/drawing/2014/main" id="{34898CCC-1171-ED2D-0A86-C9AEA63027F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FD11C3A-49B2-21D7-81DD-A8975F75BA6C}"/>
              </a:ext>
            </a:extLst>
          </p:cNvPr>
          <p:cNvSpPr>
            <a:spLocks noGrp="1"/>
          </p:cNvSpPr>
          <p:nvPr>
            <p:ph type="sldNum" sz="quarter" idx="12"/>
          </p:nvPr>
        </p:nvSpPr>
        <p:spPr/>
        <p:txBody>
          <a:bodyPr/>
          <a:lstStyle/>
          <a:p>
            <a:fld id="{5AA68463-A461-462C-83B4-050ECD88F881}" type="slidenum">
              <a:rPr lang="en-ID" smtClean="0"/>
              <a:t>‹#›</a:t>
            </a:fld>
            <a:endParaRPr lang="en-ID"/>
          </a:p>
        </p:txBody>
      </p:sp>
    </p:spTree>
    <p:extLst>
      <p:ext uri="{BB962C8B-B14F-4D97-AF65-F5344CB8AC3E}">
        <p14:creationId xmlns:p14="http://schemas.microsoft.com/office/powerpoint/2010/main" val="104166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C4FBA-48D5-E1DA-D987-9E2EBBBF62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6A2DCF6E-A24E-3339-9343-A2BBC3BCC2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143994-90CB-A2AE-7389-C9AE3DF1E999}"/>
              </a:ext>
            </a:extLst>
          </p:cNvPr>
          <p:cNvSpPr>
            <a:spLocks noGrp="1"/>
          </p:cNvSpPr>
          <p:nvPr>
            <p:ph type="dt" sz="half" idx="10"/>
          </p:nvPr>
        </p:nvSpPr>
        <p:spPr/>
        <p:txBody>
          <a:bodyPr/>
          <a:lstStyle/>
          <a:p>
            <a:fld id="{44B11060-6EA8-48FF-A8DB-F0853C9B8E14}" type="datetimeFigureOut">
              <a:rPr lang="en-ID" smtClean="0"/>
              <a:t>28/10/2024</a:t>
            </a:fld>
            <a:endParaRPr lang="en-ID"/>
          </a:p>
        </p:txBody>
      </p:sp>
      <p:sp>
        <p:nvSpPr>
          <p:cNvPr id="5" name="Footer Placeholder 4">
            <a:extLst>
              <a:ext uri="{FF2B5EF4-FFF2-40B4-BE49-F238E27FC236}">
                <a16:creationId xmlns:a16="http://schemas.microsoft.com/office/drawing/2014/main" id="{34035457-67B5-12DF-AD9F-41F2BE66A000}"/>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5E59967-52C0-D005-6AF5-D0AD5D20846B}"/>
              </a:ext>
            </a:extLst>
          </p:cNvPr>
          <p:cNvSpPr>
            <a:spLocks noGrp="1"/>
          </p:cNvSpPr>
          <p:nvPr>
            <p:ph type="sldNum" sz="quarter" idx="12"/>
          </p:nvPr>
        </p:nvSpPr>
        <p:spPr/>
        <p:txBody>
          <a:bodyPr/>
          <a:lstStyle/>
          <a:p>
            <a:fld id="{5AA68463-A461-462C-83B4-050ECD88F881}" type="slidenum">
              <a:rPr lang="en-ID" smtClean="0"/>
              <a:t>‹#›</a:t>
            </a:fld>
            <a:endParaRPr lang="en-ID"/>
          </a:p>
        </p:txBody>
      </p:sp>
    </p:spTree>
    <p:extLst>
      <p:ext uri="{BB962C8B-B14F-4D97-AF65-F5344CB8AC3E}">
        <p14:creationId xmlns:p14="http://schemas.microsoft.com/office/powerpoint/2010/main" val="2544944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816A4-00F7-81A2-4B37-C3F1EEC1809E}"/>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090172F1-2427-D24D-1645-20925B1CC3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BA5DB4C6-1A2F-B2DF-8D1F-32161076DB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BCF49090-F1FD-E076-798F-D1095EF19CD3}"/>
              </a:ext>
            </a:extLst>
          </p:cNvPr>
          <p:cNvSpPr>
            <a:spLocks noGrp="1"/>
          </p:cNvSpPr>
          <p:nvPr>
            <p:ph type="dt" sz="half" idx="10"/>
          </p:nvPr>
        </p:nvSpPr>
        <p:spPr/>
        <p:txBody>
          <a:bodyPr/>
          <a:lstStyle/>
          <a:p>
            <a:fld id="{44B11060-6EA8-48FF-A8DB-F0853C9B8E14}" type="datetimeFigureOut">
              <a:rPr lang="en-ID" smtClean="0"/>
              <a:t>28/10/2024</a:t>
            </a:fld>
            <a:endParaRPr lang="en-ID"/>
          </a:p>
        </p:txBody>
      </p:sp>
      <p:sp>
        <p:nvSpPr>
          <p:cNvPr id="6" name="Footer Placeholder 5">
            <a:extLst>
              <a:ext uri="{FF2B5EF4-FFF2-40B4-BE49-F238E27FC236}">
                <a16:creationId xmlns:a16="http://schemas.microsoft.com/office/drawing/2014/main" id="{C3528D9D-E199-0E9F-DA0B-09271FBBC7AB}"/>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530AD1E3-FB72-8CEC-D7C1-43956134C91F}"/>
              </a:ext>
            </a:extLst>
          </p:cNvPr>
          <p:cNvSpPr>
            <a:spLocks noGrp="1"/>
          </p:cNvSpPr>
          <p:nvPr>
            <p:ph type="sldNum" sz="quarter" idx="12"/>
          </p:nvPr>
        </p:nvSpPr>
        <p:spPr/>
        <p:txBody>
          <a:bodyPr/>
          <a:lstStyle/>
          <a:p>
            <a:fld id="{5AA68463-A461-462C-83B4-050ECD88F881}" type="slidenum">
              <a:rPr lang="en-ID" smtClean="0"/>
              <a:t>‹#›</a:t>
            </a:fld>
            <a:endParaRPr lang="en-ID"/>
          </a:p>
        </p:txBody>
      </p:sp>
    </p:spTree>
    <p:extLst>
      <p:ext uri="{BB962C8B-B14F-4D97-AF65-F5344CB8AC3E}">
        <p14:creationId xmlns:p14="http://schemas.microsoft.com/office/powerpoint/2010/main" val="136795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DEC1F-22E4-F1A2-AB47-EC07F8A5175F}"/>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FB147C9C-CD65-0421-6937-E962635D80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6A173C-CE01-E2CE-453D-AFDF2B2A1B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D4210735-A593-0107-A651-E8D6A2F8D6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4C8BD2-514F-1D06-AEC8-62AB9483B0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6F3A63AD-6CE3-DEF2-A84D-B680CBBE0AE3}"/>
              </a:ext>
            </a:extLst>
          </p:cNvPr>
          <p:cNvSpPr>
            <a:spLocks noGrp="1"/>
          </p:cNvSpPr>
          <p:nvPr>
            <p:ph type="dt" sz="half" idx="10"/>
          </p:nvPr>
        </p:nvSpPr>
        <p:spPr/>
        <p:txBody>
          <a:bodyPr/>
          <a:lstStyle/>
          <a:p>
            <a:fld id="{44B11060-6EA8-48FF-A8DB-F0853C9B8E14}" type="datetimeFigureOut">
              <a:rPr lang="en-ID" smtClean="0"/>
              <a:t>28/10/2024</a:t>
            </a:fld>
            <a:endParaRPr lang="en-ID"/>
          </a:p>
        </p:txBody>
      </p:sp>
      <p:sp>
        <p:nvSpPr>
          <p:cNvPr id="8" name="Footer Placeholder 7">
            <a:extLst>
              <a:ext uri="{FF2B5EF4-FFF2-40B4-BE49-F238E27FC236}">
                <a16:creationId xmlns:a16="http://schemas.microsoft.com/office/drawing/2014/main" id="{44A9AD22-9955-9FD6-5AD1-7259814091E2}"/>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522FBD93-C646-AE90-A150-9DA0EB464F95}"/>
              </a:ext>
            </a:extLst>
          </p:cNvPr>
          <p:cNvSpPr>
            <a:spLocks noGrp="1"/>
          </p:cNvSpPr>
          <p:nvPr>
            <p:ph type="sldNum" sz="quarter" idx="12"/>
          </p:nvPr>
        </p:nvSpPr>
        <p:spPr/>
        <p:txBody>
          <a:bodyPr/>
          <a:lstStyle/>
          <a:p>
            <a:fld id="{5AA68463-A461-462C-83B4-050ECD88F881}" type="slidenum">
              <a:rPr lang="en-ID" smtClean="0"/>
              <a:t>‹#›</a:t>
            </a:fld>
            <a:endParaRPr lang="en-ID"/>
          </a:p>
        </p:txBody>
      </p:sp>
    </p:spTree>
    <p:extLst>
      <p:ext uri="{BB962C8B-B14F-4D97-AF65-F5344CB8AC3E}">
        <p14:creationId xmlns:p14="http://schemas.microsoft.com/office/powerpoint/2010/main" val="1803661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7D3CE-E153-C7B0-C395-9CE3D3C3D3DB}"/>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655BC433-BF7C-7FCE-F477-2A4AA1C48904}"/>
              </a:ext>
            </a:extLst>
          </p:cNvPr>
          <p:cNvSpPr>
            <a:spLocks noGrp="1"/>
          </p:cNvSpPr>
          <p:nvPr>
            <p:ph type="dt" sz="half" idx="10"/>
          </p:nvPr>
        </p:nvSpPr>
        <p:spPr/>
        <p:txBody>
          <a:bodyPr/>
          <a:lstStyle/>
          <a:p>
            <a:fld id="{44B11060-6EA8-48FF-A8DB-F0853C9B8E14}" type="datetimeFigureOut">
              <a:rPr lang="en-ID" smtClean="0"/>
              <a:t>28/10/2024</a:t>
            </a:fld>
            <a:endParaRPr lang="en-ID"/>
          </a:p>
        </p:txBody>
      </p:sp>
      <p:sp>
        <p:nvSpPr>
          <p:cNvPr id="4" name="Footer Placeholder 3">
            <a:extLst>
              <a:ext uri="{FF2B5EF4-FFF2-40B4-BE49-F238E27FC236}">
                <a16:creationId xmlns:a16="http://schemas.microsoft.com/office/drawing/2014/main" id="{DD641D01-E779-4476-8D08-9560D58B2EE2}"/>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553CE89C-D8C7-F173-D1EA-59DD5869427C}"/>
              </a:ext>
            </a:extLst>
          </p:cNvPr>
          <p:cNvSpPr>
            <a:spLocks noGrp="1"/>
          </p:cNvSpPr>
          <p:nvPr>
            <p:ph type="sldNum" sz="quarter" idx="12"/>
          </p:nvPr>
        </p:nvSpPr>
        <p:spPr/>
        <p:txBody>
          <a:bodyPr/>
          <a:lstStyle/>
          <a:p>
            <a:fld id="{5AA68463-A461-462C-83B4-050ECD88F881}" type="slidenum">
              <a:rPr lang="en-ID" smtClean="0"/>
              <a:t>‹#›</a:t>
            </a:fld>
            <a:endParaRPr lang="en-ID"/>
          </a:p>
        </p:txBody>
      </p:sp>
    </p:spTree>
    <p:extLst>
      <p:ext uri="{BB962C8B-B14F-4D97-AF65-F5344CB8AC3E}">
        <p14:creationId xmlns:p14="http://schemas.microsoft.com/office/powerpoint/2010/main" val="2448166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A7BAAB-0B18-CAB8-40B2-5D4101DE3013}"/>
              </a:ext>
            </a:extLst>
          </p:cNvPr>
          <p:cNvSpPr>
            <a:spLocks noGrp="1"/>
          </p:cNvSpPr>
          <p:nvPr>
            <p:ph type="dt" sz="half" idx="10"/>
          </p:nvPr>
        </p:nvSpPr>
        <p:spPr/>
        <p:txBody>
          <a:bodyPr/>
          <a:lstStyle/>
          <a:p>
            <a:fld id="{44B11060-6EA8-48FF-A8DB-F0853C9B8E14}" type="datetimeFigureOut">
              <a:rPr lang="en-ID" smtClean="0"/>
              <a:t>28/10/2024</a:t>
            </a:fld>
            <a:endParaRPr lang="en-ID"/>
          </a:p>
        </p:txBody>
      </p:sp>
      <p:sp>
        <p:nvSpPr>
          <p:cNvPr id="3" name="Footer Placeholder 2">
            <a:extLst>
              <a:ext uri="{FF2B5EF4-FFF2-40B4-BE49-F238E27FC236}">
                <a16:creationId xmlns:a16="http://schemas.microsoft.com/office/drawing/2014/main" id="{96D31062-842A-A2D3-CA55-82D32F24182A}"/>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515716D8-E14F-EB5C-9EA0-71D386E47EB5}"/>
              </a:ext>
            </a:extLst>
          </p:cNvPr>
          <p:cNvSpPr>
            <a:spLocks noGrp="1"/>
          </p:cNvSpPr>
          <p:nvPr>
            <p:ph type="sldNum" sz="quarter" idx="12"/>
          </p:nvPr>
        </p:nvSpPr>
        <p:spPr/>
        <p:txBody>
          <a:bodyPr/>
          <a:lstStyle/>
          <a:p>
            <a:fld id="{5AA68463-A461-462C-83B4-050ECD88F881}" type="slidenum">
              <a:rPr lang="en-ID" smtClean="0"/>
              <a:t>‹#›</a:t>
            </a:fld>
            <a:endParaRPr lang="en-ID"/>
          </a:p>
        </p:txBody>
      </p:sp>
    </p:spTree>
    <p:extLst>
      <p:ext uri="{BB962C8B-B14F-4D97-AF65-F5344CB8AC3E}">
        <p14:creationId xmlns:p14="http://schemas.microsoft.com/office/powerpoint/2010/main" val="4249303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F210-E074-34D3-41E2-ED98EF93E7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B84F044B-6548-0E43-9E4B-7E9BB75C4E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9E22F66E-1AB3-932F-4E30-A7AE3567E5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1C922F-3025-EF3C-5DAB-607E1529B509}"/>
              </a:ext>
            </a:extLst>
          </p:cNvPr>
          <p:cNvSpPr>
            <a:spLocks noGrp="1"/>
          </p:cNvSpPr>
          <p:nvPr>
            <p:ph type="dt" sz="half" idx="10"/>
          </p:nvPr>
        </p:nvSpPr>
        <p:spPr/>
        <p:txBody>
          <a:bodyPr/>
          <a:lstStyle/>
          <a:p>
            <a:fld id="{44B11060-6EA8-48FF-A8DB-F0853C9B8E14}" type="datetimeFigureOut">
              <a:rPr lang="en-ID" smtClean="0"/>
              <a:t>28/10/2024</a:t>
            </a:fld>
            <a:endParaRPr lang="en-ID"/>
          </a:p>
        </p:txBody>
      </p:sp>
      <p:sp>
        <p:nvSpPr>
          <p:cNvPr id="6" name="Footer Placeholder 5">
            <a:extLst>
              <a:ext uri="{FF2B5EF4-FFF2-40B4-BE49-F238E27FC236}">
                <a16:creationId xmlns:a16="http://schemas.microsoft.com/office/drawing/2014/main" id="{DAB6436A-B647-0613-5E6E-F78888274969}"/>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5FF33942-616D-618D-797E-28BE310CB5A6}"/>
              </a:ext>
            </a:extLst>
          </p:cNvPr>
          <p:cNvSpPr>
            <a:spLocks noGrp="1"/>
          </p:cNvSpPr>
          <p:nvPr>
            <p:ph type="sldNum" sz="quarter" idx="12"/>
          </p:nvPr>
        </p:nvSpPr>
        <p:spPr/>
        <p:txBody>
          <a:bodyPr/>
          <a:lstStyle/>
          <a:p>
            <a:fld id="{5AA68463-A461-462C-83B4-050ECD88F881}" type="slidenum">
              <a:rPr lang="en-ID" smtClean="0"/>
              <a:t>‹#›</a:t>
            </a:fld>
            <a:endParaRPr lang="en-ID"/>
          </a:p>
        </p:txBody>
      </p:sp>
    </p:spTree>
    <p:extLst>
      <p:ext uri="{BB962C8B-B14F-4D97-AF65-F5344CB8AC3E}">
        <p14:creationId xmlns:p14="http://schemas.microsoft.com/office/powerpoint/2010/main" val="1168099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1E5EE-F8E4-1BBA-DD72-DEDF8D6FE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DFAFFAE3-1152-D4AC-5838-FEE008FF4E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753DBFC0-EC20-D948-602E-43CB32613F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56CC1A-914C-BB58-9F43-2CC7AAC3E8D2}"/>
              </a:ext>
            </a:extLst>
          </p:cNvPr>
          <p:cNvSpPr>
            <a:spLocks noGrp="1"/>
          </p:cNvSpPr>
          <p:nvPr>
            <p:ph type="dt" sz="half" idx="10"/>
          </p:nvPr>
        </p:nvSpPr>
        <p:spPr/>
        <p:txBody>
          <a:bodyPr/>
          <a:lstStyle/>
          <a:p>
            <a:fld id="{44B11060-6EA8-48FF-A8DB-F0853C9B8E14}" type="datetimeFigureOut">
              <a:rPr lang="en-ID" smtClean="0"/>
              <a:t>28/10/2024</a:t>
            </a:fld>
            <a:endParaRPr lang="en-ID"/>
          </a:p>
        </p:txBody>
      </p:sp>
      <p:sp>
        <p:nvSpPr>
          <p:cNvPr id="6" name="Footer Placeholder 5">
            <a:extLst>
              <a:ext uri="{FF2B5EF4-FFF2-40B4-BE49-F238E27FC236}">
                <a16:creationId xmlns:a16="http://schemas.microsoft.com/office/drawing/2014/main" id="{680303D5-56D9-0B6D-8EAC-C18D3E6F221B}"/>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CE944107-315D-746C-6851-19DB5F87766A}"/>
              </a:ext>
            </a:extLst>
          </p:cNvPr>
          <p:cNvSpPr>
            <a:spLocks noGrp="1"/>
          </p:cNvSpPr>
          <p:nvPr>
            <p:ph type="sldNum" sz="quarter" idx="12"/>
          </p:nvPr>
        </p:nvSpPr>
        <p:spPr/>
        <p:txBody>
          <a:bodyPr/>
          <a:lstStyle/>
          <a:p>
            <a:fld id="{5AA68463-A461-462C-83B4-050ECD88F881}" type="slidenum">
              <a:rPr lang="en-ID" smtClean="0"/>
              <a:t>‹#›</a:t>
            </a:fld>
            <a:endParaRPr lang="en-ID"/>
          </a:p>
        </p:txBody>
      </p:sp>
    </p:spTree>
    <p:extLst>
      <p:ext uri="{BB962C8B-B14F-4D97-AF65-F5344CB8AC3E}">
        <p14:creationId xmlns:p14="http://schemas.microsoft.com/office/powerpoint/2010/main" val="3260376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121D2-759B-BB88-837C-0600313A574D}"/>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3DFC319A-2F5D-DC10-C458-627290ED6E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6D6C7095-EDA5-0259-0E56-D74C80B539D4}"/>
              </a:ext>
            </a:extLst>
          </p:cNvPr>
          <p:cNvSpPr>
            <a:spLocks noGrp="1"/>
          </p:cNvSpPr>
          <p:nvPr>
            <p:ph type="dt" sz="half" idx="10"/>
          </p:nvPr>
        </p:nvSpPr>
        <p:spPr/>
        <p:txBody>
          <a:bodyPr/>
          <a:lstStyle/>
          <a:p>
            <a:fld id="{44B11060-6EA8-48FF-A8DB-F0853C9B8E14}" type="datetimeFigureOut">
              <a:rPr lang="en-ID" smtClean="0"/>
              <a:t>28/10/2024</a:t>
            </a:fld>
            <a:endParaRPr lang="en-ID"/>
          </a:p>
        </p:txBody>
      </p:sp>
      <p:sp>
        <p:nvSpPr>
          <p:cNvPr id="5" name="Footer Placeholder 4">
            <a:extLst>
              <a:ext uri="{FF2B5EF4-FFF2-40B4-BE49-F238E27FC236}">
                <a16:creationId xmlns:a16="http://schemas.microsoft.com/office/drawing/2014/main" id="{AE831EEE-B3CC-E1F4-7203-A3C922901BCB}"/>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AADF27A-4309-DE6E-55F6-AE055F6F101D}"/>
              </a:ext>
            </a:extLst>
          </p:cNvPr>
          <p:cNvSpPr>
            <a:spLocks noGrp="1"/>
          </p:cNvSpPr>
          <p:nvPr>
            <p:ph type="sldNum" sz="quarter" idx="12"/>
          </p:nvPr>
        </p:nvSpPr>
        <p:spPr/>
        <p:txBody>
          <a:bodyPr/>
          <a:lstStyle/>
          <a:p>
            <a:fld id="{5AA68463-A461-462C-83B4-050ECD88F881}" type="slidenum">
              <a:rPr lang="en-ID" smtClean="0"/>
              <a:t>‹#›</a:t>
            </a:fld>
            <a:endParaRPr lang="en-ID"/>
          </a:p>
        </p:txBody>
      </p:sp>
    </p:spTree>
    <p:extLst>
      <p:ext uri="{BB962C8B-B14F-4D97-AF65-F5344CB8AC3E}">
        <p14:creationId xmlns:p14="http://schemas.microsoft.com/office/powerpoint/2010/main" val="217130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F9426E-7377-D71E-183E-70ECAC7ABC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5333678B-9660-DDFC-7E58-6A63667489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0FDD00BB-E543-DE1F-D101-39CF26483358}"/>
              </a:ext>
            </a:extLst>
          </p:cNvPr>
          <p:cNvSpPr>
            <a:spLocks noGrp="1"/>
          </p:cNvSpPr>
          <p:nvPr>
            <p:ph type="dt" sz="half" idx="10"/>
          </p:nvPr>
        </p:nvSpPr>
        <p:spPr/>
        <p:txBody>
          <a:bodyPr/>
          <a:lstStyle/>
          <a:p>
            <a:fld id="{44B11060-6EA8-48FF-A8DB-F0853C9B8E14}" type="datetimeFigureOut">
              <a:rPr lang="en-ID" smtClean="0"/>
              <a:t>28/10/2024</a:t>
            </a:fld>
            <a:endParaRPr lang="en-ID"/>
          </a:p>
        </p:txBody>
      </p:sp>
      <p:sp>
        <p:nvSpPr>
          <p:cNvPr id="5" name="Footer Placeholder 4">
            <a:extLst>
              <a:ext uri="{FF2B5EF4-FFF2-40B4-BE49-F238E27FC236}">
                <a16:creationId xmlns:a16="http://schemas.microsoft.com/office/drawing/2014/main" id="{D44F753F-71E9-5296-5E8F-AD6BD6547F13}"/>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D73F954D-D58E-F4B5-D19C-756F3E7FB876}"/>
              </a:ext>
            </a:extLst>
          </p:cNvPr>
          <p:cNvSpPr>
            <a:spLocks noGrp="1"/>
          </p:cNvSpPr>
          <p:nvPr>
            <p:ph type="sldNum" sz="quarter" idx="12"/>
          </p:nvPr>
        </p:nvSpPr>
        <p:spPr/>
        <p:txBody>
          <a:bodyPr/>
          <a:lstStyle/>
          <a:p>
            <a:fld id="{5AA68463-A461-462C-83B4-050ECD88F881}" type="slidenum">
              <a:rPr lang="en-ID" smtClean="0"/>
              <a:t>‹#›</a:t>
            </a:fld>
            <a:endParaRPr lang="en-ID"/>
          </a:p>
        </p:txBody>
      </p:sp>
    </p:spTree>
    <p:extLst>
      <p:ext uri="{BB962C8B-B14F-4D97-AF65-F5344CB8AC3E}">
        <p14:creationId xmlns:p14="http://schemas.microsoft.com/office/powerpoint/2010/main" val="1167365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092833-0DC0-6914-FEBC-F7E4C021AE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251AC87C-2B5B-C0E2-C4AC-3CF18F73CF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3F1C9C79-7D95-2078-57A0-5EB7F51A17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B11060-6EA8-48FF-A8DB-F0853C9B8E14}" type="datetimeFigureOut">
              <a:rPr lang="en-ID" smtClean="0"/>
              <a:t>28/10/2024</a:t>
            </a:fld>
            <a:endParaRPr lang="en-ID"/>
          </a:p>
        </p:txBody>
      </p:sp>
      <p:sp>
        <p:nvSpPr>
          <p:cNvPr id="5" name="Footer Placeholder 4">
            <a:extLst>
              <a:ext uri="{FF2B5EF4-FFF2-40B4-BE49-F238E27FC236}">
                <a16:creationId xmlns:a16="http://schemas.microsoft.com/office/drawing/2014/main" id="{6647ED75-877B-8FD3-D0D5-7C8B4C4052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7053F0EF-88E9-2334-AE4E-9D63CF0329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A68463-A461-462C-83B4-050ECD88F881}" type="slidenum">
              <a:rPr lang="en-ID" smtClean="0"/>
              <a:t>‹#›</a:t>
            </a:fld>
            <a:endParaRPr lang="en-ID"/>
          </a:p>
        </p:txBody>
      </p:sp>
    </p:spTree>
    <p:extLst>
      <p:ext uri="{BB962C8B-B14F-4D97-AF65-F5344CB8AC3E}">
        <p14:creationId xmlns:p14="http://schemas.microsoft.com/office/powerpoint/2010/main" val="3011079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74883-F357-BBB9-880F-B8DA138B1159}"/>
              </a:ext>
            </a:extLst>
          </p:cNvPr>
          <p:cNvSpPr>
            <a:spLocks noGrp="1"/>
          </p:cNvSpPr>
          <p:nvPr>
            <p:ph type="ctrTitle"/>
          </p:nvPr>
        </p:nvSpPr>
        <p:spPr>
          <a:xfrm>
            <a:off x="1524000" y="1122363"/>
            <a:ext cx="9144000" cy="743013"/>
          </a:xfrm>
        </p:spPr>
        <p:txBody>
          <a:bodyPr>
            <a:normAutofit fontScale="90000"/>
          </a:bodyPr>
          <a:lstStyle/>
          <a:p>
            <a:r>
              <a:rPr lang="en-US" dirty="0"/>
              <a:t>No </a:t>
            </a:r>
            <a:r>
              <a:rPr lang="en-US" dirty="0" err="1"/>
              <a:t>isue</a:t>
            </a:r>
            <a:endParaRPr lang="en-ID" dirty="0"/>
          </a:p>
        </p:txBody>
      </p:sp>
      <p:sp>
        <p:nvSpPr>
          <p:cNvPr id="3" name="Subtitle 2">
            <a:extLst>
              <a:ext uri="{FF2B5EF4-FFF2-40B4-BE49-F238E27FC236}">
                <a16:creationId xmlns:a16="http://schemas.microsoft.com/office/drawing/2014/main" id="{DB43CF8F-276A-C676-7DBF-74089E3D6A20}"/>
              </a:ext>
            </a:extLst>
          </p:cNvPr>
          <p:cNvSpPr>
            <a:spLocks noGrp="1"/>
          </p:cNvSpPr>
          <p:nvPr>
            <p:ph type="subTitle" idx="1"/>
          </p:nvPr>
        </p:nvSpPr>
        <p:spPr/>
        <p:txBody>
          <a:bodyPr/>
          <a:lstStyle/>
          <a:p>
            <a:endParaRPr lang="en-ID"/>
          </a:p>
        </p:txBody>
      </p:sp>
      <p:pic>
        <p:nvPicPr>
          <p:cNvPr id="5" name="Picture 4">
            <a:extLst>
              <a:ext uri="{FF2B5EF4-FFF2-40B4-BE49-F238E27FC236}">
                <a16:creationId xmlns:a16="http://schemas.microsoft.com/office/drawing/2014/main" id="{8DB27E1D-A2E2-4360-6B19-4E2E03B7649D}"/>
              </a:ext>
            </a:extLst>
          </p:cNvPr>
          <p:cNvPicPr>
            <a:picLocks noChangeAspect="1"/>
          </p:cNvPicPr>
          <p:nvPr/>
        </p:nvPicPr>
        <p:blipFill>
          <a:blip r:embed="rId2"/>
          <a:stretch>
            <a:fillRect/>
          </a:stretch>
        </p:blipFill>
        <p:spPr>
          <a:xfrm>
            <a:off x="2415540" y="2118689"/>
            <a:ext cx="7360920" cy="3599358"/>
          </a:xfrm>
          <a:prstGeom prst="rect">
            <a:avLst/>
          </a:prstGeom>
        </p:spPr>
      </p:pic>
    </p:spTree>
    <p:extLst>
      <p:ext uri="{BB962C8B-B14F-4D97-AF65-F5344CB8AC3E}">
        <p14:creationId xmlns:p14="http://schemas.microsoft.com/office/powerpoint/2010/main" val="3924472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3C254-4DA6-CBA8-B185-A3E6897293F5}"/>
              </a:ext>
            </a:extLst>
          </p:cNvPr>
          <p:cNvSpPr>
            <a:spLocks noGrp="1"/>
          </p:cNvSpPr>
          <p:nvPr>
            <p:ph type="title"/>
          </p:nvPr>
        </p:nvSpPr>
        <p:spPr/>
        <p:txBody>
          <a:bodyPr/>
          <a:lstStyle/>
          <a:p>
            <a:pPr algn="ctr"/>
            <a:r>
              <a:rPr lang="en-US" dirty="0"/>
              <a:t>No </a:t>
            </a:r>
            <a:r>
              <a:rPr lang="en-US" dirty="0" err="1"/>
              <a:t>isue</a:t>
            </a:r>
            <a:endParaRPr lang="en-ID" dirty="0"/>
          </a:p>
        </p:txBody>
      </p:sp>
      <p:pic>
        <p:nvPicPr>
          <p:cNvPr id="5" name="Picture 4">
            <a:extLst>
              <a:ext uri="{FF2B5EF4-FFF2-40B4-BE49-F238E27FC236}">
                <a16:creationId xmlns:a16="http://schemas.microsoft.com/office/drawing/2014/main" id="{12FA17AA-8199-4467-D724-08365E133ED5}"/>
              </a:ext>
            </a:extLst>
          </p:cNvPr>
          <p:cNvPicPr>
            <a:picLocks noChangeAspect="1"/>
          </p:cNvPicPr>
          <p:nvPr/>
        </p:nvPicPr>
        <p:blipFill>
          <a:blip r:embed="rId2"/>
          <a:stretch>
            <a:fillRect/>
          </a:stretch>
        </p:blipFill>
        <p:spPr>
          <a:xfrm>
            <a:off x="2505456" y="2341293"/>
            <a:ext cx="6775704" cy="3809789"/>
          </a:xfrm>
          <a:prstGeom prst="rect">
            <a:avLst/>
          </a:prstGeom>
        </p:spPr>
      </p:pic>
    </p:spTree>
    <p:extLst>
      <p:ext uri="{BB962C8B-B14F-4D97-AF65-F5344CB8AC3E}">
        <p14:creationId xmlns:p14="http://schemas.microsoft.com/office/powerpoint/2010/main" val="1575324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DD197-C538-2EEC-C1C5-F9091A118C34}"/>
              </a:ext>
            </a:extLst>
          </p:cNvPr>
          <p:cNvSpPr>
            <a:spLocks noGrp="1"/>
          </p:cNvSpPr>
          <p:nvPr>
            <p:ph type="title"/>
          </p:nvPr>
        </p:nvSpPr>
        <p:spPr/>
        <p:txBody>
          <a:bodyPr>
            <a:normAutofit/>
          </a:bodyPr>
          <a:lstStyle/>
          <a:p>
            <a:pPr algn="ctr"/>
            <a:r>
              <a:rPr lang="en-US" sz="2400" dirty="0" err="1"/>
              <a:t>Tambah</a:t>
            </a:r>
            <a:r>
              <a:rPr lang="en-US" sz="2400" dirty="0"/>
              <a:t> </a:t>
            </a:r>
            <a:r>
              <a:rPr lang="en-US" sz="2400" dirty="0" err="1"/>
              <a:t>kelas</a:t>
            </a:r>
            <a:r>
              <a:rPr lang="en-US" sz="2400" dirty="0"/>
              <a:t> (solved)</a:t>
            </a:r>
            <a:br>
              <a:rPr lang="en-US" sz="2400" dirty="0"/>
            </a:br>
            <a:r>
              <a:rPr lang="en-US" sz="2400" dirty="0"/>
              <a:t>Ketika </a:t>
            </a:r>
            <a:r>
              <a:rPr lang="en-US" sz="2400" dirty="0" err="1"/>
              <a:t>simpan</a:t>
            </a:r>
            <a:r>
              <a:rPr lang="en-US" sz="2400" dirty="0"/>
              <a:t> data </a:t>
            </a:r>
            <a:r>
              <a:rPr lang="en-US" sz="2400" dirty="0" err="1"/>
              <a:t>tidak</a:t>
            </a:r>
            <a:r>
              <a:rPr lang="en-US" sz="2400" dirty="0"/>
              <a:t> </a:t>
            </a:r>
            <a:r>
              <a:rPr lang="en-US" sz="2400" dirty="0" err="1"/>
              <a:t>muncul</a:t>
            </a:r>
            <a:r>
              <a:rPr lang="en-US" sz="2400" dirty="0"/>
              <a:t> </a:t>
            </a:r>
            <a:r>
              <a:rPr lang="en-US" sz="2400" dirty="0" err="1"/>
              <a:t>karna</a:t>
            </a:r>
            <a:r>
              <a:rPr lang="en-US" sz="2400" dirty="0"/>
              <a:t> </a:t>
            </a:r>
            <a:r>
              <a:rPr lang="en-US" sz="2400" dirty="0" err="1"/>
              <a:t>sekolah</a:t>
            </a:r>
            <a:r>
              <a:rPr lang="en-US" sz="2400" dirty="0"/>
              <a:t> id </a:t>
            </a:r>
            <a:r>
              <a:rPr lang="en-US" sz="2400" dirty="0" err="1"/>
              <a:t>nya</a:t>
            </a:r>
            <a:r>
              <a:rPr lang="en-US" sz="2400" dirty="0"/>
              <a:t> null</a:t>
            </a:r>
            <a:endParaRPr lang="en-ID" sz="2400" dirty="0"/>
          </a:p>
        </p:txBody>
      </p:sp>
      <p:pic>
        <p:nvPicPr>
          <p:cNvPr id="5" name="Picture 4">
            <a:extLst>
              <a:ext uri="{FF2B5EF4-FFF2-40B4-BE49-F238E27FC236}">
                <a16:creationId xmlns:a16="http://schemas.microsoft.com/office/drawing/2014/main" id="{D2AB4B43-6979-3050-2E2F-C81E9D5DBC1E}"/>
              </a:ext>
            </a:extLst>
          </p:cNvPr>
          <p:cNvPicPr>
            <a:picLocks noChangeAspect="1"/>
          </p:cNvPicPr>
          <p:nvPr/>
        </p:nvPicPr>
        <p:blipFill>
          <a:blip r:embed="rId2"/>
          <a:stretch>
            <a:fillRect/>
          </a:stretch>
        </p:blipFill>
        <p:spPr>
          <a:xfrm>
            <a:off x="2154936" y="1996104"/>
            <a:ext cx="7900416" cy="4046956"/>
          </a:xfrm>
          <a:prstGeom prst="rect">
            <a:avLst/>
          </a:prstGeom>
        </p:spPr>
      </p:pic>
    </p:spTree>
    <p:extLst>
      <p:ext uri="{BB962C8B-B14F-4D97-AF65-F5344CB8AC3E}">
        <p14:creationId xmlns:p14="http://schemas.microsoft.com/office/powerpoint/2010/main" val="3163486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CEA1B-1190-7F75-AD76-B93C2847E04C}"/>
              </a:ext>
            </a:extLst>
          </p:cNvPr>
          <p:cNvSpPr>
            <a:spLocks noGrp="1"/>
          </p:cNvSpPr>
          <p:nvPr>
            <p:ph type="title"/>
          </p:nvPr>
        </p:nvSpPr>
        <p:spPr/>
        <p:txBody>
          <a:bodyPr>
            <a:normAutofit/>
          </a:bodyPr>
          <a:lstStyle/>
          <a:p>
            <a:pPr algn="ctr"/>
            <a:r>
              <a:rPr lang="en-US" sz="2400" dirty="0"/>
              <a:t>NO ISUE</a:t>
            </a:r>
            <a:endParaRPr lang="en-ID" sz="2400" dirty="0"/>
          </a:p>
        </p:txBody>
      </p:sp>
      <p:pic>
        <p:nvPicPr>
          <p:cNvPr id="5" name="Content Placeholder 4">
            <a:extLst>
              <a:ext uri="{FF2B5EF4-FFF2-40B4-BE49-F238E27FC236}">
                <a16:creationId xmlns:a16="http://schemas.microsoft.com/office/drawing/2014/main" id="{76835985-1A0B-379B-1498-9FDDF370D7E5}"/>
              </a:ext>
            </a:extLst>
          </p:cNvPr>
          <p:cNvPicPr>
            <a:picLocks noGrp="1" noChangeAspect="1"/>
          </p:cNvPicPr>
          <p:nvPr>
            <p:ph idx="1"/>
          </p:nvPr>
        </p:nvPicPr>
        <p:blipFill>
          <a:blip r:embed="rId2"/>
          <a:stretch>
            <a:fillRect/>
          </a:stretch>
        </p:blipFill>
        <p:spPr>
          <a:xfrm>
            <a:off x="1958933" y="1874520"/>
            <a:ext cx="8274133" cy="4078859"/>
          </a:xfrm>
        </p:spPr>
      </p:pic>
    </p:spTree>
    <p:extLst>
      <p:ext uri="{BB962C8B-B14F-4D97-AF65-F5344CB8AC3E}">
        <p14:creationId xmlns:p14="http://schemas.microsoft.com/office/powerpoint/2010/main" val="1932944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0848A-AE20-F1D2-CFE3-0EDCBFFC7BBD}"/>
              </a:ext>
            </a:extLst>
          </p:cNvPr>
          <p:cNvSpPr>
            <a:spLocks noGrp="1"/>
          </p:cNvSpPr>
          <p:nvPr>
            <p:ph type="title"/>
          </p:nvPr>
        </p:nvSpPr>
        <p:spPr/>
        <p:txBody>
          <a:bodyPr>
            <a:normAutofit/>
          </a:bodyPr>
          <a:lstStyle/>
          <a:p>
            <a:r>
              <a:rPr lang="en-US" sz="2000" dirty="0"/>
              <a:t>No </a:t>
            </a:r>
            <a:r>
              <a:rPr lang="en-US" sz="2000" dirty="0" err="1"/>
              <a:t>isue</a:t>
            </a:r>
            <a:endParaRPr lang="en-ID" sz="2000" dirty="0"/>
          </a:p>
        </p:txBody>
      </p:sp>
      <p:pic>
        <p:nvPicPr>
          <p:cNvPr id="5" name="Picture 4">
            <a:extLst>
              <a:ext uri="{FF2B5EF4-FFF2-40B4-BE49-F238E27FC236}">
                <a16:creationId xmlns:a16="http://schemas.microsoft.com/office/drawing/2014/main" id="{A9EEB789-CEF8-6ED8-2171-37D2372C60B9}"/>
              </a:ext>
            </a:extLst>
          </p:cNvPr>
          <p:cNvPicPr>
            <a:picLocks noChangeAspect="1"/>
          </p:cNvPicPr>
          <p:nvPr/>
        </p:nvPicPr>
        <p:blipFill>
          <a:blip r:embed="rId2"/>
          <a:stretch>
            <a:fillRect/>
          </a:stretch>
        </p:blipFill>
        <p:spPr>
          <a:xfrm>
            <a:off x="1793748" y="2390961"/>
            <a:ext cx="8604504" cy="4187914"/>
          </a:xfrm>
          <a:prstGeom prst="rect">
            <a:avLst/>
          </a:prstGeom>
        </p:spPr>
      </p:pic>
    </p:spTree>
    <p:extLst>
      <p:ext uri="{BB962C8B-B14F-4D97-AF65-F5344CB8AC3E}">
        <p14:creationId xmlns:p14="http://schemas.microsoft.com/office/powerpoint/2010/main" val="2823022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6AB14-BE71-E992-E1BE-B746185AA75A}"/>
              </a:ext>
            </a:extLst>
          </p:cNvPr>
          <p:cNvSpPr>
            <a:spLocks noGrp="1"/>
          </p:cNvSpPr>
          <p:nvPr>
            <p:ph type="title"/>
          </p:nvPr>
        </p:nvSpPr>
        <p:spPr/>
        <p:txBody>
          <a:bodyPr>
            <a:normAutofit/>
          </a:bodyPr>
          <a:lstStyle/>
          <a:p>
            <a:pPr algn="ctr"/>
            <a:r>
              <a:rPr lang="en-US" sz="2000" dirty="0"/>
              <a:t>Done di staging</a:t>
            </a:r>
            <a:br>
              <a:rPr lang="en-US" sz="2000" dirty="0"/>
            </a:br>
            <a:r>
              <a:rPr lang="en-US" sz="2000" dirty="0" err="1"/>
              <a:t>tambahkan</a:t>
            </a:r>
            <a:r>
              <a:rPr lang="en-US" sz="2000" dirty="0"/>
              <a:t> </a:t>
            </a:r>
            <a:r>
              <a:rPr lang="en-US" sz="2000" dirty="0" err="1"/>
              <a:t>keterangan</a:t>
            </a:r>
            <a:r>
              <a:rPr lang="en-US" sz="2000" dirty="0"/>
              <a:t> di tiap2 file download template murid, guru &amp; </a:t>
            </a:r>
            <a:r>
              <a:rPr lang="en-US" sz="2000" dirty="0" err="1"/>
              <a:t>ortu</a:t>
            </a:r>
            <a:endParaRPr lang="en-ID" sz="2000" dirty="0"/>
          </a:p>
        </p:txBody>
      </p:sp>
      <p:pic>
        <p:nvPicPr>
          <p:cNvPr id="5" name="Picture 4">
            <a:extLst>
              <a:ext uri="{FF2B5EF4-FFF2-40B4-BE49-F238E27FC236}">
                <a16:creationId xmlns:a16="http://schemas.microsoft.com/office/drawing/2014/main" id="{450D4CDC-AD26-8AFF-60E6-C99868C7E76C}"/>
              </a:ext>
            </a:extLst>
          </p:cNvPr>
          <p:cNvPicPr>
            <a:picLocks noChangeAspect="1"/>
          </p:cNvPicPr>
          <p:nvPr/>
        </p:nvPicPr>
        <p:blipFill>
          <a:blip r:embed="rId2"/>
          <a:stretch>
            <a:fillRect/>
          </a:stretch>
        </p:blipFill>
        <p:spPr>
          <a:xfrm>
            <a:off x="1299972" y="2190846"/>
            <a:ext cx="9464040" cy="3325526"/>
          </a:xfrm>
          <a:prstGeom prst="rect">
            <a:avLst/>
          </a:prstGeom>
        </p:spPr>
      </p:pic>
    </p:spTree>
    <p:extLst>
      <p:ext uri="{BB962C8B-B14F-4D97-AF65-F5344CB8AC3E}">
        <p14:creationId xmlns:p14="http://schemas.microsoft.com/office/powerpoint/2010/main" val="864398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2CA56-1955-E711-04CA-6A7AAD4AD4BE}"/>
              </a:ext>
            </a:extLst>
          </p:cNvPr>
          <p:cNvSpPr>
            <a:spLocks noGrp="1"/>
          </p:cNvSpPr>
          <p:nvPr>
            <p:ph type="title"/>
          </p:nvPr>
        </p:nvSpPr>
        <p:spPr/>
        <p:txBody>
          <a:bodyPr/>
          <a:lstStyle/>
          <a:p>
            <a:r>
              <a:rPr lang="en-US" dirty="0"/>
              <a:t>No </a:t>
            </a:r>
            <a:r>
              <a:rPr lang="en-US" dirty="0" err="1"/>
              <a:t>isue</a:t>
            </a:r>
            <a:endParaRPr lang="en-ID" dirty="0"/>
          </a:p>
        </p:txBody>
      </p:sp>
      <p:pic>
        <p:nvPicPr>
          <p:cNvPr id="5" name="Content Placeholder 4">
            <a:extLst>
              <a:ext uri="{FF2B5EF4-FFF2-40B4-BE49-F238E27FC236}">
                <a16:creationId xmlns:a16="http://schemas.microsoft.com/office/drawing/2014/main" id="{F10257CE-F734-CCDA-9FA7-13050770715C}"/>
              </a:ext>
            </a:extLst>
          </p:cNvPr>
          <p:cNvPicPr>
            <a:picLocks noGrp="1" noChangeAspect="1"/>
          </p:cNvPicPr>
          <p:nvPr>
            <p:ph idx="1"/>
          </p:nvPr>
        </p:nvPicPr>
        <p:blipFill>
          <a:blip r:embed="rId2"/>
          <a:stretch>
            <a:fillRect/>
          </a:stretch>
        </p:blipFill>
        <p:spPr>
          <a:xfrm>
            <a:off x="1654395" y="1825625"/>
            <a:ext cx="8883209" cy="4351338"/>
          </a:xfrm>
        </p:spPr>
      </p:pic>
    </p:spTree>
    <p:extLst>
      <p:ext uri="{BB962C8B-B14F-4D97-AF65-F5344CB8AC3E}">
        <p14:creationId xmlns:p14="http://schemas.microsoft.com/office/powerpoint/2010/main" val="2569013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C6415-7C3D-89AB-B189-161332266FD2}"/>
              </a:ext>
            </a:extLst>
          </p:cNvPr>
          <p:cNvSpPr>
            <a:spLocks noGrp="1"/>
          </p:cNvSpPr>
          <p:nvPr>
            <p:ph type="title"/>
          </p:nvPr>
        </p:nvSpPr>
        <p:spPr/>
        <p:txBody>
          <a:bodyPr/>
          <a:lstStyle/>
          <a:p>
            <a:r>
              <a:rPr lang="en-US" dirty="0"/>
              <a:t>Menu </a:t>
            </a:r>
            <a:r>
              <a:rPr lang="en-US" dirty="0" err="1"/>
              <a:t>tambah</a:t>
            </a:r>
            <a:r>
              <a:rPr lang="en-US" dirty="0"/>
              <a:t> </a:t>
            </a:r>
            <a:r>
              <a:rPr lang="en-US" dirty="0" err="1"/>
              <a:t>kepsek</a:t>
            </a:r>
            <a:r>
              <a:rPr lang="en-US" dirty="0"/>
              <a:t> </a:t>
            </a:r>
            <a:r>
              <a:rPr lang="en-US" dirty="0" err="1"/>
              <a:t>blm</a:t>
            </a:r>
            <a:r>
              <a:rPr lang="en-US" dirty="0"/>
              <a:t> </a:t>
            </a:r>
            <a:r>
              <a:rPr lang="en-US" dirty="0" err="1"/>
              <a:t>ada</a:t>
            </a:r>
            <a:endParaRPr lang="en-ID" dirty="0"/>
          </a:p>
        </p:txBody>
      </p:sp>
      <p:sp>
        <p:nvSpPr>
          <p:cNvPr id="3" name="Content Placeholder 2">
            <a:extLst>
              <a:ext uri="{FF2B5EF4-FFF2-40B4-BE49-F238E27FC236}">
                <a16:creationId xmlns:a16="http://schemas.microsoft.com/office/drawing/2014/main" id="{A74E031F-1698-CFC4-B782-E1E61C777A8C}"/>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E24322E7-070A-CC0C-FA16-12EE2A577190}"/>
              </a:ext>
            </a:extLst>
          </p:cNvPr>
          <p:cNvPicPr>
            <a:picLocks noChangeAspect="1"/>
          </p:cNvPicPr>
          <p:nvPr/>
        </p:nvPicPr>
        <p:blipFill>
          <a:blip r:embed="rId2"/>
          <a:stretch>
            <a:fillRect/>
          </a:stretch>
        </p:blipFill>
        <p:spPr>
          <a:xfrm>
            <a:off x="790575" y="1646308"/>
            <a:ext cx="10610850" cy="4846567"/>
          </a:xfrm>
          <a:prstGeom prst="rect">
            <a:avLst/>
          </a:prstGeom>
        </p:spPr>
      </p:pic>
    </p:spTree>
    <p:extLst>
      <p:ext uri="{BB962C8B-B14F-4D97-AF65-F5344CB8AC3E}">
        <p14:creationId xmlns:p14="http://schemas.microsoft.com/office/powerpoint/2010/main" val="3812702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DE40C-347D-C186-09E2-0B42964DC498}"/>
              </a:ext>
            </a:extLst>
          </p:cNvPr>
          <p:cNvSpPr>
            <a:spLocks noGrp="1"/>
          </p:cNvSpPr>
          <p:nvPr>
            <p:ph type="title"/>
          </p:nvPr>
        </p:nvSpPr>
        <p:spPr/>
        <p:txBody>
          <a:bodyPr>
            <a:normAutofit/>
          </a:bodyPr>
          <a:lstStyle/>
          <a:p>
            <a:r>
              <a:rPr lang="en-US" sz="2000" dirty="0"/>
              <a:t>Gender </a:t>
            </a:r>
            <a:r>
              <a:rPr lang="en-US" sz="2000" dirty="0" err="1"/>
              <a:t>tidak</a:t>
            </a:r>
            <a:r>
              <a:rPr lang="en-US" sz="2000" dirty="0"/>
              <a:t> </a:t>
            </a:r>
            <a:r>
              <a:rPr lang="en-US" sz="2000" dirty="0" err="1"/>
              <a:t>ke</a:t>
            </a:r>
            <a:r>
              <a:rPr lang="en-US" sz="2000" dirty="0"/>
              <a:t> flag di menu </a:t>
            </a:r>
            <a:r>
              <a:rPr lang="en-US" sz="2000" dirty="0" err="1"/>
              <a:t>ortu</a:t>
            </a:r>
            <a:endParaRPr lang="en-ID" sz="2000" dirty="0"/>
          </a:p>
        </p:txBody>
      </p:sp>
      <p:pic>
        <p:nvPicPr>
          <p:cNvPr id="5" name="Picture 4">
            <a:extLst>
              <a:ext uri="{FF2B5EF4-FFF2-40B4-BE49-F238E27FC236}">
                <a16:creationId xmlns:a16="http://schemas.microsoft.com/office/drawing/2014/main" id="{0309EA31-73EA-43EA-26AA-ED78EE907479}"/>
              </a:ext>
            </a:extLst>
          </p:cNvPr>
          <p:cNvPicPr>
            <a:picLocks noChangeAspect="1"/>
          </p:cNvPicPr>
          <p:nvPr/>
        </p:nvPicPr>
        <p:blipFill>
          <a:blip r:embed="rId2"/>
          <a:stretch>
            <a:fillRect/>
          </a:stretch>
        </p:blipFill>
        <p:spPr>
          <a:xfrm>
            <a:off x="1138237" y="1570103"/>
            <a:ext cx="9915525" cy="4922772"/>
          </a:xfrm>
          <a:prstGeom prst="rect">
            <a:avLst/>
          </a:prstGeom>
        </p:spPr>
      </p:pic>
    </p:spTree>
    <p:extLst>
      <p:ext uri="{BB962C8B-B14F-4D97-AF65-F5344CB8AC3E}">
        <p14:creationId xmlns:p14="http://schemas.microsoft.com/office/powerpoint/2010/main" val="546302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9E860-4F31-9EC9-6BED-1C05D256CDBD}"/>
              </a:ext>
            </a:extLst>
          </p:cNvPr>
          <p:cNvSpPr>
            <a:spLocks noGrp="1"/>
          </p:cNvSpPr>
          <p:nvPr>
            <p:ph type="title"/>
          </p:nvPr>
        </p:nvSpPr>
        <p:spPr>
          <a:xfrm>
            <a:off x="952500" y="887291"/>
            <a:ext cx="9239250" cy="938334"/>
          </a:xfrm>
        </p:spPr>
        <p:txBody>
          <a:bodyPr>
            <a:normAutofit fontScale="90000"/>
          </a:bodyPr>
          <a:lstStyle/>
          <a:p>
            <a:r>
              <a:rPr lang="en-US" sz="2000" dirty="0"/>
              <a:t>1. Data base guru </a:t>
            </a:r>
            <a:r>
              <a:rPr lang="en-US" sz="2000" dirty="0" err="1"/>
              <a:t>belum</a:t>
            </a:r>
            <a:r>
              <a:rPr lang="en-US" sz="2000" dirty="0"/>
              <a:t> </a:t>
            </a:r>
            <a:r>
              <a:rPr lang="en-US" sz="2000" dirty="0" err="1"/>
              <a:t>sesuai</a:t>
            </a:r>
            <a:r>
              <a:rPr lang="en-US" sz="2000" dirty="0"/>
              <a:t> </a:t>
            </a:r>
            <a:r>
              <a:rPr lang="en-US" sz="2000" dirty="0" err="1"/>
              <a:t>masih</a:t>
            </a:r>
            <a:r>
              <a:rPr lang="en-US" sz="2000" dirty="0"/>
              <a:t> </a:t>
            </a:r>
            <a:r>
              <a:rPr lang="en-US" sz="2000" dirty="0" err="1"/>
              <a:t>campur</a:t>
            </a:r>
            <a:r>
              <a:rPr lang="en-US" sz="2000" dirty="0"/>
              <a:t> </a:t>
            </a:r>
            <a:r>
              <a:rPr lang="en-US" sz="2000" dirty="0" err="1"/>
              <a:t>dengan</a:t>
            </a:r>
            <a:r>
              <a:rPr lang="en-US" sz="2000" dirty="0"/>
              <a:t> </a:t>
            </a:r>
            <a:r>
              <a:rPr lang="en-US" sz="2000" dirty="0" err="1"/>
              <a:t>sekolah</a:t>
            </a:r>
            <a:r>
              <a:rPr lang="en-US" sz="2000" dirty="0"/>
              <a:t> lain</a:t>
            </a:r>
            <a:br>
              <a:rPr lang="en-US" sz="2000" dirty="0"/>
            </a:br>
            <a:r>
              <a:rPr lang="en-US" sz="2000" dirty="0"/>
              <a:t>2. </a:t>
            </a:r>
            <a:r>
              <a:rPr lang="en-US" sz="2000" dirty="0" err="1"/>
              <a:t>laporan</a:t>
            </a:r>
            <a:r>
              <a:rPr lang="en-US" sz="2000" dirty="0"/>
              <a:t> </a:t>
            </a:r>
            <a:r>
              <a:rPr lang="en-US" sz="2000" dirty="0" err="1"/>
              <a:t>kinerja</a:t>
            </a:r>
            <a:r>
              <a:rPr lang="en-US" sz="2000" dirty="0"/>
              <a:t> guru </a:t>
            </a:r>
            <a:r>
              <a:rPr lang="en-US" sz="2000" dirty="0" err="1"/>
              <a:t>belum</a:t>
            </a:r>
            <a:r>
              <a:rPr lang="en-US" sz="2000" dirty="0"/>
              <a:t> </a:t>
            </a:r>
            <a:r>
              <a:rPr lang="en-US" sz="2000" dirty="0" err="1"/>
              <a:t>sesuai</a:t>
            </a:r>
            <a:r>
              <a:rPr lang="en-US" sz="2000" dirty="0"/>
              <a:t> </a:t>
            </a:r>
            <a:r>
              <a:rPr lang="en-US" sz="2000" dirty="0" err="1"/>
              <a:t>ekspektasi</a:t>
            </a:r>
            <a:br>
              <a:rPr lang="en-US" sz="2000" dirty="0"/>
            </a:br>
            <a:r>
              <a:rPr lang="en-US" sz="2000" dirty="0"/>
              <a:t>3. profile guru </a:t>
            </a:r>
            <a:r>
              <a:rPr lang="en-US" sz="2000" dirty="0" err="1"/>
              <a:t>belum</a:t>
            </a:r>
            <a:r>
              <a:rPr lang="en-US" sz="2000" dirty="0"/>
              <a:t> </a:t>
            </a:r>
            <a:r>
              <a:rPr lang="en-US" sz="2000" dirty="0" err="1"/>
              <a:t>sesuai</a:t>
            </a:r>
            <a:br>
              <a:rPr lang="en-US" sz="2000" dirty="0"/>
            </a:br>
            <a:r>
              <a:rPr lang="en-US" sz="2000" dirty="0"/>
              <a:t>4. </a:t>
            </a:r>
            <a:r>
              <a:rPr lang="en-US" sz="2000" dirty="0" err="1"/>
              <a:t>bagian</a:t>
            </a:r>
            <a:r>
              <a:rPr lang="en-US" sz="2000" dirty="0"/>
              <a:t> card </a:t>
            </a:r>
            <a:r>
              <a:rPr lang="en-US" sz="2000" dirty="0" err="1"/>
              <a:t>periode</a:t>
            </a:r>
            <a:r>
              <a:rPr lang="en-US" sz="2000" dirty="0"/>
              <a:t> </a:t>
            </a:r>
            <a:r>
              <a:rPr lang="en-US" sz="2000" dirty="0" err="1"/>
              <a:t>tidak</a:t>
            </a:r>
            <a:r>
              <a:rPr lang="en-US" sz="2000" dirty="0"/>
              <a:t> di </a:t>
            </a:r>
            <a:r>
              <a:rPr lang="en-US" sz="2000" dirty="0" err="1"/>
              <a:t>perlukan</a:t>
            </a:r>
            <a:br>
              <a:rPr lang="en-US" sz="2000" dirty="0"/>
            </a:br>
            <a:r>
              <a:rPr lang="en-US" sz="2000" dirty="0"/>
              <a:t>5. check UI / UX</a:t>
            </a:r>
            <a:br>
              <a:rPr lang="en-US" sz="2000" dirty="0"/>
            </a:br>
            <a:r>
              <a:rPr lang="en-US" sz="2000" dirty="0"/>
              <a:t>6. </a:t>
            </a:r>
            <a:r>
              <a:rPr lang="en-US" sz="2000" dirty="0" err="1"/>
              <a:t>Pembuatan</a:t>
            </a:r>
            <a:r>
              <a:rPr lang="en-US" sz="2000" dirty="0"/>
              <a:t> </a:t>
            </a:r>
            <a:r>
              <a:rPr lang="en-US" sz="2000" dirty="0" err="1"/>
              <a:t>akun</a:t>
            </a:r>
            <a:r>
              <a:rPr lang="en-US" sz="2000" dirty="0"/>
              <a:t> </a:t>
            </a:r>
            <a:r>
              <a:rPr lang="en-US" sz="2000" dirty="0" err="1"/>
              <a:t>kepsek</a:t>
            </a:r>
            <a:r>
              <a:rPr lang="en-US" sz="2000" dirty="0"/>
              <a:t> di </a:t>
            </a:r>
            <a:r>
              <a:rPr lang="en-US" sz="2000" dirty="0" err="1"/>
              <a:t>buat</a:t>
            </a:r>
            <a:r>
              <a:rPr lang="en-US" sz="2000" dirty="0"/>
              <a:t> menu </a:t>
            </a:r>
            <a:r>
              <a:rPr lang="en-US" sz="2000" dirty="0" err="1"/>
              <a:t>terpisah</a:t>
            </a:r>
            <a:br>
              <a:rPr lang="en-US" sz="2000" dirty="0"/>
            </a:br>
            <a:r>
              <a:rPr lang="en-US" sz="2000" dirty="0"/>
              <a:t>7. </a:t>
            </a:r>
            <a:r>
              <a:rPr lang="en-US" sz="2000" dirty="0" err="1"/>
              <a:t>tambah</a:t>
            </a:r>
            <a:r>
              <a:rPr lang="en-US" sz="2000" dirty="0"/>
              <a:t> </a:t>
            </a:r>
            <a:r>
              <a:rPr lang="en-US" sz="2000" dirty="0" err="1"/>
              <a:t>lulusan</a:t>
            </a:r>
            <a:r>
              <a:rPr lang="en-US" sz="2000" dirty="0"/>
              <a:t> guru / universitas</a:t>
            </a:r>
            <a:br>
              <a:rPr lang="en-US" sz="2000" dirty="0"/>
            </a:br>
            <a:r>
              <a:rPr lang="en-US" sz="2000" dirty="0"/>
              <a:t>8. lama </a:t>
            </a:r>
            <a:r>
              <a:rPr lang="en-US" sz="2000" dirty="0" err="1"/>
              <a:t>tahun</a:t>
            </a:r>
            <a:r>
              <a:rPr lang="en-US" sz="2000" dirty="0"/>
              <a:t> </a:t>
            </a:r>
            <a:r>
              <a:rPr lang="en-US" sz="2000" dirty="0" err="1"/>
              <a:t>mengajar</a:t>
            </a:r>
            <a:r>
              <a:rPr lang="en-US" sz="2000" dirty="0"/>
              <a:t> </a:t>
            </a:r>
            <a:r>
              <a:rPr lang="en-US" sz="2000" dirty="0" err="1"/>
              <a:t>disekolah</a:t>
            </a:r>
            <a:br>
              <a:rPr lang="en-US" sz="2000" dirty="0"/>
            </a:br>
            <a:r>
              <a:rPr lang="en-US" sz="2000" dirty="0"/>
              <a:t>9. </a:t>
            </a:r>
            <a:r>
              <a:rPr lang="en-US" sz="2000" dirty="0" err="1"/>
              <a:t>buat</a:t>
            </a:r>
            <a:r>
              <a:rPr lang="en-US" sz="2000" dirty="0"/>
              <a:t> menu </a:t>
            </a:r>
            <a:r>
              <a:rPr lang="en-US" sz="2000" dirty="0" err="1"/>
              <a:t>paket</a:t>
            </a:r>
            <a:r>
              <a:rPr lang="en-US" sz="2000" dirty="0"/>
              <a:t> </a:t>
            </a:r>
            <a:r>
              <a:rPr lang="en-US" sz="2000" dirty="0" err="1"/>
              <a:t>aktivasi</a:t>
            </a:r>
            <a:r>
              <a:rPr lang="en-US" sz="2000" dirty="0"/>
              <a:t> </a:t>
            </a:r>
            <a:r>
              <a:rPr lang="en-US" sz="2000" dirty="0" err="1"/>
              <a:t>langganan</a:t>
            </a:r>
            <a:endParaRPr lang="en-ID" sz="2000" dirty="0"/>
          </a:p>
        </p:txBody>
      </p:sp>
      <p:pic>
        <p:nvPicPr>
          <p:cNvPr id="5" name="Picture 4">
            <a:extLst>
              <a:ext uri="{FF2B5EF4-FFF2-40B4-BE49-F238E27FC236}">
                <a16:creationId xmlns:a16="http://schemas.microsoft.com/office/drawing/2014/main" id="{B42CF561-5610-2773-D722-32EF230EE9F9}"/>
              </a:ext>
            </a:extLst>
          </p:cNvPr>
          <p:cNvPicPr>
            <a:picLocks noChangeAspect="1"/>
          </p:cNvPicPr>
          <p:nvPr/>
        </p:nvPicPr>
        <p:blipFill>
          <a:blip r:embed="rId2"/>
          <a:stretch>
            <a:fillRect/>
          </a:stretch>
        </p:blipFill>
        <p:spPr>
          <a:xfrm>
            <a:off x="2338388" y="2797053"/>
            <a:ext cx="6186487" cy="3367591"/>
          </a:xfrm>
          <a:prstGeom prst="rect">
            <a:avLst/>
          </a:prstGeom>
        </p:spPr>
      </p:pic>
    </p:spTree>
    <p:extLst>
      <p:ext uri="{BB962C8B-B14F-4D97-AF65-F5344CB8AC3E}">
        <p14:creationId xmlns:p14="http://schemas.microsoft.com/office/powerpoint/2010/main" val="1997220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0C879-001A-0A86-4ABF-ED126A0BE1DD}"/>
              </a:ext>
            </a:extLst>
          </p:cNvPr>
          <p:cNvSpPr>
            <a:spLocks noGrp="1"/>
          </p:cNvSpPr>
          <p:nvPr>
            <p:ph type="title"/>
          </p:nvPr>
        </p:nvSpPr>
        <p:spPr>
          <a:xfrm>
            <a:off x="838200" y="365125"/>
            <a:ext cx="9982200" cy="1460500"/>
          </a:xfrm>
        </p:spPr>
        <p:txBody>
          <a:bodyPr>
            <a:normAutofit/>
          </a:bodyPr>
          <a:lstStyle/>
          <a:p>
            <a:r>
              <a:rPr lang="en-US" sz="1400" dirty="0"/>
              <a:t>1. </a:t>
            </a:r>
            <a:r>
              <a:rPr lang="en-US" sz="1400" dirty="0" err="1"/>
              <a:t>Tambah</a:t>
            </a:r>
            <a:r>
              <a:rPr lang="en-US" sz="1400" dirty="0"/>
              <a:t> field list </a:t>
            </a:r>
            <a:r>
              <a:rPr lang="en-US" sz="1400" dirty="0" err="1"/>
              <a:t>siswa</a:t>
            </a:r>
            <a:r>
              <a:rPr lang="en-US" sz="1400" dirty="0"/>
              <a:t> </a:t>
            </a:r>
            <a:r>
              <a:rPr lang="en-US" sz="1400" dirty="0" err="1"/>
              <a:t>untuk</a:t>
            </a:r>
            <a:r>
              <a:rPr lang="en-US" sz="1400" dirty="0"/>
              <a:t> </a:t>
            </a:r>
            <a:r>
              <a:rPr lang="en-US" sz="1400" dirty="0" err="1"/>
              <a:t>menentukan</a:t>
            </a:r>
            <a:r>
              <a:rPr lang="en-US" sz="1400" dirty="0"/>
              <a:t> murid mana </a:t>
            </a:r>
            <a:r>
              <a:rPr lang="en-US" sz="1400" dirty="0" err="1"/>
              <a:t>saja</a:t>
            </a:r>
            <a:r>
              <a:rPr lang="en-US" sz="1400" dirty="0"/>
              <a:t> yang </a:t>
            </a:r>
            <a:r>
              <a:rPr lang="en-US" sz="1400" dirty="0" err="1"/>
              <a:t>akan</a:t>
            </a:r>
            <a:r>
              <a:rPr lang="en-US" sz="1400" dirty="0"/>
              <a:t> </a:t>
            </a:r>
            <a:r>
              <a:rPr lang="en-US" sz="1400" dirty="0" err="1"/>
              <a:t>menerima</a:t>
            </a:r>
            <a:r>
              <a:rPr lang="en-US" sz="1400" dirty="0"/>
              <a:t> </a:t>
            </a:r>
            <a:r>
              <a:rPr lang="en-US" sz="1400" dirty="0" err="1"/>
              <a:t>ujian</a:t>
            </a:r>
            <a:br>
              <a:rPr lang="en-US" sz="1400" dirty="0"/>
            </a:br>
            <a:r>
              <a:rPr lang="en-US" sz="1400" dirty="0"/>
              <a:t>2. </a:t>
            </a:r>
            <a:r>
              <a:rPr lang="en-US" sz="1400" dirty="0" err="1"/>
              <a:t>pilih</a:t>
            </a:r>
            <a:r>
              <a:rPr lang="en-US" sz="1400" dirty="0"/>
              <a:t> </a:t>
            </a:r>
            <a:r>
              <a:rPr lang="en-US" sz="1400" dirty="0" err="1"/>
              <a:t>kategoti</a:t>
            </a:r>
            <a:r>
              <a:rPr lang="en-US" sz="1400" dirty="0"/>
              <a:t> (UTS, UAS, </a:t>
            </a:r>
            <a:r>
              <a:rPr lang="en-US" sz="1400" dirty="0" err="1"/>
              <a:t>Pekerjaan</a:t>
            </a:r>
            <a:r>
              <a:rPr lang="en-US" sz="1400" dirty="0"/>
              <a:t> </a:t>
            </a:r>
            <a:r>
              <a:rPr lang="en-US" sz="1400" dirty="0" err="1"/>
              <a:t>Sekolah</a:t>
            </a:r>
            <a:r>
              <a:rPr lang="en-US" sz="1400" dirty="0"/>
              <a:t>, </a:t>
            </a:r>
            <a:r>
              <a:rPr lang="en-US" sz="1400" dirty="0" err="1"/>
              <a:t>Pekerjaan</a:t>
            </a:r>
            <a:r>
              <a:rPr lang="en-US" sz="1400" dirty="0"/>
              <a:t> </a:t>
            </a:r>
            <a:r>
              <a:rPr lang="en-US" sz="1400" dirty="0" err="1"/>
              <a:t>Rumah</a:t>
            </a:r>
            <a:r>
              <a:rPr lang="en-US" sz="1400" dirty="0"/>
              <a:t>, </a:t>
            </a:r>
            <a:r>
              <a:rPr lang="en-US" sz="1400" dirty="0" err="1"/>
              <a:t>Penilaian</a:t>
            </a:r>
            <a:r>
              <a:rPr lang="en-US" sz="1400" dirty="0"/>
              <a:t> </a:t>
            </a:r>
            <a:r>
              <a:rPr lang="en-US" sz="1400" dirty="0" err="1"/>
              <a:t>Harian</a:t>
            </a:r>
            <a:r>
              <a:rPr lang="en-US" sz="1400" dirty="0"/>
              <a:t>, Project)</a:t>
            </a:r>
            <a:endParaRPr lang="en-ID" sz="1400" dirty="0"/>
          </a:p>
        </p:txBody>
      </p:sp>
      <p:sp>
        <p:nvSpPr>
          <p:cNvPr id="3" name="Content Placeholder 2">
            <a:extLst>
              <a:ext uri="{FF2B5EF4-FFF2-40B4-BE49-F238E27FC236}">
                <a16:creationId xmlns:a16="http://schemas.microsoft.com/office/drawing/2014/main" id="{1E24647C-9BA8-4D0B-6A05-CC01881B17AA}"/>
              </a:ext>
            </a:extLst>
          </p:cNvPr>
          <p:cNvSpPr>
            <a:spLocks noGrp="1"/>
          </p:cNvSpPr>
          <p:nvPr>
            <p:ph idx="1"/>
          </p:nvPr>
        </p:nvSpPr>
        <p:spPr/>
        <p:txBody>
          <a:bodyPr/>
          <a:lstStyle/>
          <a:p>
            <a:endParaRPr lang="en-ID"/>
          </a:p>
        </p:txBody>
      </p:sp>
      <p:pic>
        <p:nvPicPr>
          <p:cNvPr id="5" name="Picture 4">
            <a:extLst>
              <a:ext uri="{FF2B5EF4-FFF2-40B4-BE49-F238E27FC236}">
                <a16:creationId xmlns:a16="http://schemas.microsoft.com/office/drawing/2014/main" id="{D313A106-3DC0-F5C0-276A-22B147927510}"/>
              </a:ext>
            </a:extLst>
          </p:cNvPr>
          <p:cNvPicPr>
            <a:picLocks noChangeAspect="1"/>
          </p:cNvPicPr>
          <p:nvPr/>
        </p:nvPicPr>
        <p:blipFill>
          <a:blip r:embed="rId2"/>
          <a:stretch>
            <a:fillRect/>
          </a:stretch>
        </p:blipFill>
        <p:spPr>
          <a:xfrm>
            <a:off x="1666875" y="2512336"/>
            <a:ext cx="8686800" cy="4345664"/>
          </a:xfrm>
          <a:prstGeom prst="rect">
            <a:avLst/>
          </a:prstGeom>
        </p:spPr>
      </p:pic>
    </p:spTree>
    <p:extLst>
      <p:ext uri="{BB962C8B-B14F-4D97-AF65-F5344CB8AC3E}">
        <p14:creationId xmlns:p14="http://schemas.microsoft.com/office/powerpoint/2010/main" val="1542972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3DAA7-D99D-9DEA-0CA3-AD4EEF7E74E2}"/>
              </a:ext>
            </a:extLst>
          </p:cNvPr>
          <p:cNvSpPr>
            <a:spLocks noGrp="1"/>
          </p:cNvSpPr>
          <p:nvPr>
            <p:ph type="title"/>
          </p:nvPr>
        </p:nvSpPr>
        <p:spPr>
          <a:xfrm>
            <a:off x="838200" y="365124"/>
            <a:ext cx="10515600" cy="2219325"/>
          </a:xfrm>
        </p:spPr>
        <p:txBody>
          <a:bodyPr>
            <a:normAutofit fontScale="90000"/>
          </a:bodyPr>
          <a:lstStyle/>
          <a:p>
            <a:r>
              <a:rPr lang="en-US" sz="1400" dirty="0"/>
              <a:t>1. Field </a:t>
            </a:r>
            <a:r>
              <a:rPr lang="en-US" sz="1400" dirty="0" err="1"/>
              <a:t>jawaban</a:t>
            </a:r>
            <a:r>
              <a:rPr lang="en-US" sz="1400" dirty="0"/>
              <a:t> </a:t>
            </a:r>
            <a:r>
              <a:rPr lang="en-US" sz="1400" dirty="0" err="1"/>
              <a:t>ubah</a:t>
            </a:r>
            <a:r>
              <a:rPr lang="en-US" sz="1400" dirty="0"/>
              <a:t> </a:t>
            </a:r>
            <a:r>
              <a:rPr lang="en-US" sz="1400" dirty="0" err="1"/>
              <a:t>nama</a:t>
            </a:r>
            <a:r>
              <a:rPr lang="en-US" sz="1400" dirty="0"/>
              <a:t> </a:t>
            </a:r>
            <a:r>
              <a:rPr lang="en-US" sz="1400" dirty="0" err="1"/>
              <a:t>menjadi</a:t>
            </a:r>
            <a:r>
              <a:rPr lang="en-US" sz="1400" dirty="0"/>
              <a:t> </a:t>
            </a:r>
            <a:r>
              <a:rPr lang="en-US" sz="1400" dirty="0" err="1"/>
              <a:t>jawaban</a:t>
            </a:r>
            <a:r>
              <a:rPr lang="en-US" sz="1400" dirty="0"/>
              <a:t> </a:t>
            </a:r>
            <a:r>
              <a:rPr lang="en-US" sz="1400" dirty="0" err="1"/>
              <a:t>benar</a:t>
            </a:r>
            <a:br>
              <a:rPr lang="en-US" sz="1400" dirty="0"/>
            </a:br>
            <a:r>
              <a:rPr lang="en-US" sz="1400" dirty="0"/>
              <a:t>2. </a:t>
            </a:r>
            <a:r>
              <a:rPr lang="en-US" sz="1400" dirty="0" err="1"/>
              <a:t>Ukuran</a:t>
            </a:r>
            <a:r>
              <a:rPr lang="en-US" sz="1400" dirty="0"/>
              <a:t> </a:t>
            </a:r>
            <a:r>
              <a:rPr lang="en-US" sz="1400" dirty="0" err="1"/>
              <a:t>kolon</a:t>
            </a:r>
            <a:r>
              <a:rPr lang="en-US" sz="1400" dirty="0"/>
              <a:t> </a:t>
            </a:r>
            <a:r>
              <a:rPr lang="en-US" sz="1400" dirty="0" err="1"/>
              <a:t>jawaban</a:t>
            </a:r>
            <a:r>
              <a:rPr lang="en-US" sz="1400" dirty="0"/>
              <a:t> </a:t>
            </a:r>
            <a:r>
              <a:rPr lang="en-US" sz="1400" dirty="0" err="1"/>
              <a:t>terlalu</a:t>
            </a:r>
            <a:r>
              <a:rPr lang="en-US" sz="1400" dirty="0"/>
              <a:t> </a:t>
            </a:r>
            <a:r>
              <a:rPr lang="en-US" sz="1400" dirty="0" err="1"/>
              <a:t>besar</a:t>
            </a:r>
            <a:br>
              <a:rPr lang="en-US" sz="1400" dirty="0"/>
            </a:br>
            <a:r>
              <a:rPr lang="en-US" sz="1400" dirty="0"/>
              <a:t>3. </a:t>
            </a:r>
            <a:r>
              <a:rPr lang="en-US" sz="1400" dirty="0" err="1"/>
              <a:t>pilihan</a:t>
            </a:r>
            <a:r>
              <a:rPr lang="en-US" sz="1400" dirty="0"/>
              <a:t> </a:t>
            </a:r>
            <a:r>
              <a:rPr lang="en-US" sz="1400" dirty="0" err="1"/>
              <a:t>huruf</a:t>
            </a:r>
            <a:r>
              <a:rPr lang="en-US" sz="1400" dirty="0"/>
              <a:t> </a:t>
            </a:r>
            <a:r>
              <a:rPr lang="en-US" sz="1400" dirty="0" err="1"/>
              <a:t>pilihan</a:t>
            </a:r>
            <a:r>
              <a:rPr lang="en-US" sz="1400" dirty="0"/>
              <a:t> </a:t>
            </a:r>
            <a:r>
              <a:rPr lang="en-US" sz="1400" dirty="0" err="1"/>
              <a:t>ganda</a:t>
            </a:r>
            <a:r>
              <a:rPr lang="en-US" sz="1400" dirty="0"/>
              <a:t> </a:t>
            </a:r>
            <a:r>
              <a:rPr lang="en-US" sz="1400" dirty="0" err="1"/>
              <a:t>cukup</a:t>
            </a:r>
            <a:r>
              <a:rPr lang="en-US" sz="1400" dirty="0"/>
              <a:t> </a:t>
            </a:r>
            <a:r>
              <a:rPr lang="en-US" sz="1400" dirty="0" err="1"/>
              <a:t>a,b,c,d</a:t>
            </a:r>
            <a:br>
              <a:rPr lang="en-US" sz="1400" dirty="0"/>
            </a:br>
            <a:r>
              <a:rPr lang="en-US" sz="1400" dirty="0"/>
              <a:t>4. </a:t>
            </a:r>
            <a:r>
              <a:rPr lang="en-US" sz="1400" dirty="0" err="1"/>
              <a:t>kolom</a:t>
            </a:r>
            <a:r>
              <a:rPr lang="en-US" sz="1400" dirty="0"/>
              <a:t> </a:t>
            </a:r>
            <a:r>
              <a:rPr lang="en-US" sz="1400" dirty="0" err="1"/>
              <a:t>deskripsi</a:t>
            </a:r>
            <a:r>
              <a:rPr lang="en-US" sz="1400" dirty="0"/>
              <a:t> </a:t>
            </a:r>
            <a:r>
              <a:rPr lang="en-US" sz="1400" dirty="0" err="1"/>
              <a:t>soal</a:t>
            </a:r>
            <a:r>
              <a:rPr lang="en-US" sz="1400" dirty="0"/>
              <a:t> </a:t>
            </a:r>
            <a:r>
              <a:rPr lang="en-US" sz="1400" dirty="0" err="1"/>
              <a:t>terlalu</a:t>
            </a:r>
            <a:r>
              <a:rPr lang="en-US" sz="1400" dirty="0"/>
              <a:t> </a:t>
            </a:r>
            <a:r>
              <a:rPr lang="en-US" sz="1400" dirty="0" err="1"/>
              <a:t>besar</a:t>
            </a:r>
            <a:r>
              <a:rPr lang="en-US" sz="1400" dirty="0"/>
              <a:t>. </a:t>
            </a:r>
            <a:br>
              <a:rPr lang="en-US" sz="1400" dirty="0"/>
            </a:br>
            <a:r>
              <a:rPr lang="en-US" sz="1400" dirty="0"/>
              <a:t>5. </a:t>
            </a:r>
            <a:r>
              <a:rPr lang="en-US" sz="1400" dirty="0" err="1"/>
              <a:t>untuk</a:t>
            </a:r>
            <a:r>
              <a:rPr lang="en-US" sz="1400" dirty="0"/>
              <a:t> </a:t>
            </a:r>
            <a:r>
              <a:rPr lang="en-US" sz="1400" dirty="0" err="1"/>
              <a:t>kolom</a:t>
            </a:r>
            <a:r>
              <a:rPr lang="en-US" sz="1400" dirty="0"/>
              <a:t> </a:t>
            </a:r>
            <a:r>
              <a:rPr lang="en-US" sz="1400" dirty="0" err="1"/>
              <a:t>jawaban</a:t>
            </a:r>
            <a:r>
              <a:rPr lang="en-US" sz="1400" dirty="0"/>
              <a:t> </a:t>
            </a:r>
            <a:r>
              <a:rPr lang="en-US" sz="1400" dirty="0" err="1"/>
              <a:t>benar</a:t>
            </a:r>
            <a:r>
              <a:rPr lang="en-US" sz="1400" dirty="0"/>
              <a:t> Ketika user </a:t>
            </a:r>
            <a:r>
              <a:rPr lang="en-US" sz="1400" dirty="0" err="1"/>
              <a:t>memilih</a:t>
            </a:r>
            <a:r>
              <a:rPr lang="en-US" sz="1400" dirty="0"/>
              <a:t> </a:t>
            </a:r>
            <a:r>
              <a:rPr lang="en-US" sz="1400" dirty="0" err="1"/>
              <a:t>jenis</a:t>
            </a:r>
            <a:r>
              <a:rPr lang="en-US" sz="1400" dirty="0"/>
              <a:t> </a:t>
            </a:r>
            <a:r>
              <a:rPr lang="en-US" sz="1400" dirty="0" err="1"/>
              <a:t>soal</a:t>
            </a:r>
            <a:r>
              <a:rPr lang="en-US" sz="1400" dirty="0"/>
              <a:t> </a:t>
            </a:r>
            <a:r>
              <a:rPr lang="en-US" sz="1400" dirty="0" err="1"/>
              <a:t>pilihan</a:t>
            </a:r>
            <a:r>
              <a:rPr lang="en-US" sz="1400" dirty="0"/>
              <a:t> </a:t>
            </a:r>
            <a:r>
              <a:rPr lang="en-US" sz="1400" dirty="0" err="1"/>
              <a:t>ganda</a:t>
            </a:r>
            <a:r>
              <a:rPr lang="en-US" sz="1400" dirty="0"/>
              <a:t> </a:t>
            </a:r>
            <a:r>
              <a:rPr lang="en-US" sz="1400" dirty="0" err="1"/>
              <a:t>makan</a:t>
            </a:r>
            <a:r>
              <a:rPr lang="en-US" sz="1400" dirty="0"/>
              <a:t> </a:t>
            </a:r>
            <a:r>
              <a:rPr lang="en-US" sz="1400" dirty="0" err="1"/>
              <a:t>pilihan</a:t>
            </a:r>
            <a:r>
              <a:rPr lang="en-US" sz="1400" dirty="0"/>
              <a:t> </a:t>
            </a:r>
            <a:r>
              <a:rPr lang="en-US" sz="1400" dirty="0" err="1"/>
              <a:t>jawaban</a:t>
            </a:r>
            <a:r>
              <a:rPr lang="en-US" sz="1400" dirty="0"/>
              <a:t> </a:t>
            </a:r>
            <a:r>
              <a:rPr lang="en-US" sz="1400" dirty="0" err="1"/>
              <a:t>berbentuk</a:t>
            </a:r>
            <a:r>
              <a:rPr lang="en-US" sz="1400" dirty="0"/>
              <a:t> dropdown list </a:t>
            </a:r>
            <a:r>
              <a:rPr lang="en-US" sz="1400" dirty="0" err="1"/>
              <a:t>abcd</a:t>
            </a:r>
            <a:r>
              <a:rPr lang="en-US" sz="1400" dirty="0"/>
              <a:t> </a:t>
            </a:r>
            <a:r>
              <a:rPr lang="en-US" sz="1400" dirty="0" err="1"/>
              <a:t>dengan</a:t>
            </a:r>
            <a:r>
              <a:rPr lang="en-US" sz="1400" dirty="0"/>
              <a:t> </a:t>
            </a:r>
            <a:r>
              <a:rPr lang="en-US" sz="1400" dirty="0" err="1"/>
              <a:t>nilai</a:t>
            </a:r>
            <a:r>
              <a:rPr lang="en-US" sz="1400" dirty="0"/>
              <a:t> default </a:t>
            </a:r>
            <a:r>
              <a:rPr lang="en-US" sz="1400" dirty="0" err="1"/>
              <a:t>masukan</a:t>
            </a:r>
            <a:r>
              <a:rPr lang="en-US" sz="1400" dirty="0"/>
              <a:t> </a:t>
            </a:r>
            <a:r>
              <a:rPr lang="en-US" sz="1400" dirty="0" err="1"/>
              <a:t>jawaban</a:t>
            </a:r>
            <a:r>
              <a:rPr lang="en-US" sz="1400" dirty="0"/>
              <a:t> </a:t>
            </a:r>
            <a:r>
              <a:rPr lang="en-US" sz="1400" dirty="0" err="1"/>
              <a:t>benar</a:t>
            </a:r>
            <a:r>
              <a:rPr lang="en-US" sz="1400" dirty="0"/>
              <a:t>. </a:t>
            </a:r>
            <a:r>
              <a:rPr lang="en-US" sz="1400" dirty="0" err="1"/>
              <a:t>Butuh</a:t>
            </a:r>
            <a:r>
              <a:rPr lang="en-US" sz="1400" dirty="0"/>
              <a:t> UI dan </a:t>
            </a:r>
            <a:r>
              <a:rPr lang="en-US" sz="1400" dirty="0" err="1"/>
              <a:t>notif</a:t>
            </a:r>
            <a:r>
              <a:rPr lang="en-US" sz="1400" dirty="0"/>
              <a:t> empty state</a:t>
            </a:r>
            <a:br>
              <a:rPr lang="en-US" sz="1400" dirty="0"/>
            </a:br>
            <a:r>
              <a:rPr lang="en-US" sz="1400" dirty="0"/>
              <a:t>6. </a:t>
            </a:r>
            <a:r>
              <a:rPr lang="en-US" sz="1400" dirty="0" err="1"/>
              <a:t>kolom</a:t>
            </a:r>
            <a:r>
              <a:rPr lang="en-US" sz="1400" dirty="0"/>
              <a:t> </a:t>
            </a:r>
            <a:r>
              <a:rPr lang="en-US" sz="1400" dirty="0" err="1"/>
              <a:t>jawaban</a:t>
            </a:r>
            <a:r>
              <a:rPr lang="en-US" sz="1400" dirty="0"/>
              <a:t> </a:t>
            </a:r>
            <a:r>
              <a:rPr lang="en-US" sz="1400" dirty="0" err="1"/>
              <a:t>pilihan</a:t>
            </a:r>
            <a:r>
              <a:rPr lang="en-US" sz="1400" dirty="0"/>
              <a:t> </a:t>
            </a:r>
            <a:r>
              <a:rPr lang="en-US" sz="1400" dirty="0" err="1"/>
              <a:t>ganda</a:t>
            </a:r>
            <a:r>
              <a:rPr lang="en-US" sz="1400" dirty="0"/>
              <a:t> </a:t>
            </a:r>
            <a:r>
              <a:rPr lang="en-US" sz="1400" dirty="0" err="1"/>
              <a:t>terlalu</a:t>
            </a:r>
            <a:r>
              <a:rPr lang="en-US" sz="1400" dirty="0"/>
              <a:t> </a:t>
            </a:r>
            <a:r>
              <a:rPr lang="en-US" sz="1400" dirty="0" err="1"/>
              <a:t>lebar</a:t>
            </a:r>
            <a:r>
              <a:rPr lang="en-US" sz="1400" dirty="0"/>
              <a:t> &amp; Panjang</a:t>
            </a:r>
            <a:br>
              <a:rPr lang="en-US" sz="1400" dirty="0"/>
            </a:br>
            <a:r>
              <a:rPr lang="en-US" sz="1400" dirty="0"/>
              <a:t>7. </a:t>
            </a:r>
            <a:r>
              <a:rPr lang="en-US" sz="1400" dirty="0" err="1"/>
              <a:t>maksimal</a:t>
            </a:r>
            <a:r>
              <a:rPr lang="en-US" sz="1400" dirty="0"/>
              <a:t> </a:t>
            </a:r>
            <a:r>
              <a:rPr lang="en-US" sz="1400" dirty="0" err="1"/>
              <a:t>ukuran</a:t>
            </a:r>
            <a:r>
              <a:rPr lang="en-US" sz="1400" dirty="0"/>
              <a:t> file </a:t>
            </a:r>
            <a:r>
              <a:rPr lang="en-US" sz="1400" dirty="0" err="1"/>
              <a:t>berapa</a:t>
            </a:r>
            <a:r>
              <a:rPr lang="en-US" sz="1400" dirty="0"/>
              <a:t> mb? Kecil </a:t>
            </a:r>
            <a:r>
              <a:rPr lang="en-US" sz="1400" dirty="0" err="1"/>
              <a:t>aja</a:t>
            </a:r>
            <a:r>
              <a:rPr lang="en-US" sz="1400" dirty="0"/>
              <a:t> suggest </a:t>
            </a:r>
            <a:r>
              <a:rPr lang="en-US" sz="1400" dirty="0" err="1"/>
              <a:t>dari</a:t>
            </a:r>
            <a:r>
              <a:rPr lang="en-US" sz="1400" dirty="0"/>
              <a:t> </a:t>
            </a:r>
            <a:r>
              <a:rPr lang="en-US" sz="1400" dirty="0" err="1"/>
              <a:t>produk</a:t>
            </a:r>
            <a:r>
              <a:rPr lang="en-US" sz="1400" dirty="0"/>
              <a:t> 1 mb </a:t>
            </a:r>
            <a:r>
              <a:rPr lang="en-US" sz="1400" dirty="0" err="1"/>
              <a:t>aja</a:t>
            </a:r>
            <a:br>
              <a:rPr lang="en-US" sz="1400" dirty="0"/>
            </a:br>
            <a:r>
              <a:rPr lang="en-US" sz="1400" dirty="0"/>
              <a:t>8. </a:t>
            </a:r>
            <a:r>
              <a:rPr lang="en-US" sz="1400" dirty="0" err="1"/>
              <a:t>soal</a:t>
            </a:r>
            <a:r>
              <a:rPr lang="en-US" sz="1400" dirty="0"/>
              <a:t> </a:t>
            </a:r>
            <a:r>
              <a:rPr lang="en-US" sz="1400" dirty="0" err="1"/>
              <a:t>bisa</a:t>
            </a:r>
            <a:r>
              <a:rPr lang="en-US" sz="1400" dirty="0"/>
              <a:t> upload by excel</a:t>
            </a:r>
            <a:br>
              <a:rPr lang="en-US" sz="1400" dirty="0"/>
            </a:br>
            <a:r>
              <a:rPr lang="en-US" sz="1400" dirty="0"/>
              <a:t>9. </a:t>
            </a:r>
            <a:r>
              <a:rPr lang="en-US" sz="1400" dirty="0" err="1"/>
              <a:t>soal</a:t>
            </a:r>
            <a:r>
              <a:rPr lang="en-US" sz="1400" dirty="0"/>
              <a:t> </a:t>
            </a:r>
            <a:r>
              <a:rPr lang="en-US" sz="1400" dirty="0" err="1"/>
              <a:t>ada</a:t>
            </a:r>
            <a:r>
              <a:rPr lang="en-US" sz="1400" dirty="0"/>
              <a:t> edit per </a:t>
            </a:r>
            <a:r>
              <a:rPr lang="en-US" sz="1400" dirty="0" err="1"/>
              <a:t>soal</a:t>
            </a:r>
            <a:br>
              <a:rPr lang="en-US" sz="1400" dirty="0"/>
            </a:br>
            <a:r>
              <a:rPr lang="en-US" sz="1400" dirty="0"/>
              <a:t>10. </a:t>
            </a:r>
            <a:r>
              <a:rPr lang="en-US" sz="1400" dirty="0" err="1"/>
              <a:t>gambar</a:t>
            </a:r>
            <a:r>
              <a:rPr lang="en-US" sz="1400" dirty="0"/>
              <a:t> </a:t>
            </a:r>
            <a:r>
              <a:rPr lang="en-US" sz="1400" dirty="0" err="1"/>
              <a:t>soal</a:t>
            </a:r>
            <a:r>
              <a:rPr lang="en-US" sz="1400" dirty="0"/>
              <a:t> </a:t>
            </a:r>
            <a:r>
              <a:rPr lang="en-US" sz="1400" dirty="0" err="1"/>
              <a:t>tidak</a:t>
            </a:r>
            <a:r>
              <a:rPr lang="en-US" sz="1400" dirty="0"/>
              <a:t> </a:t>
            </a:r>
            <a:r>
              <a:rPr lang="en-US" sz="1400" dirty="0" err="1"/>
              <a:t>tampil</a:t>
            </a:r>
            <a:r>
              <a:rPr lang="en-US" sz="1400" dirty="0"/>
              <a:t> Ketika </a:t>
            </a:r>
            <a:r>
              <a:rPr lang="en-US" sz="1400" dirty="0" err="1"/>
              <a:t>melihat</a:t>
            </a:r>
            <a:r>
              <a:rPr lang="en-US" sz="1400" dirty="0"/>
              <a:t> </a:t>
            </a:r>
            <a:r>
              <a:rPr lang="en-US" sz="1400" dirty="0" err="1"/>
              <a:t>isi</a:t>
            </a:r>
            <a:r>
              <a:rPr lang="en-US" sz="1400" dirty="0"/>
              <a:t> </a:t>
            </a:r>
            <a:r>
              <a:rPr lang="en-US" sz="1400" dirty="0" err="1"/>
              <a:t>soal</a:t>
            </a:r>
            <a:br>
              <a:rPr lang="en-US" sz="1400" dirty="0"/>
            </a:br>
            <a:r>
              <a:rPr lang="en-US" sz="1400" dirty="0"/>
              <a:t>11. </a:t>
            </a:r>
            <a:r>
              <a:rPr lang="en-US" sz="1400" dirty="0" err="1"/>
              <a:t>munculkan</a:t>
            </a:r>
            <a:r>
              <a:rPr lang="en-US" sz="1400" dirty="0"/>
              <a:t> </a:t>
            </a:r>
            <a:r>
              <a:rPr lang="en-US" sz="1400" dirty="0" err="1"/>
              <a:t>notif</a:t>
            </a:r>
            <a:r>
              <a:rPr lang="en-US" sz="1400" dirty="0"/>
              <a:t> </a:t>
            </a:r>
            <a:r>
              <a:rPr lang="en-US" sz="1400" dirty="0" err="1"/>
              <a:t>kenika</a:t>
            </a:r>
            <a:r>
              <a:rPr lang="en-US" sz="1400" dirty="0"/>
              <a:t> </a:t>
            </a:r>
            <a:r>
              <a:rPr lang="en-US" sz="1400" dirty="0" err="1"/>
              <a:t>jumlah</a:t>
            </a:r>
            <a:r>
              <a:rPr lang="en-US" sz="1400" dirty="0"/>
              <a:t> </a:t>
            </a:r>
            <a:r>
              <a:rPr lang="en-US" sz="1400" dirty="0" err="1"/>
              <a:t>soal</a:t>
            </a:r>
            <a:r>
              <a:rPr lang="en-US" sz="1400" dirty="0"/>
              <a:t> di </a:t>
            </a:r>
            <a:r>
              <a:rPr lang="en-US" sz="1400" dirty="0" err="1"/>
              <a:t>buat</a:t>
            </a:r>
            <a:r>
              <a:rPr lang="en-US" sz="1400" dirty="0"/>
              <a:t> </a:t>
            </a:r>
            <a:r>
              <a:rPr lang="en-US" sz="1400" dirty="0" err="1"/>
              <a:t>tidak</a:t>
            </a:r>
            <a:r>
              <a:rPr lang="en-US" sz="1400" dirty="0"/>
              <a:t> </a:t>
            </a:r>
            <a:r>
              <a:rPr lang="en-US" sz="1400" dirty="0" err="1"/>
              <a:t>sama</a:t>
            </a:r>
            <a:r>
              <a:rPr lang="en-US" sz="1400" dirty="0"/>
              <a:t> </a:t>
            </a:r>
            <a:r>
              <a:rPr lang="en-US" sz="1400" dirty="0" err="1"/>
              <a:t>dengan</a:t>
            </a:r>
            <a:r>
              <a:rPr lang="en-US" sz="1400" dirty="0"/>
              <a:t> total </a:t>
            </a:r>
            <a:r>
              <a:rPr lang="en-US" sz="1400" dirty="0" err="1"/>
              <a:t>soal</a:t>
            </a:r>
            <a:r>
              <a:rPr lang="en-US" sz="1400" dirty="0"/>
              <a:t> </a:t>
            </a:r>
            <a:r>
              <a:rPr lang="en-US" sz="1400" dirty="0" err="1"/>
              <a:t>yg</a:t>
            </a:r>
            <a:r>
              <a:rPr lang="en-US" sz="1400" dirty="0"/>
              <a:t> di </a:t>
            </a:r>
            <a:r>
              <a:rPr lang="en-US" sz="1400" dirty="0" err="1"/>
              <a:t>buat</a:t>
            </a:r>
            <a:br>
              <a:rPr lang="en-US" sz="1400" dirty="0"/>
            </a:br>
            <a:endParaRPr lang="en-ID" sz="1400" dirty="0"/>
          </a:p>
        </p:txBody>
      </p:sp>
      <p:pic>
        <p:nvPicPr>
          <p:cNvPr id="5" name="Picture 4">
            <a:extLst>
              <a:ext uri="{FF2B5EF4-FFF2-40B4-BE49-F238E27FC236}">
                <a16:creationId xmlns:a16="http://schemas.microsoft.com/office/drawing/2014/main" id="{7CF48CBC-4301-602E-6417-8449E076A3B7}"/>
              </a:ext>
            </a:extLst>
          </p:cNvPr>
          <p:cNvPicPr>
            <a:picLocks noChangeAspect="1"/>
          </p:cNvPicPr>
          <p:nvPr/>
        </p:nvPicPr>
        <p:blipFill>
          <a:blip r:embed="rId2"/>
          <a:stretch>
            <a:fillRect/>
          </a:stretch>
        </p:blipFill>
        <p:spPr>
          <a:xfrm>
            <a:off x="5168960" y="2686050"/>
            <a:ext cx="4906842" cy="2390775"/>
          </a:xfrm>
          <a:prstGeom prst="rect">
            <a:avLst/>
          </a:prstGeom>
        </p:spPr>
      </p:pic>
      <p:pic>
        <p:nvPicPr>
          <p:cNvPr id="7" name="Picture 6">
            <a:extLst>
              <a:ext uri="{FF2B5EF4-FFF2-40B4-BE49-F238E27FC236}">
                <a16:creationId xmlns:a16="http://schemas.microsoft.com/office/drawing/2014/main" id="{EACEA03F-F24C-213E-F774-ED6FD1E5449F}"/>
              </a:ext>
            </a:extLst>
          </p:cNvPr>
          <p:cNvPicPr>
            <a:picLocks noChangeAspect="1"/>
          </p:cNvPicPr>
          <p:nvPr/>
        </p:nvPicPr>
        <p:blipFill>
          <a:blip r:embed="rId3"/>
          <a:stretch>
            <a:fillRect/>
          </a:stretch>
        </p:blipFill>
        <p:spPr>
          <a:xfrm>
            <a:off x="0" y="2771775"/>
            <a:ext cx="4569621" cy="2219326"/>
          </a:xfrm>
          <a:prstGeom prst="rect">
            <a:avLst/>
          </a:prstGeom>
        </p:spPr>
      </p:pic>
    </p:spTree>
    <p:extLst>
      <p:ext uri="{BB962C8B-B14F-4D97-AF65-F5344CB8AC3E}">
        <p14:creationId xmlns:p14="http://schemas.microsoft.com/office/powerpoint/2010/main" val="2453100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3919</TotalTime>
  <Words>316</Words>
  <Application>Microsoft Office PowerPoint</Application>
  <PresentationFormat>Widescreen</PresentationFormat>
  <Paragraphs>12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No isue</vt:lpstr>
      <vt:lpstr>No isue</vt:lpstr>
      <vt:lpstr>Tambah kelas (solved) Ketika simpan data tidak muncul karna sekolah id nya null</vt:lpstr>
      <vt:lpstr>NO ISUE</vt:lpstr>
      <vt:lpstr>No isue</vt:lpstr>
      <vt:lpstr>Done di staging tambahkan keterangan di tiap2 file download template murid, guru &amp; ortu</vt:lpstr>
      <vt:lpstr>No isue</vt:lpstr>
      <vt:lpstr>Menu tambah kepsek blm ada</vt:lpstr>
      <vt:lpstr>Gender tidak ke flag di menu ortu</vt:lpstr>
      <vt:lpstr>1. Data base guru belum sesuai masih campur dengan sekolah lain 2. laporan kinerja guru belum sesuai ekspektasi 3. profile guru belum sesuai 4. bagian card periode tidak di perlukan 5. check UI / UX 6. Pembuatan akun kepsek di buat menu terpisah 7. tambah lulusan guru / universitas 8. lama tahun mengajar disekolah 9. buat menu paket aktivasi langganan</vt:lpstr>
      <vt:lpstr>1. Tambah field list siswa untuk menentukan murid mana saja yang akan menerima ujian 2. pilih kategoti (UTS, UAS, Pekerjaan Sekolah, Pekerjaan Rumah, Penilaian Harian, Project)</vt:lpstr>
      <vt:lpstr>1. Field jawaban ubah nama menjadi jawaban benar 2. Ukuran kolon jawaban terlalu besar 3. pilihan huruf pilihan ganda cukup a,b,c,d 4. kolom deskripsi soal terlalu besar.  5. untuk kolom jawaban benar Ketika user memilih jenis soal pilihan ganda makan pilihan jawaban berbentuk dropdown list abcd dengan nilai default masukan jawaban benar. Butuh UI dan notif empty state 6. kolom jawaban pilihan ganda terlalu lebar &amp; Panjang 7. maksimal ukuran file berapa mb? Kecil aja suggest dari produk 1 mb aja 8. soal bisa upload by excel 9. soal ada edit per soal 10. gambar soal tidak tampil Ketika melihat isi soal 11. munculkan notif kenika jumlah soal di buat tidak sama dengan total soal yg di buat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ACER</dc:creator>
  <cp:lastModifiedBy>ACER</cp:lastModifiedBy>
  <cp:revision>11</cp:revision>
  <dcterms:created xsi:type="dcterms:W3CDTF">2024-10-23T03:55:42Z</dcterms:created>
  <dcterms:modified xsi:type="dcterms:W3CDTF">2024-10-30T15:06:17Z</dcterms:modified>
</cp:coreProperties>
</file>