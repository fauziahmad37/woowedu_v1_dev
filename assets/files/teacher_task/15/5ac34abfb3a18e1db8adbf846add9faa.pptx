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764405" y="969133"/>
            <a:ext cx="8693239" cy="4903633"/>
          </a:xfrm>
        </p:spPr>
        <p:txBody>
          <a:bodyPr anchor="ctr"/>
          <a:lstStyle/>
          <a:p>
            <a:pPr algn="ctr"/>
            <a:r>
              <a:rPr lang="en-US" dirty="0" smtClean="0"/>
              <a:t>Hit Software </a:t>
            </a:r>
            <a:br>
              <a:rPr lang="en-US" dirty="0" smtClean="0"/>
            </a:br>
            <a:r>
              <a:rPr lang="en-US" dirty="0" smtClean="0"/>
              <a:t>development team 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sz="9600" dirty="0" smtClean="0"/>
              <a:t>2021</a:t>
            </a:r>
            <a:endParaRPr lang="id-ID" sz="9600" dirty="0"/>
          </a:p>
        </p:txBody>
      </p:sp>
    </p:spTree>
    <p:extLst>
      <p:ext uri="{BB962C8B-B14F-4D97-AF65-F5344CB8AC3E}">
        <p14:creationId xmlns:p14="http://schemas.microsoft.com/office/powerpoint/2010/main" val="3618001627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387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Century Gothic</vt:lpstr>
      <vt:lpstr>Wingdings 3</vt:lpstr>
      <vt:lpstr>Slice</vt:lpstr>
      <vt:lpstr>Hit Software  development team   2021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Software  development team   2021</dc:title>
  <dc:creator>Naquib Alatas</dc:creator>
  <cp:lastModifiedBy>Naquib Alatas</cp:lastModifiedBy>
  <cp:revision>1</cp:revision>
  <dcterms:created xsi:type="dcterms:W3CDTF">2020-12-29T04:07:17Z</dcterms:created>
  <dcterms:modified xsi:type="dcterms:W3CDTF">2020-12-29T10:34:18Z</dcterms:modified>
</cp:coreProperties>
</file>